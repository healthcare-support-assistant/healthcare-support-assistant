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sldIdLst>
    <p:sldId id="276" r:id="rId5"/>
    <p:sldId id="256" r:id="rId6"/>
    <p:sldId id="258" r:id="rId7"/>
    <p:sldId id="269" r:id="rId8"/>
    <p:sldId id="259" r:id="rId9"/>
    <p:sldId id="261" r:id="rId10"/>
    <p:sldId id="265" r:id="rId11"/>
    <p:sldId id="274" r:id="rId12"/>
    <p:sldId id="260" r:id="rId13"/>
    <p:sldId id="264" r:id="rId14"/>
    <p:sldId id="266" r:id="rId15"/>
    <p:sldId id="267" r:id="rId16"/>
    <p:sldId id="270" r:id="rId17"/>
    <p:sldId id="272" r:id="rId18"/>
    <p:sldId id="268"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5FC5BB51-0A35-4A67-B0F1-0677D28C98E5}">
          <p14:sldIdLst>
            <p14:sldId id="276"/>
            <p14:sldId id="256"/>
            <p14:sldId id="258"/>
          </p14:sldIdLst>
        </p14:section>
        <p14:section name="Untitled Section" id="{D3F2445E-79ED-4CE8-BD4B-531DE7830F49}">
          <p14:sldIdLst>
            <p14:sldId id="269"/>
            <p14:sldId id="259"/>
            <p14:sldId id="261"/>
            <p14:sldId id="265"/>
            <p14:sldId id="274"/>
            <p14:sldId id="260"/>
            <p14:sldId id="264"/>
            <p14:sldId id="266"/>
            <p14:sldId id="267"/>
            <p14:sldId id="270"/>
            <p14:sldId id="272"/>
            <p14:sldId id="26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C221635-CF0B-4E90-A51A-F21AF9516E88}" v="114" dt="2026-05-04T09:24:16.95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4" autoAdjust="0"/>
    <p:restoredTop sz="94660"/>
  </p:normalViewPr>
  <p:slideViewPr>
    <p:cSldViewPr snapToGrid="0">
      <p:cViewPr varScale="1">
        <p:scale>
          <a:sx n="83" d="100"/>
          <a:sy n="83" d="100"/>
        </p:scale>
        <p:origin x="858"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heme" Target="theme/theme1.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0E26FA9-B644-4364-8624-6BF95ABDDB4A}" type="doc">
      <dgm:prSet loTypeId="urn:microsoft.com/office/officeart/2005/8/layout/vProcess5" loCatId="process" qsTypeId="urn:microsoft.com/office/officeart/2005/8/quickstyle/simple3" qsCatId="simple" csTypeId="urn:microsoft.com/office/officeart/2005/8/colors/accent1_2" csCatId="accent1" phldr="1"/>
      <dgm:spPr/>
      <dgm:t>
        <a:bodyPr/>
        <a:lstStyle/>
        <a:p>
          <a:endParaRPr lang="en-US"/>
        </a:p>
      </dgm:t>
    </dgm:pt>
    <dgm:pt modelId="{ACBB7DFE-ECA0-44B0-9B95-08D938BEC1EF}">
      <dgm:prSet/>
      <dgm:spPr/>
      <dgm:t>
        <a:bodyPr/>
        <a:lstStyle/>
        <a:p>
          <a:pPr>
            <a:lnSpc>
              <a:spcPct val="100000"/>
            </a:lnSpc>
          </a:pPr>
          <a:r>
            <a:rPr lang="en-US" dirty="0"/>
            <a:t>To address these challenges, an intelligent healthcare chatbot was developed to provide instant, reliable, and structured responses to common healthcare queries. </a:t>
          </a:r>
        </a:p>
      </dgm:t>
    </dgm:pt>
    <dgm:pt modelId="{E258DB10-29C7-425E-8B52-A83E66B698F1}" type="parTrans" cxnId="{AA3FF92A-F6C4-4B2F-84A9-008688F571C8}">
      <dgm:prSet/>
      <dgm:spPr/>
      <dgm:t>
        <a:bodyPr/>
        <a:lstStyle/>
        <a:p>
          <a:endParaRPr lang="en-US"/>
        </a:p>
      </dgm:t>
    </dgm:pt>
    <dgm:pt modelId="{3C6187DB-E58A-4C9B-BFB4-A34B1495D31E}" type="sibTrans" cxnId="{AA3FF92A-F6C4-4B2F-84A9-008688F571C8}">
      <dgm:prSet/>
      <dgm:spPr/>
      <dgm:t>
        <a:bodyPr/>
        <a:lstStyle/>
        <a:p>
          <a:endParaRPr lang="en-US"/>
        </a:p>
      </dgm:t>
    </dgm:pt>
    <dgm:pt modelId="{FACCE0B1-5D27-43E5-88AB-ECCC264303A2}">
      <dgm:prSet/>
      <dgm:spPr/>
      <dgm:t>
        <a:bodyPr/>
        <a:lstStyle/>
        <a:p>
          <a:pPr>
            <a:lnSpc>
              <a:spcPct val="100000"/>
            </a:lnSpc>
          </a:pPr>
          <a:r>
            <a:rPr lang="en-US" sz="1300" dirty="0"/>
            <a:t>The solution combines: </a:t>
          </a:r>
        </a:p>
      </dgm:t>
    </dgm:pt>
    <dgm:pt modelId="{AE48B344-E682-4980-82E7-5FC474FA2694}" type="parTrans" cxnId="{BEA92909-8087-433D-84ED-F86E1751EC93}">
      <dgm:prSet/>
      <dgm:spPr/>
      <dgm:t>
        <a:bodyPr/>
        <a:lstStyle/>
        <a:p>
          <a:endParaRPr lang="en-US"/>
        </a:p>
      </dgm:t>
    </dgm:pt>
    <dgm:pt modelId="{90AB342E-BEB4-4DB9-A287-18B9E4125D29}" type="sibTrans" cxnId="{BEA92909-8087-433D-84ED-F86E1751EC93}">
      <dgm:prSet/>
      <dgm:spPr/>
      <dgm:t>
        <a:bodyPr/>
        <a:lstStyle/>
        <a:p>
          <a:endParaRPr lang="en-US"/>
        </a:p>
      </dgm:t>
    </dgm:pt>
    <dgm:pt modelId="{0267DA8B-4130-4FD7-80F6-36E119E36BB1}">
      <dgm:prSet custT="1"/>
      <dgm:spPr/>
      <dgm:t>
        <a:bodyPr/>
        <a:lstStyle/>
        <a:p>
          <a:pPr>
            <a:lnSpc>
              <a:spcPct val="100000"/>
            </a:lnSpc>
          </a:pPr>
          <a:r>
            <a:rPr lang="en-US" sz="1400" dirty="0"/>
            <a:t>Button-based navigation for guided interactions </a:t>
          </a:r>
        </a:p>
      </dgm:t>
    </dgm:pt>
    <dgm:pt modelId="{04770CA5-88FE-49BA-9B5F-D73BE542CEC3}" type="parTrans" cxnId="{6F6537A9-D29D-4138-A395-04112A6899F3}">
      <dgm:prSet/>
      <dgm:spPr/>
      <dgm:t>
        <a:bodyPr/>
        <a:lstStyle/>
        <a:p>
          <a:endParaRPr lang="en-US"/>
        </a:p>
      </dgm:t>
    </dgm:pt>
    <dgm:pt modelId="{CD7D7EC7-70C3-480B-92E8-5A40F722A38D}" type="sibTrans" cxnId="{6F6537A9-D29D-4138-A395-04112A6899F3}">
      <dgm:prSet/>
      <dgm:spPr/>
      <dgm:t>
        <a:bodyPr/>
        <a:lstStyle/>
        <a:p>
          <a:endParaRPr lang="en-US"/>
        </a:p>
      </dgm:t>
    </dgm:pt>
    <dgm:pt modelId="{96DF7A95-5A1A-4902-8D3B-1B7BE6A2C4EA}">
      <dgm:prSet custT="1"/>
      <dgm:spPr/>
      <dgm:t>
        <a:bodyPr/>
        <a:lstStyle/>
        <a:p>
          <a:pPr>
            <a:lnSpc>
              <a:spcPct val="100000"/>
            </a:lnSpc>
          </a:pPr>
          <a:r>
            <a:rPr lang="en-US" sz="1400" dirty="0"/>
            <a:t>AI-generated responses for open-ended questions</a:t>
          </a:r>
          <a:r>
            <a:rPr lang="en-US" sz="1000" dirty="0"/>
            <a:t>. </a:t>
          </a:r>
        </a:p>
      </dgm:t>
    </dgm:pt>
    <dgm:pt modelId="{D20651C8-2030-4D70-9F53-8BA238CF572A}" type="parTrans" cxnId="{38FFA291-0556-4491-AB0D-B77C39B829C6}">
      <dgm:prSet/>
      <dgm:spPr/>
      <dgm:t>
        <a:bodyPr/>
        <a:lstStyle/>
        <a:p>
          <a:endParaRPr lang="en-US"/>
        </a:p>
      </dgm:t>
    </dgm:pt>
    <dgm:pt modelId="{CA210662-0BDF-44E6-B3F9-A51B7DCA3591}" type="sibTrans" cxnId="{38FFA291-0556-4491-AB0D-B77C39B829C6}">
      <dgm:prSet/>
      <dgm:spPr/>
      <dgm:t>
        <a:bodyPr/>
        <a:lstStyle/>
        <a:p>
          <a:endParaRPr lang="en-US"/>
        </a:p>
      </dgm:t>
    </dgm:pt>
    <dgm:pt modelId="{0C42BAD1-1243-489F-B85E-3055C09C80E4}">
      <dgm:prSet/>
      <dgm:spPr/>
      <dgm:t>
        <a:bodyPr/>
        <a:lstStyle/>
        <a:p>
          <a:pPr>
            <a:lnSpc>
              <a:spcPct val="100000"/>
            </a:lnSpc>
          </a:pPr>
          <a:r>
            <a:rPr lang="en-US"/>
            <a:t>This virtual approach ensures both control and flexibility, improving user experience and accessibility.</a:t>
          </a:r>
        </a:p>
      </dgm:t>
    </dgm:pt>
    <dgm:pt modelId="{36AD5080-0B21-4EC9-B1B7-5364C24E55F8}" type="parTrans" cxnId="{19691E92-1A67-4C4C-A432-4FD2843689C0}">
      <dgm:prSet/>
      <dgm:spPr/>
      <dgm:t>
        <a:bodyPr/>
        <a:lstStyle/>
        <a:p>
          <a:endParaRPr lang="en-US"/>
        </a:p>
      </dgm:t>
    </dgm:pt>
    <dgm:pt modelId="{3CCFC4CE-F7D1-47F1-BC7A-A89C8D88BC43}" type="sibTrans" cxnId="{19691E92-1A67-4C4C-A432-4FD2843689C0}">
      <dgm:prSet/>
      <dgm:spPr/>
      <dgm:t>
        <a:bodyPr/>
        <a:lstStyle/>
        <a:p>
          <a:endParaRPr lang="en-US"/>
        </a:p>
      </dgm:t>
    </dgm:pt>
    <dgm:pt modelId="{12755E95-C553-4E48-8D2E-D69EF9109F8A}" type="pres">
      <dgm:prSet presAssocID="{90E26FA9-B644-4364-8624-6BF95ABDDB4A}" presName="outerComposite" presStyleCnt="0">
        <dgm:presLayoutVars>
          <dgm:chMax val="5"/>
          <dgm:dir/>
          <dgm:resizeHandles val="exact"/>
        </dgm:presLayoutVars>
      </dgm:prSet>
      <dgm:spPr/>
    </dgm:pt>
    <dgm:pt modelId="{86329735-B172-4F45-BDA8-4FD112F50603}" type="pres">
      <dgm:prSet presAssocID="{90E26FA9-B644-4364-8624-6BF95ABDDB4A}" presName="dummyMaxCanvas" presStyleCnt="0">
        <dgm:presLayoutVars/>
      </dgm:prSet>
      <dgm:spPr/>
    </dgm:pt>
    <dgm:pt modelId="{B01F474F-763F-4A05-8B06-2C910626D244}" type="pres">
      <dgm:prSet presAssocID="{90E26FA9-B644-4364-8624-6BF95ABDDB4A}" presName="ThreeNodes_1" presStyleLbl="node1" presStyleIdx="0" presStyleCnt="3" custLinFactNeighborX="-5544" custLinFactNeighborY="-16415">
        <dgm:presLayoutVars>
          <dgm:bulletEnabled val="1"/>
        </dgm:presLayoutVars>
      </dgm:prSet>
      <dgm:spPr/>
    </dgm:pt>
    <dgm:pt modelId="{0A083082-04D8-46E2-9F71-069E49C3DF59}" type="pres">
      <dgm:prSet presAssocID="{90E26FA9-B644-4364-8624-6BF95ABDDB4A}" presName="ThreeNodes_2" presStyleLbl="node1" presStyleIdx="1" presStyleCnt="3">
        <dgm:presLayoutVars>
          <dgm:bulletEnabled val="1"/>
        </dgm:presLayoutVars>
      </dgm:prSet>
      <dgm:spPr/>
    </dgm:pt>
    <dgm:pt modelId="{762060B7-10B5-4767-BBA6-62AF2E187296}" type="pres">
      <dgm:prSet presAssocID="{90E26FA9-B644-4364-8624-6BF95ABDDB4A}" presName="ThreeNodes_3" presStyleLbl="node1" presStyleIdx="2" presStyleCnt="3">
        <dgm:presLayoutVars>
          <dgm:bulletEnabled val="1"/>
        </dgm:presLayoutVars>
      </dgm:prSet>
      <dgm:spPr/>
    </dgm:pt>
    <dgm:pt modelId="{921EC07A-3C7E-4A5C-B691-07A87B3386CD}" type="pres">
      <dgm:prSet presAssocID="{90E26FA9-B644-4364-8624-6BF95ABDDB4A}" presName="ThreeConn_1-2" presStyleLbl="fgAccFollowNode1" presStyleIdx="0" presStyleCnt="2">
        <dgm:presLayoutVars>
          <dgm:bulletEnabled val="1"/>
        </dgm:presLayoutVars>
      </dgm:prSet>
      <dgm:spPr/>
    </dgm:pt>
    <dgm:pt modelId="{E96A953A-0AE7-46A6-BF30-1ECB6E7AF392}" type="pres">
      <dgm:prSet presAssocID="{90E26FA9-B644-4364-8624-6BF95ABDDB4A}" presName="ThreeConn_2-3" presStyleLbl="fgAccFollowNode1" presStyleIdx="1" presStyleCnt="2">
        <dgm:presLayoutVars>
          <dgm:bulletEnabled val="1"/>
        </dgm:presLayoutVars>
      </dgm:prSet>
      <dgm:spPr/>
    </dgm:pt>
    <dgm:pt modelId="{9F606DB2-98CF-4B73-A475-7BA578FB21F6}" type="pres">
      <dgm:prSet presAssocID="{90E26FA9-B644-4364-8624-6BF95ABDDB4A}" presName="ThreeNodes_1_text" presStyleLbl="node1" presStyleIdx="2" presStyleCnt="3">
        <dgm:presLayoutVars>
          <dgm:bulletEnabled val="1"/>
        </dgm:presLayoutVars>
      </dgm:prSet>
      <dgm:spPr/>
    </dgm:pt>
    <dgm:pt modelId="{9919E700-9883-477D-A690-09FC0BF74E8E}" type="pres">
      <dgm:prSet presAssocID="{90E26FA9-B644-4364-8624-6BF95ABDDB4A}" presName="ThreeNodes_2_text" presStyleLbl="node1" presStyleIdx="2" presStyleCnt="3">
        <dgm:presLayoutVars>
          <dgm:bulletEnabled val="1"/>
        </dgm:presLayoutVars>
      </dgm:prSet>
      <dgm:spPr/>
    </dgm:pt>
    <dgm:pt modelId="{31745CB8-5FE7-465E-AC39-D9EA6EB6503A}" type="pres">
      <dgm:prSet presAssocID="{90E26FA9-B644-4364-8624-6BF95ABDDB4A}" presName="ThreeNodes_3_text" presStyleLbl="node1" presStyleIdx="2" presStyleCnt="3">
        <dgm:presLayoutVars>
          <dgm:bulletEnabled val="1"/>
        </dgm:presLayoutVars>
      </dgm:prSet>
      <dgm:spPr/>
    </dgm:pt>
  </dgm:ptLst>
  <dgm:cxnLst>
    <dgm:cxn modelId="{BEA92909-8087-433D-84ED-F86E1751EC93}" srcId="{90E26FA9-B644-4364-8624-6BF95ABDDB4A}" destId="{FACCE0B1-5D27-43E5-88AB-ECCC264303A2}" srcOrd="1" destOrd="0" parTransId="{AE48B344-E682-4980-82E7-5FC474FA2694}" sibTransId="{90AB342E-BEB4-4DB9-A287-18B9E4125D29}"/>
    <dgm:cxn modelId="{AA758E20-48BB-4327-882C-18FD68426AE7}" type="presOf" srcId="{0267DA8B-4130-4FD7-80F6-36E119E36BB1}" destId="{0A083082-04D8-46E2-9F71-069E49C3DF59}" srcOrd="0" destOrd="1" presId="urn:microsoft.com/office/officeart/2005/8/layout/vProcess5"/>
    <dgm:cxn modelId="{A4C88F24-981D-47D4-8A52-790EA1279F50}" type="presOf" srcId="{0267DA8B-4130-4FD7-80F6-36E119E36BB1}" destId="{9919E700-9883-477D-A690-09FC0BF74E8E}" srcOrd="1" destOrd="1" presId="urn:microsoft.com/office/officeart/2005/8/layout/vProcess5"/>
    <dgm:cxn modelId="{AA3FF92A-F6C4-4B2F-84A9-008688F571C8}" srcId="{90E26FA9-B644-4364-8624-6BF95ABDDB4A}" destId="{ACBB7DFE-ECA0-44B0-9B95-08D938BEC1EF}" srcOrd="0" destOrd="0" parTransId="{E258DB10-29C7-425E-8B52-A83E66B698F1}" sibTransId="{3C6187DB-E58A-4C9B-BFB4-A34B1495D31E}"/>
    <dgm:cxn modelId="{4C620A3C-1625-4373-B363-BB27981F75C0}" type="presOf" srcId="{FACCE0B1-5D27-43E5-88AB-ECCC264303A2}" destId="{9919E700-9883-477D-A690-09FC0BF74E8E}" srcOrd="1" destOrd="0" presId="urn:microsoft.com/office/officeart/2005/8/layout/vProcess5"/>
    <dgm:cxn modelId="{BC4D1F63-BD56-4F1B-8019-5FAD8286AFF1}" type="presOf" srcId="{96DF7A95-5A1A-4902-8D3B-1B7BE6A2C4EA}" destId="{0A083082-04D8-46E2-9F71-069E49C3DF59}" srcOrd="0" destOrd="2" presId="urn:microsoft.com/office/officeart/2005/8/layout/vProcess5"/>
    <dgm:cxn modelId="{D14F8D4E-2990-4758-8990-791CA9BB3562}" type="presOf" srcId="{3C6187DB-E58A-4C9B-BFB4-A34B1495D31E}" destId="{921EC07A-3C7E-4A5C-B691-07A87B3386CD}" srcOrd="0" destOrd="0" presId="urn:microsoft.com/office/officeart/2005/8/layout/vProcess5"/>
    <dgm:cxn modelId="{1EEB4953-2022-4B4E-9362-23668DEC8C79}" type="presOf" srcId="{0C42BAD1-1243-489F-B85E-3055C09C80E4}" destId="{762060B7-10B5-4767-BBA6-62AF2E187296}" srcOrd="0" destOrd="0" presId="urn:microsoft.com/office/officeart/2005/8/layout/vProcess5"/>
    <dgm:cxn modelId="{71A12456-0270-4A19-BF61-01D7C8AED6C4}" type="presOf" srcId="{0C42BAD1-1243-489F-B85E-3055C09C80E4}" destId="{31745CB8-5FE7-465E-AC39-D9EA6EB6503A}" srcOrd="1" destOrd="0" presId="urn:microsoft.com/office/officeart/2005/8/layout/vProcess5"/>
    <dgm:cxn modelId="{5A76E283-8E01-41C3-9987-2802BD82F6D3}" type="presOf" srcId="{ACBB7DFE-ECA0-44B0-9B95-08D938BEC1EF}" destId="{B01F474F-763F-4A05-8B06-2C910626D244}" srcOrd="0" destOrd="0" presId="urn:microsoft.com/office/officeart/2005/8/layout/vProcess5"/>
    <dgm:cxn modelId="{38FFA291-0556-4491-AB0D-B77C39B829C6}" srcId="{FACCE0B1-5D27-43E5-88AB-ECCC264303A2}" destId="{96DF7A95-5A1A-4902-8D3B-1B7BE6A2C4EA}" srcOrd="1" destOrd="0" parTransId="{D20651C8-2030-4D70-9F53-8BA238CF572A}" sibTransId="{CA210662-0BDF-44E6-B3F9-A51B7DCA3591}"/>
    <dgm:cxn modelId="{19691E92-1A67-4C4C-A432-4FD2843689C0}" srcId="{90E26FA9-B644-4364-8624-6BF95ABDDB4A}" destId="{0C42BAD1-1243-489F-B85E-3055C09C80E4}" srcOrd="2" destOrd="0" parTransId="{36AD5080-0B21-4EC9-B1B7-5364C24E55F8}" sibTransId="{3CCFC4CE-F7D1-47F1-BC7A-A89C8D88BC43}"/>
    <dgm:cxn modelId="{38D1569F-13DB-42EB-8A69-E69B774D4018}" type="presOf" srcId="{90E26FA9-B644-4364-8624-6BF95ABDDB4A}" destId="{12755E95-C553-4E48-8D2E-D69EF9109F8A}" srcOrd="0" destOrd="0" presId="urn:microsoft.com/office/officeart/2005/8/layout/vProcess5"/>
    <dgm:cxn modelId="{5B54B5A2-1689-4FA6-B606-DDEC7AFAB644}" type="presOf" srcId="{ACBB7DFE-ECA0-44B0-9B95-08D938BEC1EF}" destId="{9F606DB2-98CF-4B73-A475-7BA578FB21F6}" srcOrd="1" destOrd="0" presId="urn:microsoft.com/office/officeart/2005/8/layout/vProcess5"/>
    <dgm:cxn modelId="{A88347A6-13DB-4C34-A5F7-86D64BE75387}" type="presOf" srcId="{96DF7A95-5A1A-4902-8D3B-1B7BE6A2C4EA}" destId="{9919E700-9883-477D-A690-09FC0BF74E8E}" srcOrd="1" destOrd="2" presId="urn:microsoft.com/office/officeart/2005/8/layout/vProcess5"/>
    <dgm:cxn modelId="{6F6537A9-D29D-4138-A395-04112A6899F3}" srcId="{FACCE0B1-5D27-43E5-88AB-ECCC264303A2}" destId="{0267DA8B-4130-4FD7-80F6-36E119E36BB1}" srcOrd="0" destOrd="0" parTransId="{04770CA5-88FE-49BA-9B5F-D73BE542CEC3}" sibTransId="{CD7D7EC7-70C3-480B-92E8-5A40F722A38D}"/>
    <dgm:cxn modelId="{AED6A0E3-F887-45B2-AFCD-AA08B3DE6DED}" type="presOf" srcId="{FACCE0B1-5D27-43E5-88AB-ECCC264303A2}" destId="{0A083082-04D8-46E2-9F71-069E49C3DF59}" srcOrd="0" destOrd="0" presId="urn:microsoft.com/office/officeart/2005/8/layout/vProcess5"/>
    <dgm:cxn modelId="{CD6F44EC-F24D-4DED-8A6A-1E3C7EE6146E}" type="presOf" srcId="{90AB342E-BEB4-4DB9-A287-18B9E4125D29}" destId="{E96A953A-0AE7-46A6-BF30-1ECB6E7AF392}" srcOrd="0" destOrd="0" presId="urn:microsoft.com/office/officeart/2005/8/layout/vProcess5"/>
    <dgm:cxn modelId="{5C6E88E2-14C6-4087-84D5-26B3C1BEA811}" type="presParOf" srcId="{12755E95-C553-4E48-8D2E-D69EF9109F8A}" destId="{86329735-B172-4F45-BDA8-4FD112F50603}" srcOrd="0" destOrd="0" presId="urn:microsoft.com/office/officeart/2005/8/layout/vProcess5"/>
    <dgm:cxn modelId="{6ABC3985-3B15-4AF5-9709-C9A6797742AA}" type="presParOf" srcId="{12755E95-C553-4E48-8D2E-D69EF9109F8A}" destId="{B01F474F-763F-4A05-8B06-2C910626D244}" srcOrd="1" destOrd="0" presId="urn:microsoft.com/office/officeart/2005/8/layout/vProcess5"/>
    <dgm:cxn modelId="{616600CF-C89A-40FD-BAF0-209AA031726C}" type="presParOf" srcId="{12755E95-C553-4E48-8D2E-D69EF9109F8A}" destId="{0A083082-04D8-46E2-9F71-069E49C3DF59}" srcOrd="2" destOrd="0" presId="urn:microsoft.com/office/officeart/2005/8/layout/vProcess5"/>
    <dgm:cxn modelId="{9BF2CDA4-C319-4C0D-9F03-6A2BFF045CF0}" type="presParOf" srcId="{12755E95-C553-4E48-8D2E-D69EF9109F8A}" destId="{762060B7-10B5-4767-BBA6-62AF2E187296}" srcOrd="3" destOrd="0" presId="urn:microsoft.com/office/officeart/2005/8/layout/vProcess5"/>
    <dgm:cxn modelId="{8E3A9D56-9B0B-46E7-81EF-4DC518B299EE}" type="presParOf" srcId="{12755E95-C553-4E48-8D2E-D69EF9109F8A}" destId="{921EC07A-3C7E-4A5C-B691-07A87B3386CD}" srcOrd="4" destOrd="0" presId="urn:microsoft.com/office/officeart/2005/8/layout/vProcess5"/>
    <dgm:cxn modelId="{C4958BC8-D9A5-4870-A5ED-3EED65DE256D}" type="presParOf" srcId="{12755E95-C553-4E48-8D2E-D69EF9109F8A}" destId="{E96A953A-0AE7-46A6-BF30-1ECB6E7AF392}" srcOrd="5" destOrd="0" presId="urn:microsoft.com/office/officeart/2005/8/layout/vProcess5"/>
    <dgm:cxn modelId="{0A0CC9E5-1CF5-487B-8386-33F3A10CCEBA}" type="presParOf" srcId="{12755E95-C553-4E48-8D2E-D69EF9109F8A}" destId="{9F606DB2-98CF-4B73-A475-7BA578FB21F6}" srcOrd="6" destOrd="0" presId="urn:microsoft.com/office/officeart/2005/8/layout/vProcess5"/>
    <dgm:cxn modelId="{8774F38E-FAC4-4E1E-98DB-4B40B7B1D7B0}" type="presParOf" srcId="{12755E95-C553-4E48-8D2E-D69EF9109F8A}" destId="{9919E700-9883-477D-A690-09FC0BF74E8E}" srcOrd="7" destOrd="0" presId="urn:microsoft.com/office/officeart/2005/8/layout/vProcess5"/>
    <dgm:cxn modelId="{5B62093A-181A-4AF1-8599-E014D2E6968B}" type="presParOf" srcId="{12755E95-C553-4E48-8D2E-D69EF9109F8A}" destId="{31745CB8-5FE7-465E-AC39-D9EA6EB6503A}" srcOrd="8" destOrd="0" presId="urn:microsoft.com/office/officeart/2005/8/layout/vProcess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F44780F8-F860-44EC-95A5-91CB600CBA15}" type="doc">
      <dgm:prSet loTypeId="urn:microsoft.com/office/officeart/2005/8/layout/list1" loCatId="list" qsTypeId="urn:microsoft.com/office/officeart/2005/8/quickstyle/simple3" qsCatId="simple" csTypeId="urn:microsoft.com/office/officeart/2005/8/colors/accent1_2" csCatId="accent1" phldr="1"/>
      <dgm:spPr/>
      <dgm:t>
        <a:bodyPr/>
        <a:lstStyle/>
        <a:p>
          <a:endParaRPr lang="en-US"/>
        </a:p>
      </dgm:t>
    </dgm:pt>
    <dgm:pt modelId="{2B56A28B-F0C9-4593-8C68-00D18B38706F}">
      <dgm:prSet phldrT="[Text]" custT="1"/>
      <dgm:spPr/>
      <dgm:t>
        <a:bodyPr/>
        <a:lstStyle/>
        <a:p>
          <a:r>
            <a:rPr lang="en-US" sz="1600" dirty="0"/>
            <a:t>Provide quick and easy access to healthcare information</a:t>
          </a:r>
        </a:p>
      </dgm:t>
    </dgm:pt>
    <dgm:pt modelId="{FD80B03B-9BBC-474E-BAD3-BCAA6D08D89E}" type="parTrans" cxnId="{ED4CD1DE-3E7A-4940-BB44-4EA11F65BD56}">
      <dgm:prSet/>
      <dgm:spPr/>
      <dgm:t>
        <a:bodyPr/>
        <a:lstStyle/>
        <a:p>
          <a:endParaRPr lang="en-US" sz="900"/>
        </a:p>
      </dgm:t>
    </dgm:pt>
    <dgm:pt modelId="{E5B09A41-DF8E-41A0-AA77-87C17E10CF22}" type="sibTrans" cxnId="{ED4CD1DE-3E7A-4940-BB44-4EA11F65BD56}">
      <dgm:prSet/>
      <dgm:spPr/>
      <dgm:t>
        <a:bodyPr/>
        <a:lstStyle/>
        <a:p>
          <a:endParaRPr lang="en-US" sz="900"/>
        </a:p>
      </dgm:t>
    </dgm:pt>
    <dgm:pt modelId="{DDDA0E22-0357-4B29-8053-EF85ABAE239C}">
      <dgm:prSet phldrT="[Text]" custT="1"/>
      <dgm:spPr/>
      <dgm:t>
        <a:bodyPr/>
        <a:lstStyle/>
        <a:p>
          <a:pPr>
            <a:buNone/>
          </a:pPr>
          <a:r>
            <a:rPr lang="en-US" sz="1600" dirty="0"/>
            <a:t>Ensure safe AI interactions without offering medical diagnoses or prescriptions </a:t>
          </a:r>
        </a:p>
      </dgm:t>
    </dgm:pt>
    <dgm:pt modelId="{6CD291CD-8D25-449D-93B1-EA8F25FC617B}" type="parTrans" cxnId="{5865ED88-61A6-412D-9D7A-46C245945CAE}">
      <dgm:prSet/>
      <dgm:spPr/>
      <dgm:t>
        <a:bodyPr/>
        <a:lstStyle/>
        <a:p>
          <a:endParaRPr lang="en-US" sz="900"/>
        </a:p>
      </dgm:t>
    </dgm:pt>
    <dgm:pt modelId="{4F8BDC06-6101-49B5-A359-011F172DE5D3}" type="sibTrans" cxnId="{5865ED88-61A6-412D-9D7A-46C245945CAE}">
      <dgm:prSet/>
      <dgm:spPr/>
      <dgm:t>
        <a:bodyPr/>
        <a:lstStyle/>
        <a:p>
          <a:endParaRPr lang="en-US" sz="900"/>
        </a:p>
      </dgm:t>
    </dgm:pt>
    <dgm:pt modelId="{E12E4A46-2D5C-4B03-A1E4-067AF4078912}">
      <dgm:prSet phldrT="[Text]" custT="1"/>
      <dgm:spPr/>
      <dgm:t>
        <a:bodyPr/>
        <a:lstStyle/>
        <a:p>
          <a:r>
            <a:rPr lang="en-US" sz="1600" dirty="0"/>
            <a:t>Create a user-friendly and intuitive chatbot interface</a:t>
          </a:r>
        </a:p>
      </dgm:t>
    </dgm:pt>
    <dgm:pt modelId="{113A118C-2F62-4366-A276-58303F3D7634}" type="parTrans" cxnId="{35D897D9-DD78-4B68-96CE-14E7BDBEFDF1}">
      <dgm:prSet/>
      <dgm:spPr/>
      <dgm:t>
        <a:bodyPr/>
        <a:lstStyle/>
        <a:p>
          <a:endParaRPr lang="en-US" sz="900"/>
        </a:p>
      </dgm:t>
    </dgm:pt>
    <dgm:pt modelId="{AB821C17-F56F-4DE3-A347-82F648D8AF0F}" type="sibTrans" cxnId="{35D897D9-DD78-4B68-96CE-14E7BDBEFDF1}">
      <dgm:prSet/>
      <dgm:spPr/>
      <dgm:t>
        <a:bodyPr/>
        <a:lstStyle/>
        <a:p>
          <a:endParaRPr lang="en-US" sz="900"/>
        </a:p>
      </dgm:t>
    </dgm:pt>
    <dgm:pt modelId="{78E100B7-23DC-4F3A-9D46-5E9301830DF6}" type="pres">
      <dgm:prSet presAssocID="{F44780F8-F860-44EC-95A5-91CB600CBA15}" presName="linear" presStyleCnt="0">
        <dgm:presLayoutVars>
          <dgm:dir/>
          <dgm:animLvl val="lvl"/>
          <dgm:resizeHandles val="exact"/>
        </dgm:presLayoutVars>
      </dgm:prSet>
      <dgm:spPr/>
    </dgm:pt>
    <dgm:pt modelId="{3FA81F30-0080-479A-8384-7026008DF68D}" type="pres">
      <dgm:prSet presAssocID="{2B56A28B-F0C9-4593-8C68-00D18B38706F}" presName="parentLin" presStyleCnt="0"/>
      <dgm:spPr/>
    </dgm:pt>
    <dgm:pt modelId="{9F8BAA56-76CE-44F1-BB14-0AA13710DCDE}" type="pres">
      <dgm:prSet presAssocID="{2B56A28B-F0C9-4593-8C68-00D18B38706F}" presName="parentLeftMargin" presStyleLbl="node1" presStyleIdx="0" presStyleCnt="3"/>
      <dgm:spPr/>
    </dgm:pt>
    <dgm:pt modelId="{A04A5523-1684-48D1-8C15-8AFA6B4812AF}" type="pres">
      <dgm:prSet presAssocID="{2B56A28B-F0C9-4593-8C68-00D18B38706F}" presName="parentText" presStyleLbl="node1" presStyleIdx="0" presStyleCnt="3">
        <dgm:presLayoutVars>
          <dgm:chMax val="0"/>
          <dgm:bulletEnabled val="1"/>
        </dgm:presLayoutVars>
      </dgm:prSet>
      <dgm:spPr/>
    </dgm:pt>
    <dgm:pt modelId="{268C4F0C-DCD9-4EF6-8B62-8E544439C6ED}" type="pres">
      <dgm:prSet presAssocID="{2B56A28B-F0C9-4593-8C68-00D18B38706F}" presName="negativeSpace" presStyleCnt="0"/>
      <dgm:spPr/>
    </dgm:pt>
    <dgm:pt modelId="{6E445E60-59BC-4E38-8B4F-28EF2DBD68EC}" type="pres">
      <dgm:prSet presAssocID="{2B56A28B-F0C9-4593-8C68-00D18B38706F}" presName="childText" presStyleLbl="conFgAcc1" presStyleIdx="0" presStyleCnt="3">
        <dgm:presLayoutVars>
          <dgm:bulletEnabled val="1"/>
        </dgm:presLayoutVars>
      </dgm:prSet>
      <dgm:spPr/>
    </dgm:pt>
    <dgm:pt modelId="{D7345990-58FF-492E-8E42-6F264F0FF6C6}" type="pres">
      <dgm:prSet presAssocID="{E5B09A41-DF8E-41A0-AA77-87C17E10CF22}" presName="spaceBetweenRectangles" presStyleCnt="0"/>
      <dgm:spPr/>
    </dgm:pt>
    <dgm:pt modelId="{373ED6D6-9908-475B-A169-64FC2AC2EB97}" type="pres">
      <dgm:prSet presAssocID="{DDDA0E22-0357-4B29-8053-EF85ABAE239C}" presName="parentLin" presStyleCnt="0"/>
      <dgm:spPr/>
    </dgm:pt>
    <dgm:pt modelId="{A8218956-36C8-4B94-981B-A97CD7EF2015}" type="pres">
      <dgm:prSet presAssocID="{DDDA0E22-0357-4B29-8053-EF85ABAE239C}" presName="parentLeftMargin" presStyleLbl="node1" presStyleIdx="0" presStyleCnt="3"/>
      <dgm:spPr/>
    </dgm:pt>
    <dgm:pt modelId="{C15AB21E-E32B-4C0B-80CE-53B615775691}" type="pres">
      <dgm:prSet presAssocID="{DDDA0E22-0357-4B29-8053-EF85ABAE239C}" presName="parentText" presStyleLbl="node1" presStyleIdx="1" presStyleCnt="3">
        <dgm:presLayoutVars>
          <dgm:chMax val="0"/>
          <dgm:bulletEnabled val="1"/>
        </dgm:presLayoutVars>
      </dgm:prSet>
      <dgm:spPr/>
    </dgm:pt>
    <dgm:pt modelId="{DEDD8639-E9E7-43A3-927B-FB7A822D6ED8}" type="pres">
      <dgm:prSet presAssocID="{DDDA0E22-0357-4B29-8053-EF85ABAE239C}" presName="negativeSpace" presStyleCnt="0"/>
      <dgm:spPr/>
    </dgm:pt>
    <dgm:pt modelId="{E1B67807-7296-4660-99F8-B673CD71FC2C}" type="pres">
      <dgm:prSet presAssocID="{DDDA0E22-0357-4B29-8053-EF85ABAE239C}" presName="childText" presStyleLbl="conFgAcc1" presStyleIdx="1" presStyleCnt="3">
        <dgm:presLayoutVars>
          <dgm:bulletEnabled val="1"/>
        </dgm:presLayoutVars>
      </dgm:prSet>
      <dgm:spPr/>
    </dgm:pt>
    <dgm:pt modelId="{E288A77E-CA4F-43B3-A382-6353F730E3E8}" type="pres">
      <dgm:prSet presAssocID="{4F8BDC06-6101-49B5-A359-011F172DE5D3}" presName="spaceBetweenRectangles" presStyleCnt="0"/>
      <dgm:spPr/>
    </dgm:pt>
    <dgm:pt modelId="{D0B26A15-711B-4B4A-8C19-4307D58A4A23}" type="pres">
      <dgm:prSet presAssocID="{E12E4A46-2D5C-4B03-A1E4-067AF4078912}" presName="parentLin" presStyleCnt="0"/>
      <dgm:spPr/>
    </dgm:pt>
    <dgm:pt modelId="{62934BFF-BAC1-4DAF-889C-400338F05106}" type="pres">
      <dgm:prSet presAssocID="{E12E4A46-2D5C-4B03-A1E4-067AF4078912}" presName="parentLeftMargin" presStyleLbl="node1" presStyleIdx="1" presStyleCnt="3"/>
      <dgm:spPr/>
    </dgm:pt>
    <dgm:pt modelId="{611C027C-1FA7-4AFF-B52B-5C587E9A74D4}" type="pres">
      <dgm:prSet presAssocID="{E12E4A46-2D5C-4B03-A1E4-067AF4078912}" presName="parentText" presStyleLbl="node1" presStyleIdx="2" presStyleCnt="3">
        <dgm:presLayoutVars>
          <dgm:chMax val="0"/>
          <dgm:bulletEnabled val="1"/>
        </dgm:presLayoutVars>
      </dgm:prSet>
      <dgm:spPr/>
    </dgm:pt>
    <dgm:pt modelId="{49270571-72DE-4565-A6BD-06EF2AC70FE6}" type="pres">
      <dgm:prSet presAssocID="{E12E4A46-2D5C-4B03-A1E4-067AF4078912}" presName="negativeSpace" presStyleCnt="0"/>
      <dgm:spPr/>
    </dgm:pt>
    <dgm:pt modelId="{2DA8D490-00ED-4940-BD29-E41FA00A9614}" type="pres">
      <dgm:prSet presAssocID="{E12E4A46-2D5C-4B03-A1E4-067AF4078912}" presName="childText" presStyleLbl="conFgAcc1" presStyleIdx="2" presStyleCnt="3">
        <dgm:presLayoutVars>
          <dgm:bulletEnabled val="1"/>
        </dgm:presLayoutVars>
      </dgm:prSet>
      <dgm:spPr/>
    </dgm:pt>
  </dgm:ptLst>
  <dgm:cxnLst>
    <dgm:cxn modelId="{0EFF6855-C30F-4CE3-960D-3221FD144B84}" type="presOf" srcId="{E12E4A46-2D5C-4B03-A1E4-067AF4078912}" destId="{62934BFF-BAC1-4DAF-889C-400338F05106}" srcOrd="0" destOrd="0" presId="urn:microsoft.com/office/officeart/2005/8/layout/list1"/>
    <dgm:cxn modelId="{3866E058-164E-48E5-B2ED-EDA98C7C45E3}" type="presOf" srcId="{DDDA0E22-0357-4B29-8053-EF85ABAE239C}" destId="{C15AB21E-E32B-4C0B-80CE-53B615775691}" srcOrd="1" destOrd="0" presId="urn:microsoft.com/office/officeart/2005/8/layout/list1"/>
    <dgm:cxn modelId="{5865ED88-61A6-412D-9D7A-46C245945CAE}" srcId="{F44780F8-F860-44EC-95A5-91CB600CBA15}" destId="{DDDA0E22-0357-4B29-8053-EF85ABAE239C}" srcOrd="1" destOrd="0" parTransId="{6CD291CD-8D25-449D-93B1-EA8F25FC617B}" sibTransId="{4F8BDC06-6101-49B5-A359-011F172DE5D3}"/>
    <dgm:cxn modelId="{5AE05D98-8ACF-4E4E-8736-1188E67204D8}" type="presOf" srcId="{2B56A28B-F0C9-4593-8C68-00D18B38706F}" destId="{9F8BAA56-76CE-44F1-BB14-0AA13710DCDE}" srcOrd="0" destOrd="0" presId="urn:microsoft.com/office/officeart/2005/8/layout/list1"/>
    <dgm:cxn modelId="{531391CB-EFFD-41B6-9C37-5176E430B8F4}" type="presOf" srcId="{2B56A28B-F0C9-4593-8C68-00D18B38706F}" destId="{A04A5523-1684-48D1-8C15-8AFA6B4812AF}" srcOrd="1" destOrd="0" presId="urn:microsoft.com/office/officeart/2005/8/layout/list1"/>
    <dgm:cxn modelId="{A31502CF-8F2E-4879-A628-9BC522ADB4DF}" type="presOf" srcId="{F44780F8-F860-44EC-95A5-91CB600CBA15}" destId="{78E100B7-23DC-4F3A-9D46-5E9301830DF6}" srcOrd="0" destOrd="0" presId="urn:microsoft.com/office/officeart/2005/8/layout/list1"/>
    <dgm:cxn modelId="{35D897D9-DD78-4B68-96CE-14E7BDBEFDF1}" srcId="{F44780F8-F860-44EC-95A5-91CB600CBA15}" destId="{E12E4A46-2D5C-4B03-A1E4-067AF4078912}" srcOrd="2" destOrd="0" parTransId="{113A118C-2F62-4366-A276-58303F3D7634}" sibTransId="{AB821C17-F56F-4DE3-A347-82F648D8AF0F}"/>
    <dgm:cxn modelId="{ED4CD1DE-3E7A-4940-BB44-4EA11F65BD56}" srcId="{F44780F8-F860-44EC-95A5-91CB600CBA15}" destId="{2B56A28B-F0C9-4593-8C68-00D18B38706F}" srcOrd="0" destOrd="0" parTransId="{FD80B03B-9BBC-474E-BAD3-BCAA6D08D89E}" sibTransId="{E5B09A41-DF8E-41A0-AA77-87C17E10CF22}"/>
    <dgm:cxn modelId="{7A608BE1-A9D5-4B46-AAE1-095430D9AA2D}" type="presOf" srcId="{DDDA0E22-0357-4B29-8053-EF85ABAE239C}" destId="{A8218956-36C8-4B94-981B-A97CD7EF2015}" srcOrd="0" destOrd="0" presId="urn:microsoft.com/office/officeart/2005/8/layout/list1"/>
    <dgm:cxn modelId="{9A4FCDF5-A3B2-4DA4-BD81-5D4A4613C729}" type="presOf" srcId="{E12E4A46-2D5C-4B03-A1E4-067AF4078912}" destId="{611C027C-1FA7-4AFF-B52B-5C587E9A74D4}" srcOrd="1" destOrd="0" presId="urn:microsoft.com/office/officeart/2005/8/layout/list1"/>
    <dgm:cxn modelId="{D52570DB-19E2-48B1-B11B-9C2CF1A16F44}" type="presParOf" srcId="{78E100B7-23DC-4F3A-9D46-5E9301830DF6}" destId="{3FA81F30-0080-479A-8384-7026008DF68D}" srcOrd="0" destOrd="0" presId="urn:microsoft.com/office/officeart/2005/8/layout/list1"/>
    <dgm:cxn modelId="{CD8F137F-5D87-4EDE-BCD4-750473C2DC5A}" type="presParOf" srcId="{3FA81F30-0080-479A-8384-7026008DF68D}" destId="{9F8BAA56-76CE-44F1-BB14-0AA13710DCDE}" srcOrd="0" destOrd="0" presId="urn:microsoft.com/office/officeart/2005/8/layout/list1"/>
    <dgm:cxn modelId="{09CA57F5-2571-4634-B2EF-6A5A1196911F}" type="presParOf" srcId="{3FA81F30-0080-479A-8384-7026008DF68D}" destId="{A04A5523-1684-48D1-8C15-8AFA6B4812AF}" srcOrd="1" destOrd="0" presId="urn:microsoft.com/office/officeart/2005/8/layout/list1"/>
    <dgm:cxn modelId="{993CB264-A127-4479-8DDB-0EFA5D290880}" type="presParOf" srcId="{78E100B7-23DC-4F3A-9D46-5E9301830DF6}" destId="{268C4F0C-DCD9-4EF6-8B62-8E544439C6ED}" srcOrd="1" destOrd="0" presId="urn:microsoft.com/office/officeart/2005/8/layout/list1"/>
    <dgm:cxn modelId="{047349C5-8364-48E8-919D-6CC8D1E7B10F}" type="presParOf" srcId="{78E100B7-23DC-4F3A-9D46-5E9301830DF6}" destId="{6E445E60-59BC-4E38-8B4F-28EF2DBD68EC}" srcOrd="2" destOrd="0" presId="urn:microsoft.com/office/officeart/2005/8/layout/list1"/>
    <dgm:cxn modelId="{9032F487-71ED-4308-82A2-82300F0FA75A}" type="presParOf" srcId="{78E100B7-23DC-4F3A-9D46-5E9301830DF6}" destId="{D7345990-58FF-492E-8E42-6F264F0FF6C6}" srcOrd="3" destOrd="0" presId="urn:microsoft.com/office/officeart/2005/8/layout/list1"/>
    <dgm:cxn modelId="{5734AE13-AF5E-416A-9544-8E19C24BAF66}" type="presParOf" srcId="{78E100B7-23DC-4F3A-9D46-5E9301830DF6}" destId="{373ED6D6-9908-475B-A169-64FC2AC2EB97}" srcOrd="4" destOrd="0" presId="urn:microsoft.com/office/officeart/2005/8/layout/list1"/>
    <dgm:cxn modelId="{071CFECB-1424-4B84-A271-C73D1D0ADEE0}" type="presParOf" srcId="{373ED6D6-9908-475B-A169-64FC2AC2EB97}" destId="{A8218956-36C8-4B94-981B-A97CD7EF2015}" srcOrd="0" destOrd="0" presId="urn:microsoft.com/office/officeart/2005/8/layout/list1"/>
    <dgm:cxn modelId="{452CF0B6-51A3-498E-9134-F4EE1F7E2C9B}" type="presParOf" srcId="{373ED6D6-9908-475B-A169-64FC2AC2EB97}" destId="{C15AB21E-E32B-4C0B-80CE-53B615775691}" srcOrd="1" destOrd="0" presId="urn:microsoft.com/office/officeart/2005/8/layout/list1"/>
    <dgm:cxn modelId="{247673C0-0883-497E-B6F9-B76E1B56ECC1}" type="presParOf" srcId="{78E100B7-23DC-4F3A-9D46-5E9301830DF6}" destId="{DEDD8639-E9E7-43A3-927B-FB7A822D6ED8}" srcOrd="5" destOrd="0" presId="urn:microsoft.com/office/officeart/2005/8/layout/list1"/>
    <dgm:cxn modelId="{14775EAD-8ECB-478C-954E-23BF3078DC96}" type="presParOf" srcId="{78E100B7-23DC-4F3A-9D46-5E9301830DF6}" destId="{E1B67807-7296-4660-99F8-B673CD71FC2C}" srcOrd="6" destOrd="0" presId="urn:microsoft.com/office/officeart/2005/8/layout/list1"/>
    <dgm:cxn modelId="{A7B6A89C-DC44-41EE-A781-8C44323CAF8F}" type="presParOf" srcId="{78E100B7-23DC-4F3A-9D46-5E9301830DF6}" destId="{E288A77E-CA4F-43B3-A382-6353F730E3E8}" srcOrd="7" destOrd="0" presId="urn:microsoft.com/office/officeart/2005/8/layout/list1"/>
    <dgm:cxn modelId="{C8552613-C440-4179-8CE3-853A0E20F9B7}" type="presParOf" srcId="{78E100B7-23DC-4F3A-9D46-5E9301830DF6}" destId="{D0B26A15-711B-4B4A-8C19-4307D58A4A23}" srcOrd="8" destOrd="0" presId="urn:microsoft.com/office/officeart/2005/8/layout/list1"/>
    <dgm:cxn modelId="{7AD09CD7-0238-493C-9459-B9183389C1BA}" type="presParOf" srcId="{D0B26A15-711B-4B4A-8C19-4307D58A4A23}" destId="{62934BFF-BAC1-4DAF-889C-400338F05106}" srcOrd="0" destOrd="0" presId="urn:microsoft.com/office/officeart/2005/8/layout/list1"/>
    <dgm:cxn modelId="{53307D36-E061-4A0F-9F45-F5CCFB57A28E}" type="presParOf" srcId="{D0B26A15-711B-4B4A-8C19-4307D58A4A23}" destId="{611C027C-1FA7-4AFF-B52B-5C587E9A74D4}" srcOrd="1" destOrd="0" presId="urn:microsoft.com/office/officeart/2005/8/layout/list1"/>
    <dgm:cxn modelId="{96218D56-EED5-45FD-B773-0266DE6D8354}" type="presParOf" srcId="{78E100B7-23DC-4F3A-9D46-5E9301830DF6}" destId="{49270571-72DE-4565-A6BD-06EF2AC70FE6}" srcOrd="9" destOrd="0" presId="urn:microsoft.com/office/officeart/2005/8/layout/list1"/>
    <dgm:cxn modelId="{673C14E3-2522-4618-8253-F14050EE4B91}" type="presParOf" srcId="{78E100B7-23DC-4F3A-9D46-5E9301830DF6}" destId="{2DA8D490-00ED-4940-BD29-E41FA00A9614}" srcOrd="10" destOrd="0" presId="urn:microsoft.com/office/officeart/2005/8/layout/list1"/>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05A0ADAC-CD3A-43CE-8760-E1C5E7DC4AD5}" type="doc">
      <dgm:prSet loTypeId="urn:microsoft.com/office/officeart/2005/8/layout/chevron1" loCatId="process" qsTypeId="urn:microsoft.com/office/officeart/2005/8/quickstyle/simple3" qsCatId="simple" csTypeId="urn:microsoft.com/office/officeart/2005/8/colors/accent1_2" csCatId="accent1" phldr="1"/>
      <dgm:spPr/>
      <dgm:t>
        <a:bodyPr/>
        <a:lstStyle/>
        <a:p>
          <a:endParaRPr lang="en-US"/>
        </a:p>
      </dgm:t>
    </dgm:pt>
    <dgm:pt modelId="{D3FF666D-9E86-408F-967C-FE42AD780E4E}">
      <dgm:prSet/>
      <dgm:spPr/>
      <dgm:t>
        <a:bodyPr/>
        <a:lstStyle/>
        <a:p>
          <a:r>
            <a:rPr lang="en-US" dirty="0"/>
            <a:t>Designing a clear and intuitive conversation flow </a:t>
          </a:r>
        </a:p>
      </dgm:t>
    </dgm:pt>
    <dgm:pt modelId="{19F6097F-9A85-4CF0-8D1B-58F554296460}" type="parTrans" cxnId="{6335CAA3-47A4-4F1E-87F1-CE93674E4C3E}">
      <dgm:prSet/>
      <dgm:spPr/>
      <dgm:t>
        <a:bodyPr/>
        <a:lstStyle/>
        <a:p>
          <a:endParaRPr lang="en-US"/>
        </a:p>
      </dgm:t>
    </dgm:pt>
    <dgm:pt modelId="{2174A7BB-07D3-49FB-B6B3-9A8617E8A5ED}" type="sibTrans" cxnId="{6335CAA3-47A4-4F1E-87F1-CE93674E4C3E}">
      <dgm:prSet/>
      <dgm:spPr/>
      <dgm:t>
        <a:bodyPr/>
        <a:lstStyle/>
        <a:p>
          <a:endParaRPr lang="en-US"/>
        </a:p>
      </dgm:t>
    </dgm:pt>
    <dgm:pt modelId="{AB2C9711-97BB-4F9E-9657-3DDD560F628A}">
      <dgm:prSet/>
      <dgm:spPr/>
      <dgm:t>
        <a:bodyPr/>
        <a:lstStyle/>
        <a:p>
          <a:r>
            <a:rPr lang="en-US" dirty="0"/>
            <a:t>Ensuring safety in handling
sensitive healthcare queries </a:t>
          </a:r>
        </a:p>
      </dgm:t>
    </dgm:pt>
    <dgm:pt modelId="{3EB558E7-68C8-4BBA-B76F-A346A2F51B59}" type="parTrans" cxnId="{2AA8495B-DA74-450A-B74F-4D936BF76F6A}">
      <dgm:prSet/>
      <dgm:spPr/>
      <dgm:t>
        <a:bodyPr/>
        <a:lstStyle/>
        <a:p>
          <a:endParaRPr lang="en-US"/>
        </a:p>
      </dgm:t>
    </dgm:pt>
    <dgm:pt modelId="{882D478F-EB3B-4BDE-A6AA-CA49395CD3DD}" type="sibTrans" cxnId="{2AA8495B-DA74-450A-B74F-4D936BF76F6A}">
      <dgm:prSet/>
      <dgm:spPr/>
      <dgm:t>
        <a:bodyPr/>
        <a:lstStyle/>
        <a:p>
          <a:endParaRPr lang="en-US"/>
        </a:p>
      </dgm:t>
    </dgm:pt>
    <dgm:pt modelId="{D41D594F-7CA7-4A9D-ACAB-D7AFCC40E39A}">
      <dgm:prSet/>
      <dgm:spPr/>
      <dgm:t>
        <a:bodyPr/>
        <a:lstStyle/>
        <a:p>
          <a:r>
            <a:rPr lang="en-US" dirty="0"/>
            <a:t>Controlling AI-generated responses
effectively</a:t>
          </a:r>
        </a:p>
      </dgm:t>
    </dgm:pt>
    <dgm:pt modelId="{AC7AE85D-6A6A-408A-B2F3-4942BD360A90}" type="parTrans" cxnId="{826CADED-1F68-416A-A911-55B722DD190C}">
      <dgm:prSet/>
      <dgm:spPr/>
      <dgm:t>
        <a:bodyPr/>
        <a:lstStyle/>
        <a:p>
          <a:endParaRPr lang="en-US"/>
        </a:p>
      </dgm:t>
    </dgm:pt>
    <dgm:pt modelId="{A2BFC403-11C0-4E5A-BC17-33723438061B}" type="sibTrans" cxnId="{826CADED-1F68-416A-A911-55B722DD190C}">
      <dgm:prSet/>
      <dgm:spPr/>
      <dgm:t>
        <a:bodyPr/>
        <a:lstStyle/>
        <a:p>
          <a:endParaRPr lang="en-US"/>
        </a:p>
      </dgm:t>
    </dgm:pt>
    <dgm:pt modelId="{EA451ABA-8E84-405E-A637-03FB1D606630}" type="pres">
      <dgm:prSet presAssocID="{05A0ADAC-CD3A-43CE-8760-E1C5E7DC4AD5}" presName="Name0" presStyleCnt="0">
        <dgm:presLayoutVars>
          <dgm:dir/>
          <dgm:animLvl val="lvl"/>
          <dgm:resizeHandles val="exact"/>
        </dgm:presLayoutVars>
      </dgm:prSet>
      <dgm:spPr/>
    </dgm:pt>
    <dgm:pt modelId="{B1533B85-B2A1-4D3E-96E6-807F9417D7FD}" type="pres">
      <dgm:prSet presAssocID="{D3FF666D-9E86-408F-967C-FE42AD780E4E}" presName="parTxOnly" presStyleLbl="node1" presStyleIdx="0" presStyleCnt="3">
        <dgm:presLayoutVars>
          <dgm:chMax val="0"/>
          <dgm:chPref val="0"/>
          <dgm:bulletEnabled val="1"/>
        </dgm:presLayoutVars>
      </dgm:prSet>
      <dgm:spPr/>
    </dgm:pt>
    <dgm:pt modelId="{56985438-8543-4D1A-939B-C270917FAA5A}" type="pres">
      <dgm:prSet presAssocID="{2174A7BB-07D3-49FB-B6B3-9A8617E8A5ED}" presName="parTxOnlySpace" presStyleCnt="0"/>
      <dgm:spPr/>
    </dgm:pt>
    <dgm:pt modelId="{E1905480-B8F8-4DEE-ADB4-5A1A8EFBC1A5}" type="pres">
      <dgm:prSet presAssocID="{AB2C9711-97BB-4F9E-9657-3DDD560F628A}" presName="parTxOnly" presStyleLbl="node1" presStyleIdx="1" presStyleCnt="3">
        <dgm:presLayoutVars>
          <dgm:chMax val="0"/>
          <dgm:chPref val="0"/>
          <dgm:bulletEnabled val="1"/>
        </dgm:presLayoutVars>
      </dgm:prSet>
      <dgm:spPr/>
    </dgm:pt>
    <dgm:pt modelId="{33CB5FA6-59DD-4BFD-9354-026FCBB03AD0}" type="pres">
      <dgm:prSet presAssocID="{882D478F-EB3B-4BDE-A6AA-CA49395CD3DD}" presName="parTxOnlySpace" presStyleCnt="0"/>
      <dgm:spPr/>
    </dgm:pt>
    <dgm:pt modelId="{181029E2-C48B-492E-B38D-D71E1B4F6A88}" type="pres">
      <dgm:prSet presAssocID="{D41D594F-7CA7-4A9D-ACAB-D7AFCC40E39A}" presName="parTxOnly" presStyleLbl="node1" presStyleIdx="2" presStyleCnt="3">
        <dgm:presLayoutVars>
          <dgm:chMax val="0"/>
          <dgm:chPref val="0"/>
          <dgm:bulletEnabled val="1"/>
        </dgm:presLayoutVars>
      </dgm:prSet>
      <dgm:spPr/>
    </dgm:pt>
  </dgm:ptLst>
  <dgm:cxnLst>
    <dgm:cxn modelId="{E622BC1E-84BE-4037-967A-2F2B18DACE98}" type="presOf" srcId="{D3FF666D-9E86-408F-967C-FE42AD780E4E}" destId="{B1533B85-B2A1-4D3E-96E6-807F9417D7FD}" srcOrd="0" destOrd="0" presId="urn:microsoft.com/office/officeart/2005/8/layout/chevron1"/>
    <dgm:cxn modelId="{2AA8495B-DA74-450A-B74F-4D936BF76F6A}" srcId="{05A0ADAC-CD3A-43CE-8760-E1C5E7DC4AD5}" destId="{AB2C9711-97BB-4F9E-9657-3DDD560F628A}" srcOrd="1" destOrd="0" parTransId="{3EB558E7-68C8-4BBA-B76F-A346A2F51B59}" sibTransId="{882D478F-EB3B-4BDE-A6AA-CA49395CD3DD}"/>
    <dgm:cxn modelId="{6335CAA3-47A4-4F1E-87F1-CE93674E4C3E}" srcId="{05A0ADAC-CD3A-43CE-8760-E1C5E7DC4AD5}" destId="{D3FF666D-9E86-408F-967C-FE42AD780E4E}" srcOrd="0" destOrd="0" parTransId="{19F6097F-9A85-4CF0-8D1B-58F554296460}" sibTransId="{2174A7BB-07D3-49FB-B6B3-9A8617E8A5ED}"/>
    <dgm:cxn modelId="{0321FBAF-C54F-40E0-A17F-CF6ADDE2EE54}" type="presOf" srcId="{AB2C9711-97BB-4F9E-9657-3DDD560F628A}" destId="{E1905480-B8F8-4DEE-ADB4-5A1A8EFBC1A5}" srcOrd="0" destOrd="0" presId="urn:microsoft.com/office/officeart/2005/8/layout/chevron1"/>
    <dgm:cxn modelId="{1AC279B0-2833-4D36-BEE3-352B49E66C99}" type="presOf" srcId="{05A0ADAC-CD3A-43CE-8760-E1C5E7DC4AD5}" destId="{EA451ABA-8E84-405E-A637-03FB1D606630}" srcOrd="0" destOrd="0" presId="urn:microsoft.com/office/officeart/2005/8/layout/chevron1"/>
    <dgm:cxn modelId="{826CADED-1F68-416A-A911-55B722DD190C}" srcId="{05A0ADAC-CD3A-43CE-8760-E1C5E7DC4AD5}" destId="{D41D594F-7CA7-4A9D-ACAB-D7AFCC40E39A}" srcOrd="2" destOrd="0" parTransId="{AC7AE85D-6A6A-408A-B2F3-4942BD360A90}" sibTransId="{A2BFC403-11C0-4E5A-BC17-33723438061B}"/>
    <dgm:cxn modelId="{DC0331F2-0562-4F78-AF83-676F50D85922}" type="presOf" srcId="{D41D594F-7CA7-4A9D-ACAB-D7AFCC40E39A}" destId="{181029E2-C48B-492E-B38D-D71E1B4F6A88}" srcOrd="0" destOrd="0" presId="urn:microsoft.com/office/officeart/2005/8/layout/chevron1"/>
    <dgm:cxn modelId="{348DBA6A-EAA9-4557-B384-B77C8D3BA2E8}" type="presParOf" srcId="{EA451ABA-8E84-405E-A637-03FB1D606630}" destId="{B1533B85-B2A1-4D3E-96E6-807F9417D7FD}" srcOrd="0" destOrd="0" presId="urn:microsoft.com/office/officeart/2005/8/layout/chevron1"/>
    <dgm:cxn modelId="{C20EDE76-8183-4FCC-B728-F760AE2B54CB}" type="presParOf" srcId="{EA451ABA-8E84-405E-A637-03FB1D606630}" destId="{56985438-8543-4D1A-939B-C270917FAA5A}" srcOrd="1" destOrd="0" presId="urn:microsoft.com/office/officeart/2005/8/layout/chevron1"/>
    <dgm:cxn modelId="{8D32D00C-ADDD-4588-BCE7-C2C80FF2FFA3}" type="presParOf" srcId="{EA451ABA-8E84-405E-A637-03FB1D606630}" destId="{E1905480-B8F8-4DEE-ADB4-5A1A8EFBC1A5}" srcOrd="2" destOrd="0" presId="urn:microsoft.com/office/officeart/2005/8/layout/chevron1"/>
    <dgm:cxn modelId="{CDAB86AE-CCD6-46AC-AED8-EF530D1E121E}" type="presParOf" srcId="{EA451ABA-8E84-405E-A637-03FB1D606630}" destId="{33CB5FA6-59DD-4BFD-9354-026FCBB03AD0}" srcOrd="3" destOrd="0" presId="urn:microsoft.com/office/officeart/2005/8/layout/chevron1"/>
    <dgm:cxn modelId="{62B7A60D-1991-4485-8B1B-54B9BC65297A}" type="presParOf" srcId="{EA451ABA-8E84-405E-A637-03FB1D606630}" destId="{181029E2-C48B-492E-B38D-D71E1B4F6A88}" srcOrd="4" destOrd="0" presId="urn:microsoft.com/office/officeart/2005/8/layout/chevron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9873349F-5559-4850-9680-73CF25611AD7}" type="doc">
      <dgm:prSet loTypeId="urn:microsoft.com/office/officeart/2005/8/layout/rings+Icon" loCatId="officeonline" qsTypeId="urn:microsoft.com/office/officeart/2005/8/quickstyle/simple3" qsCatId="simple" csTypeId="urn:microsoft.com/office/officeart/2005/8/colors/accent1_2" csCatId="accent1" phldr="1"/>
      <dgm:spPr/>
      <dgm:t>
        <a:bodyPr/>
        <a:lstStyle/>
        <a:p>
          <a:endParaRPr lang="en-US"/>
        </a:p>
      </dgm:t>
    </dgm:pt>
    <dgm:pt modelId="{87A4F72C-523A-4F1D-B52A-E1393328594E}">
      <dgm:prSet phldrT="[Text]" phldr="0"/>
      <dgm:spPr/>
      <dgm:t>
        <a:bodyPr/>
        <a:lstStyle/>
        <a:p>
          <a:r>
            <a:rPr lang="en-US" dirty="0"/>
            <a:t>Integration with real appointment booking system</a:t>
          </a:r>
        </a:p>
      </dgm:t>
    </dgm:pt>
    <dgm:pt modelId="{C7FFA56B-9561-467D-9FBA-4ECA4F115410}" type="parTrans" cxnId="{AEDEC6FD-884A-4037-84CA-00464F29178A}">
      <dgm:prSet/>
      <dgm:spPr/>
      <dgm:t>
        <a:bodyPr/>
        <a:lstStyle/>
        <a:p>
          <a:endParaRPr lang="en-US"/>
        </a:p>
      </dgm:t>
    </dgm:pt>
    <dgm:pt modelId="{2C175E3B-7E9D-44AA-9FAB-894590DB7C0F}" type="sibTrans" cxnId="{AEDEC6FD-884A-4037-84CA-00464F29178A}">
      <dgm:prSet/>
      <dgm:spPr/>
      <dgm:t>
        <a:bodyPr/>
        <a:lstStyle/>
        <a:p>
          <a:endParaRPr lang="en-US"/>
        </a:p>
      </dgm:t>
    </dgm:pt>
    <dgm:pt modelId="{7A0AF919-A80A-410B-A704-22ED8F6716CF}">
      <dgm:prSet phldrT="[Text]" phldr="0"/>
      <dgm:spPr/>
      <dgm:t>
        <a:bodyPr/>
        <a:lstStyle/>
        <a:p>
          <a:r>
            <a:rPr lang="en-US" dirty="0"/>
            <a:t>Enhanced personalization based on user data</a:t>
          </a:r>
        </a:p>
      </dgm:t>
    </dgm:pt>
    <dgm:pt modelId="{07F9BDC5-C7A2-422D-B3FB-E1BAE1DD59C3}" type="parTrans" cxnId="{E7666AFC-38CE-46CB-93FC-33E7BF442639}">
      <dgm:prSet/>
      <dgm:spPr/>
      <dgm:t>
        <a:bodyPr/>
        <a:lstStyle/>
        <a:p>
          <a:endParaRPr lang="en-US"/>
        </a:p>
      </dgm:t>
    </dgm:pt>
    <dgm:pt modelId="{44BF461E-8CB1-49A3-9F5F-A495303BA260}" type="sibTrans" cxnId="{E7666AFC-38CE-46CB-93FC-33E7BF442639}">
      <dgm:prSet/>
      <dgm:spPr/>
      <dgm:t>
        <a:bodyPr/>
        <a:lstStyle/>
        <a:p>
          <a:endParaRPr lang="en-US"/>
        </a:p>
      </dgm:t>
    </dgm:pt>
    <dgm:pt modelId="{FF2C235C-85A6-4032-96C8-8329348FFBEE}">
      <dgm:prSet phldrT="[Text]" phldr="0"/>
      <dgm:spPr/>
      <dgm:t>
        <a:bodyPr/>
        <a:lstStyle/>
        <a:p>
          <a:r>
            <a:rPr lang="en-US" dirty="0"/>
            <a:t>Multilingual support for broader accessibility</a:t>
          </a:r>
        </a:p>
      </dgm:t>
    </dgm:pt>
    <dgm:pt modelId="{45278742-037F-4DEF-961D-21B0DA70D86B}" type="parTrans" cxnId="{8EDC437B-FE25-476C-A12D-58DD4C19D445}">
      <dgm:prSet/>
      <dgm:spPr/>
      <dgm:t>
        <a:bodyPr/>
        <a:lstStyle/>
        <a:p>
          <a:endParaRPr lang="en-US"/>
        </a:p>
      </dgm:t>
    </dgm:pt>
    <dgm:pt modelId="{B1528F7B-B484-45FB-81E2-5DCE698A95CB}" type="sibTrans" cxnId="{8EDC437B-FE25-476C-A12D-58DD4C19D445}">
      <dgm:prSet/>
      <dgm:spPr/>
      <dgm:t>
        <a:bodyPr/>
        <a:lstStyle/>
        <a:p>
          <a:endParaRPr lang="en-US"/>
        </a:p>
      </dgm:t>
    </dgm:pt>
    <dgm:pt modelId="{33816608-40C8-4AC1-A2D8-A3518886DF08}" type="pres">
      <dgm:prSet presAssocID="{9873349F-5559-4850-9680-73CF25611AD7}" presName="Name0" presStyleCnt="0">
        <dgm:presLayoutVars>
          <dgm:chMax val="7"/>
          <dgm:dir/>
          <dgm:resizeHandles val="exact"/>
        </dgm:presLayoutVars>
      </dgm:prSet>
      <dgm:spPr/>
    </dgm:pt>
    <dgm:pt modelId="{FBCD7955-358B-409A-87B3-1D7F4415A62A}" type="pres">
      <dgm:prSet presAssocID="{9873349F-5559-4850-9680-73CF25611AD7}" presName="ellipse1" presStyleLbl="vennNode1" presStyleIdx="0" presStyleCnt="3">
        <dgm:presLayoutVars>
          <dgm:bulletEnabled val="1"/>
        </dgm:presLayoutVars>
      </dgm:prSet>
      <dgm:spPr/>
    </dgm:pt>
    <dgm:pt modelId="{C5932DE9-AB8E-458E-B69C-E501B4C388BF}" type="pres">
      <dgm:prSet presAssocID="{9873349F-5559-4850-9680-73CF25611AD7}" presName="ellipse2" presStyleLbl="vennNode1" presStyleIdx="1" presStyleCnt="3" custLinFactNeighborX="14105" custLinFactNeighborY="1270">
        <dgm:presLayoutVars>
          <dgm:bulletEnabled val="1"/>
        </dgm:presLayoutVars>
      </dgm:prSet>
      <dgm:spPr/>
    </dgm:pt>
    <dgm:pt modelId="{B7E2CBA7-D281-434C-828F-8B12058271B1}" type="pres">
      <dgm:prSet presAssocID="{9873349F-5559-4850-9680-73CF25611AD7}" presName="ellipse3" presStyleLbl="vennNode1" presStyleIdx="2" presStyleCnt="3">
        <dgm:presLayoutVars>
          <dgm:bulletEnabled val="1"/>
        </dgm:presLayoutVars>
      </dgm:prSet>
      <dgm:spPr/>
    </dgm:pt>
  </dgm:ptLst>
  <dgm:cxnLst>
    <dgm:cxn modelId="{AAE8CB13-99C4-4798-A95F-1361FFA97778}" type="presOf" srcId="{FF2C235C-85A6-4032-96C8-8329348FFBEE}" destId="{B7E2CBA7-D281-434C-828F-8B12058271B1}" srcOrd="0" destOrd="0" presId="urn:microsoft.com/office/officeart/2005/8/layout/rings+Icon"/>
    <dgm:cxn modelId="{5A2A1953-95BD-4F91-89E1-018A9E01CB1C}" type="presOf" srcId="{87A4F72C-523A-4F1D-B52A-E1393328594E}" destId="{FBCD7955-358B-409A-87B3-1D7F4415A62A}" srcOrd="0" destOrd="0" presId="urn:microsoft.com/office/officeart/2005/8/layout/rings+Icon"/>
    <dgm:cxn modelId="{8EDC437B-FE25-476C-A12D-58DD4C19D445}" srcId="{9873349F-5559-4850-9680-73CF25611AD7}" destId="{FF2C235C-85A6-4032-96C8-8329348FFBEE}" srcOrd="2" destOrd="0" parTransId="{45278742-037F-4DEF-961D-21B0DA70D86B}" sibTransId="{B1528F7B-B484-45FB-81E2-5DCE698A95CB}"/>
    <dgm:cxn modelId="{E4F50F9E-8221-4CD3-8C73-522780A007FF}" type="presOf" srcId="{7A0AF919-A80A-410B-A704-22ED8F6716CF}" destId="{C5932DE9-AB8E-458E-B69C-E501B4C388BF}" srcOrd="0" destOrd="0" presId="urn:microsoft.com/office/officeart/2005/8/layout/rings+Icon"/>
    <dgm:cxn modelId="{AC863AD5-365E-4214-B977-BE1CFBE7EBB9}" type="presOf" srcId="{9873349F-5559-4850-9680-73CF25611AD7}" destId="{33816608-40C8-4AC1-A2D8-A3518886DF08}" srcOrd="0" destOrd="0" presId="urn:microsoft.com/office/officeart/2005/8/layout/rings+Icon"/>
    <dgm:cxn modelId="{E7666AFC-38CE-46CB-93FC-33E7BF442639}" srcId="{9873349F-5559-4850-9680-73CF25611AD7}" destId="{7A0AF919-A80A-410B-A704-22ED8F6716CF}" srcOrd="1" destOrd="0" parTransId="{07F9BDC5-C7A2-422D-B3FB-E1BAE1DD59C3}" sibTransId="{44BF461E-8CB1-49A3-9F5F-A495303BA260}"/>
    <dgm:cxn modelId="{AEDEC6FD-884A-4037-84CA-00464F29178A}" srcId="{9873349F-5559-4850-9680-73CF25611AD7}" destId="{87A4F72C-523A-4F1D-B52A-E1393328594E}" srcOrd="0" destOrd="0" parTransId="{C7FFA56B-9561-467D-9FBA-4ECA4F115410}" sibTransId="{2C175E3B-7E9D-44AA-9FAB-894590DB7C0F}"/>
    <dgm:cxn modelId="{CFA49415-BEC5-43D0-B0DA-F9D7F666A11F}" type="presParOf" srcId="{33816608-40C8-4AC1-A2D8-A3518886DF08}" destId="{FBCD7955-358B-409A-87B3-1D7F4415A62A}" srcOrd="0" destOrd="0" presId="urn:microsoft.com/office/officeart/2005/8/layout/rings+Icon"/>
    <dgm:cxn modelId="{D1DE2D82-F0D8-4554-B411-4F98DA426225}" type="presParOf" srcId="{33816608-40C8-4AC1-A2D8-A3518886DF08}" destId="{C5932DE9-AB8E-458E-B69C-E501B4C388BF}" srcOrd="1" destOrd="0" presId="urn:microsoft.com/office/officeart/2005/8/layout/rings+Icon"/>
    <dgm:cxn modelId="{D8866273-FE5F-4C29-92D1-63952B8B66E4}" type="presParOf" srcId="{33816608-40C8-4AC1-A2D8-A3518886DF08}" destId="{B7E2CBA7-D281-434C-828F-8B12058271B1}" srcOrd="2" destOrd="0" presId="urn:microsoft.com/office/officeart/2005/8/layout/rings+Icon"/>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01F474F-763F-4A05-8B06-2C910626D244}">
      <dsp:nvSpPr>
        <dsp:cNvPr id="0" name=""/>
        <dsp:cNvSpPr/>
      </dsp:nvSpPr>
      <dsp:spPr>
        <a:xfrm>
          <a:off x="0" y="0"/>
          <a:ext cx="4384118" cy="1105376"/>
        </a:xfrm>
        <a:prstGeom prst="roundRect">
          <a:avLst>
            <a:gd name="adj" fmla="val 10000"/>
          </a:avLst>
        </a:prstGeom>
        <a:gradFill rotWithShape="0">
          <a:gsLst>
            <a:gs pos="0">
              <a:schemeClr val="accent1">
                <a:hueOff val="0"/>
                <a:satOff val="0"/>
                <a:lumOff val="0"/>
                <a:alphaOff val="0"/>
                <a:lumMod val="110000"/>
                <a:satMod val="105000"/>
                <a:tint val="67000"/>
              </a:schemeClr>
            </a:gs>
            <a:gs pos="50000">
              <a:schemeClr val="accent1">
                <a:hueOff val="0"/>
                <a:satOff val="0"/>
                <a:lumOff val="0"/>
                <a:alphaOff val="0"/>
                <a:lumMod val="105000"/>
                <a:satMod val="103000"/>
                <a:tint val="73000"/>
              </a:schemeClr>
            </a:gs>
            <a:gs pos="100000">
              <a:schemeClr val="accent1">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49530" tIns="49530" rIns="49530" bIns="49530" numCol="1" spcCol="1270" anchor="ctr" anchorCtr="0">
          <a:noAutofit/>
        </a:bodyPr>
        <a:lstStyle/>
        <a:p>
          <a:pPr marL="0" lvl="0" indent="0" algn="l" defTabSz="577850">
            <a:lnSpc>
              <a:spcPct val="100000"/>
            </a:lnSpc>
            <a:spcBef>
              <a:spcPct val="0"/>
            </a:spcBef>
            <a:spcAft>
              <a:spcPct val="35000"/>
            </a:spcAft>
            <a:buNone/>
          </a:pPr>
          <a:r>
            <a:rPr lang="en-US" sz="1300" kern="1200" dirty="0"/>
            <a:t>To address these challenges, an intelligent healthcare chatbot was developed to provide instant, reliable, and structured responses to common healthcare queries. </a:t>
          </a:r>
        </a:p>
      </dsp:txBody>
      <dsp:txXfrm>
        <a:off x="32375" y="32375"/>
        <a:ext cx="3191332" cy="1040626"/>
      </dsp:txXfrm>
    </dsp:sp>
    <dsp:sp modelId="{0A083082-04D8-46E2-9F71-069E49C3DF59}">
      <dsp:nvSpPr>
        <dsp:cNvPr id="0" name=""/>
        <dsp:cNvSpPr/>
      </dsp:nvSpPr>
      <dsp:spPr>
        <a:xfrm>
          <a:off x="386834" y="1289605"/>
          <a:ext cx="4384118" cy="1105376"/>
        </a:xfrm>
        <a:prstGeom prst="roundRect">
          <a:avLst>
            <a:gd name="adj" fmla="val 10000"/>
          </a:avLst>
        </a:prstGeom>
        <a:gradFill rotWithShape="0">
          <a:gsLst>
            <a:gs pos="0">
              <a:schemeClr val="accent1">
                <a:hueOff val="0"/>
                <a:satOff val="0"/>
                <a:lumOff val="0"/>
                <a:alphaOff val="0"/>
                <a:lumMod val="110000"/>
                <a:satMod val="105000"/>
                <a:tint val="67000"/>
              </a:schemeClr>
            </a:gs>
            <a:gs pos="50000">
              <a:schemeClr val="accent1">
                <a:hueOff val="0"/>
                <a:satOff val="0"/>
                <a:lumOff val="0"/>
                <a:alphaOff val="0"/>
                <a:lumMod val="105000"/>
                <a:satMod val="103000"/>
                <a:tint val="73000"/>
              </a:schemeClr>
            </a:gs>
            <a:gs pos="100000">
              <a:schemeClr val="accent1">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53340" tIns="53340" rIns="53340" bIns="53340" numCol="1" spcCol="1270" anchor="ctr" anchorCtr="0">
          <a:noAutofit/>
        </a:bodyPr>
        <a:lstStyle/>
        <a:p>
          <a:pPr marL="0" lvl="0" indent="0" algn="l" defTabSz="577850">
            <a:lnSpc>
              <a:spcPct val="100000"/>
            </a:lnSpc>
            <a:spcBef>
              <a:spcPct val="0"/>
            </a:spcBef>
            <a:spcAft>
              <a:spcPct val="35000"/>
            </a:spcAft>
            <a:buNone/>
          </a:pPr>
          <a:r>
            <a:rPr lang="en-US" sz="1300" kern="1200" dirty="0"/>
            <a:t>The solution combines: </a:t>
          </a:r>
        </a:p>
        <a:p>
          <a:pPr marL="114300" lvl="1" indent="-114300" algn="l" defTabSz="622300">
            <a:lnSpc>
              <a:spcPct val="100000"/>
            </a:lnSpc>
            <a:spcBef>
              <a:spcPct val="0"/>
            </a:spcBef>
            <a:spcAft>
              <a:spcPct val="15000"/>
            </a:spcAft>
            <a:buChar char="•"/>
          </a:pPr>
          <a:r>
            <a:rPr lang="en-US" sz="1400" kern="1200" dirty="0"/>
            <a:t>Button-based navigation for guided interactions </a:t>
          </a:r>
        </a:p>
        <a:p>
          <a:pPr marL="114300" lvl="1" indent="-114300" algn="l" defTabSz="622300">
            <a:lnSpc>
              <a:spcPct val="100000"/>
            </a:lnSpc>
            <a:spcBef>
              <a:spcPct val="0"/>
            </a:spcBef>
            <a:spcAft>
              <a:spcPct val="15000"/>
            </a:spcAft>
            <a:buChar char="•"/>
          </a:pPr>
          <a:r>
            <a:rPr lang="en-US" sz="1400" kern="1200" dirty="0"/>
            <a:t>AI-generated responses for open-ended questions</a:t>
          </a:r>
          <a:r>
            <a:rPr lang="en-US" sz="1000" kern="1200" dirty="0"/>
            <a:t>. </a:t>
          </a:r>
        </a:p>
      </dsp:txBody>
      <dsp:txXfrm>
        <a:off x="419209" y="1321980"/>
        <a:ext cx="3214040" cy="1040626"/>
      </dsp:txXfrm>
    </dsp:sp>
    <dsp:sp modelId="{762060B7-10B5-4767-BBA6-62AF2E187296}">
      <dsp:nvSpPr>
        <dsp:cNvPr id="0" name=""/>
        <dsp:cNvSpPr/>
      </dsp:nvSpPr>
      <dsp:spPr>
        <a:xfrm>
          <a:off x="773668" y="2579211"/>
          <a:ext cx="4384118" cy="1105376"/>
        </a:xfrm>
        <a:prstGeom prst="roundRect">
          <a:avLst>
            <a:gd name="adj" fmla="val 10000"/>
          </a:avLst>
        </a:prstGeom>
        <a:gradFill rotWithShape="0">
          <a:gsLst>
            <a:gs pos="0">
              <a:schemeClr val="accent1">
                <a:hueOff val="0"/>
                <a:satOff val="0"/>
                <a:lumOff val="0"/>
                <a:alphaOff val="0"/>
                <a:lumMod val="110000"/>
                <a:satMod val="105000"/>
                <a:tint val="67000"/>
              </a:schemeClr>
            </a:gs>
            <a:gs pos="50000">
              <a:schemeClr val="accent1">
                <a:hueOff val="0"/>
                <a:satOff val="0"/>
                <a:lumOff val="0"/>
                <a:alphaOff val="0"/>
                <a:lumMod val="105000"/>
                <a:satMod val="103000"/>
                <a:tint val="73000"/>
              </a:schemeClr>
            </a:gs>
            <a:gs pos="100000">
              <a:schemeClr val="accent1">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49530" tIns="49530" rIns="49530" bIns="49530" numCol="1" spcCol="1270" anchor="ctr" anchorCtr="0">
          <a:noAutofit/>
        </a:bodyPr>
        <a:lstStyle/>
        <a:p>
          <a:pPr marL="0" lvl="0" indent="0" algn="l" defTabSz="577850">
            <a:lnSpc>
              <a:spcPct val="100000"/>
            </a:lnSpc>
            <a:spcBef>
              <a:spcPct val="0"/>
            </a:spcBef>
            <a:spcAft>
              <a:spcPct val="35000"/>
            </a:spcAft>
            <a:buNone/>
          </a:pPr>
          <a:r>
            <a:rPr lang="en-US" sz="1300" kern="1200"/>
            <a:t>This virtual approach ensures both control and flexibility, improving user experience and accessibility.</a:t>
          </a:r>
        </a:p>
      </dsp:txBody>
      <dsp:txXfrm>
        <a:off x="806043" y="2611586"/>
        <a:ext cx="3214040" cy="1040626"/>
      </dsp:txXfrm>
    </dsp:sp>
    <dsp:sp modelId="{921EC07A-3C7E-4A5C-B691-07A87B3386CD}">
      <dsp:nvSpPr>
        <dsp:cNvPr id="0" name=""/>
        <dsp:cNvSpPr/>
      </dsp:nvSpPr>
      <dsp:spPr>
        <a:xfrm>
          <a:off x="3665624" y="838243"/>
          <a:ext cx="718494" cy="718494"/>
        </a:xfrm>
        <a:prstGeom prst="downArrow">
          <a:avLst>
            <a:gd name="adj1" fmla="val 55000"/>
            <a:gd name="adj2" fmla="val 45000"/>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40640" tIns="40640" rIns="40640" bIns="40640" numCol="1" spcCol="1270" anchor="ctr" anchorCtr="0">
          <a:noAutofit/>
        </a:bodyPr>
        <a:lstStyle/>
        <a:p>
          <a:pPr marL="0" lvl="0" indent="0" algn="ctr" defTabSz="1422400">
            <a:lnSpc>
              <a:spcPct val="90000"/>
            </a:lnSpc>
            <a:spcBef>
              <a:spcPct val="0"/>
            </a:spcBef>
            <a:spcAft>
              <a:spcPct val="35000"/>
            </a:spcAft>
            <a:buNone/>
          </a:pPr>
          <a:endParaRPr lang="en-US" sz="3200" kern="1200"/>
        </a:p>
      </dsp:txBody>
      <dsp:txXfrm>
        <a:off x="3827285" y="838243"/>
        <a:ext cx="395172" cy="540667"/>
      </dsp:txXfrm>
    </dsp:sp>
    <dsp:sp modelId="{E96A953A-0AE7-46A6-BF30-1ECB6E7AF392}">
      <dsp:nvSpPr>
        <dsp:cNvPr id="0" name=""/>
        <dsp:cNvSpPr/>
      </dsp:nvSpPr>
      <dsp:spPr>
        <a:xfrm>
          <a:off x="4052458" y="2120480"/>
          <a:ext cx="718494" cy="718494"/>
        </a:xfrm>
        <a:prstGeom prst="downArrow">
          <a:avLst>
            <a:gd name="adj1" fmla="val 55000"/>
            <a:gd name="adj2" fmla="val 45000"/>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40640" tIns="40640" rIns="40640" bIns="40640" numCol="1" spcCol="1270" anchor="ctr" anchorCtr="0">
          <a:noAutofit/>
        </a:bodyPr>
        <a:lstStyle/>
        <a:p>
          <a:pPr marL="0" lvl="0" indent="0" algn="ctr" defTabSz="1422400">
            <a:lnSpc>
              <a:spcPct val="90000"/>
            </a:lnSpc>
            <a:spcBef>
              <a:spcPct val="0"/>
            </a:spcBef>
            <a:spcAft>
              <a:spcPct val="35000"/>
            </a:spcAft>
            <a:buNone/>
          </a:pPr>
          <a:endParaRPr lang="en-US" sz="3200" kern="1200"/>
        </a:p>
      </dsp:txBody>
      <dsp:txXfrm>
        <a:off x="4214119" y="2120480"/>
        <a:ext cx="395172" cy="540667"/>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E445E60-59BC-4E38-8B4F-28EF2DBD68EC}">
      <dsp:nvSpPr>
        <dsp:cNvPr id="0" name=""/>
        <dsp:cNvSpPr/>
      </dsp:nvSpPr>
      <dsp:spPr>
        <a:xfrm>
          <a:off x="0" y="519981"/>
          <a:ext cx="5160961" cy="85680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sp>
    <dsp:sp modelId="{A04A5523-1684-48D1-8C15-8AFA6B4812AF}">
      <dsp:nvSpPr>
        <dsp:cNvPr id="0" name=""/>
        <dsp:cNvSpPr/>
      </dsp:nvSpPr>
      <dsp:spPr>
        <a:xfrm>
          <a:off x="258048" y="18141"/>
          <a:ext cx="3612672" cy="1003680"/>
        </a:xfrm>
        <a:prstGeom prst="roundRect">
          <a:avLst/>
        </a:prstGeom>
        <a:gradFill rotWithShape="0">
          <a:gsLst>
            <a:gs pos="0">
              <a:schemeClr val="accent1">
                <a:hueOff val="0"/>
                <a:satOff val="0"/>
                <a:lumOff val="0"/>
                <a:alphaOff val="0"/>
                <a:lumMod val="110000"/>
                <a:satMod val="105000"/>
                <a:tint val="67000"/>
              </a:schemeClr>
            </a:gs>
            <a:gs pos="50000">
              <a:schemeClr val="accent1">
                <a:hueOff val="0"/>
                <a:satOff val="0"/>
                <a:lumOff val="0"/>
                <a:alphaOff val="0"/>
                <a:lumMod val="105000"/>
                <a:satMod val="103000"/>
                <a:tint val="73000"/>
              </a:schemeClr>
            </a:gs>
            <a:gs pos="100000">
              <a:schemeClr val="accent1">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36550" tIns="0" rIns="136550" bIns="0" numCol="1" spcCol="1270" anchor="ctr" anchorCtr="0">
          <a:noAutofit/>
        </a:bodyPr>
        <a:lstStyle/>
        <a:p>
          <a:pPr marL="0" lvl="0" indent="0" algn="l" defTabSz="711200">
            <a:lnSpc>
              <a:spcPct val="90000"/>
            </a:lnSpc>
            <a:spcBef>
              <a:spcPct val="0"/>
            </a:spcBef>
            <a:spcAft>
              <a:spcPct val="35000"/>
            </a:spcAft>
            <a:buNone/>
          </a:pPr>
          <a:r>
            <a:rPr lang="en-US" sz="1600" kern="1200" dirty="0"/>
            <a:t>Provide quick and easy access to healthcare information</a:t>
          </a:r>
        </a:p>
      </dsp:txBody>
      <dsp:txXfrm>
        <a:off x="307044" y="67137"/>
        <a:ext cx="3514680" cy="905688"/>
      </dsp:txXfrm>
    </dsp:sp>
    <dsp:sp modelId="{E1B67807-7296-4660-99F8-B673CD71FC2C}">
      <dsp:nvSpPr>
        <dsp:cNvPr id="0" name=""/>
        <dsp:cNvSpPr/>
      </dsp:nvSpPr>
      <dsp:spPr>
        <a:xfrm>
          <a:off x="0" y="2062221"/>
          <a:ext cx="5160961" cy="85680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sp>
    <dsp:sp modelId="{C15AB21E-E32B-4C0B-80CE-53B615775691}">
      <dsp:nvSpPr>
        <dsp:cNvPr id="0" name=""/>
        <dsp:cNvSpPr/>
      </dsp:nvSpPr>
      <dsp:spPr>
        <a:xfrm>
          <a:off x="258048" y="1560381"/>
          <a:ext cx="3612672" cy="1003680"/>
        </a:xfrm>
        <a:prstGeom prst="roundRect">
          <a:avLst/>
        </a:prstGeom>
        <a:gradFill rotWithShape="0">
          <a:gsLst>
            <a:gs pos="0">
              <a:schemeClr val="accent1">
                <a:hueOff val="0"/>
                <a:satOff val="0"/>
                <a:lumOff val="0"/>
                <a:alphaOff val="0"/>
                <a:lumMod val="110000"/>
                <a:satMod val="105000"/>
                <a:tint val="67000"/>
              </a:schemeClr>
            </a:gs>
            <a:gs pos="50000">
              <a:schemeClr val="accent1">
                <a:hueOff val="0"/>
                <a:satOff val="0"/>
                <a:lumOff val="0"/>
                <a:alphaOff val="0"/>
                <a:lumMod val="105000"/>
                <a:satMod val="103000"/>
                <a:tint val="73000"/>
              </a:schemeClr>
            </a:gs>
            <a:gs pos="100000">
              <a:schemeClr val="accent1">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36550" tIns="0" rIns="136550" bIns="0" numCol="1" spcCol="1270" anchor="ctr" anchorCtr="0">
          <a:noAutofit/>
        </a:bodyPr>
        <a:lstStyle/>
        <a:p>
          <a:pPr marL="0" lvl="0" indent="0" algn="l" defTabSz="711200">
            <a:lnSpc>
              <a:spcPct val="90000"/>
            </a:lnSpc>
            <a:spcBef>
              <a:spcPct val="0"/>
            </a:spcBef>
            <a:spcAft>
              <a:spcPct val="35000"/>
            </a:spcAft>
            <a:buNone/>
          </a:pPr>
          <a:r>
            <a:rPr lang="en-US" sz="1600" kern="1200" dirty="0"/>
            <a:t>Ensure safe AI interactions without offering medical diagnoses or prescriptions </a:t>
          </a:r>
        </a:p>
      </dsp:txBody>
      <dsp:txXfrm>
        <a:off x="307044" y="1609377"/>
        <a:ext cx="3514680" cy="905688"/>
      </dsp:txXfrm>
    </dsp:sp>
    <dsp:sp modelId="{2DA8D490-00ED-4940-BD29-E41FA00A9614}">
      <dsp:nvSpPr>
        <dsp:cNvPr id="0" name=""/>
        <dsp:cNvSpPr/>
      </dsp:nvSpPr>
      <dsp:spPr>
        <a:xfrm>
          <a:off x="0" y="3604461"/>
          <a:ext cx="5160961" cy="85680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sp>
    <dsp:sp modelId="{611C027C-1FA7-4AFF-B52B-5C587E9A74D4}">
      <dsp:nvSpPr>
        <dsp:cNvPr id="0" name=""/>
        <dsp:cNvSpPr/>
      </dsp:nvSpPr>
      <dsp:spPr>
        <a:xfrm>
          <a:off x="258048" y="3102621"/>
          <a:ext cx="3612672" cy="1003680"/>
        </a:xfrm>
        <a:prstGeom prst="roundRect">
          <a:avLst/>
        </a:prstGeom>
        <a:gradFill rotWithShape="0">
          <a:gsLst>
            <a:gs pos="0">
              <a:schemeClr val="accent1">
                <a:hueOff val="0"/>
                <a:satOff val="0"/>
                <a:lumOff val="0"/>
                <a:alphaOff val="0"/>
                <a:lumMod val="110000"/>
                <a:satMod val="105000"/>
                <a:tint val="67000"/>
              </a:schemeClr>
            </a:gs>
            <a:gs pos="50000">
              <a:schemeClr val="accent1">
                <a:hueOff val="0"/>
                <a:satOff val="0"/>
                <a:lumOff val="0"/>
                <a:alphaOff val="0"/>
                <a:lumMod val="105000"/>
                <a:satMod val="103000"/>
                <a:tint val="73000"/>
              </a:schemeClr>
            </a:gs>
            <a:gs pos="100000">
              <a:schemeClr val="accent1">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36550" tIns="0" rIns="136550" bIns="0" numCol="1" spcCol="1270" anchor="ctr" anchorCtr="0">
          <a:noAutofit/>
        </a:bodyPr>
        <a:lstStyle/>
        <a:p>
          <a:pPr marL="0" lvl="0" indent="0" algn="l" defTabSz="711200">
            <a:lnSpc>
              <a:spcPct val="90000"/>
            </a:lnSpc>
            <a:spcBef>
              <a:spcPct val="0"/>
            </a:spcBef>
            <a:spcAft>
              <a:spcPct val="35000"/>
            </a:spcAft>
            <a:buNone/>
          </a:pPr>
          <a:r>
            <a:rPr lang="en-US" sz="1600" kern="1200" dirty="0"/>
            <a:t>Create a user-friendly and intuitive chatbot interface</a:t>
          </a:r>
        </a:p>
      </dsp:txBody>
      <dsp:txXfrm>
        <a:off x="307044" y="3151617"/>
        <a:ext cx="3514680" cy="905688"/>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1533B85-B2A1-4D3E-96E6-807F9417D7FD}">
      <dsp:nvSpPr>
        <dsp:cNvPr id="0" name=""/>
        <dsp:cNvSpPr/>
      </dsp:nvSpPr>
      <dsp:spPr>
        <a:xfrm>
          <a:off x="1617" y="1257220"/>
          <a:ext cx="1970179" cy="788071"/>
        </a:xfrm>
        <a:prstGeom prst="chevron">
          <a:avLst/>
        </a:prstGeom>
        <a:gradFill rotWithShape="0">
          <a:gsLst>
            <a:gs pos="0">
              <a:schemeClr val="accent1">
                <a:hueOff val="0"/>
                <a:satOff val="0"/>
                <a:lumOff val="0"/>
                <a:alphaOff val="0"/>
                <a:lumMod val="110000"/>
                <a:satMod val="105000"/>
                <a:tint val="67000"/>
              </a:schemeClr>
            </a:gs>
            <a:gs pos="50000">
              <a:schemeClr val="accent1">
                <a:hueOff val="0"/>
                <a:satOff val="0"/>
                <a:lumOff val="0"/>
                <a:alphaOff val="0"/>
                <a:lumMod val="105000"/>
                <a:satMod val="103000"/>
                <a:tint val="73000"/>
              </a:schemeClr>
            </a:gs>
            <a:gs pos="100000">
              <a:schemeClr val="accent1">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40005" tIns="13335" rIns="13335" bIns="13335" numCol="1" spcCol="1270" anchor="ctr" anchorCtr="0">
          <a:noAutofit/>
        </a:bodyPr>
        <a:lstStyle/>
        <a:p>
          <a:pPr marL="0" lvl="0" indent="0" algn="ctr" defTabSz="444500">
            <a:lnSpc>
              <a:spcPct val="90000"/>
            </a:lnSpc>
            <a:spcBef>
              <a:spcPct val="0"/>
            </a:spcBef>
            <a:spcAft>
              <a:spcPct val="35000"/>
            </a:spcAft>
            <a:buNone/>
          </a:pPr>
          <a:r>
            <a:rPr lang="en-US" sz="1000" kern="1200" dirty="0"/>
            <a:t>Designing a clear and intuitive conversation flow </a:t>
          </a:r>
        </a:p>
      </dsp:txBody>
      <dsp:txXfrm>
        <a:off x="395653" y="1257220"/>
        <a:ext cx="1182108" cy="788071"/>
      </dsp:txXfrm>
    </dsp:sp>
    <dsp:sp modelId="{E1905480-B8F8-4DEE-ADB4-5A1A8EFBC1A5}">
      <dsp:nvSpPr>
        <dsp:cNvPr id="0" name=""/>
        <dsp:cNvSpPr/>
      </dsp:nvSpPr>
      <dsp:spPr>
        <a:xfrm>
          <a:off x="1774778" y="1257220"/>
          <a:ext cx="1970179" cy="788071"/>
        </a:xfrm>
        <a:prstGeom prst="chevron">
          <a:avLst/>
        </a:prstGeom>
        <a:gradFill rotWithShape="0">
          <a:gsLst>
            <a:gs pos="0">
              <a:schemeClr val="accent1">
                <a:hueOff val="0"/>
                <a:satOff val="0"/>
                <a:lumOff val="0"/>
                <a:alphaOff val="0"/>
                <a:lumMod val="110000"/>
                <a:satMod val="105000"/>
                <a:tint val="67000"/>
              </a:schemeClr>
            </a:gs>
            <a:gs pos="50000">
              <a:schemeClr val="accent1">
                <a:hueOff val="0"/>
                <a:satOff val="0"/>
                <a:lumOff val="0"/>
                <a:alphaOff val="0"/>
                <a:lumMod val="105000"/>
                <a:satMod val="103000"/>
                <a:tint val="73000"/>
              </a:schemeClr>
            </a:gs>
            <a:gs pos="100000">
              <a:schemeClr val="accent1">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40005" tIns="13335" rIns="13335" bIns="13335" numCol="1" spcCol="1270" anchor="ctr" anchorCtr="0">
          <a:noAutofit/>
        </a:bodyPr>
        <a:lstStyle/>
        <a:p>
          <a:pPr marL="0" lvl="0" indent="0" algn="ctr" defTabSz="444500">
            <a:lnSpc>
              <a:spcPct val="90000"/>
            </a:lnSpc>
            <a:spcBef>
              <a:spcPct val="0"/>
            </a:spcBef>
            <a:spcAft>
              <a:spcPct val="35000"/>
            </a:spcAft>
            <a:buNone/>
          </a:pPr>
          <a:r>
            <a:rPr lang="en-US" sz="1000" kern="1200" dirty="0"/>
            <a:t>Ensuring safety in handling
sensitive healthcare queries </a:t>
          </a:r>
        </a:p>
      </dsp:txBody>
      <dsp:txXfrm>
        <a:off x="2168814" y="1257220"/>
        <a:ext cx="1182108" cy="788071"/>
      </dsp:txXfrm>
    </dsp:sp>
    <dsp:sp modelId="{181029E2-C48B-492E-B38D-D71E1B4F6A88}">
      <dsp:nvSpPr>
        <dsp:cNvPr id="0" name=""/>
        <dsp:cNvSpPr/>
      </dsp:nvSpPr>
      <dsp:spPr>
        <a:xfrm>
          <a:off x="3547939" y="1257220"/>
          <a:ext cx="1970179" cy="788071"/>
        </a:xfrm>
        <a:prstGeom prst="chevron">
          <a:avLst/>
        </a:prstGeom>
        <a:gradFill rotWithShape="0">
          <a:gsLst>
            <a:gs pos="0">
              <a:schemeClr val="accent1">
                <a:hueOff val="0"/>
                <a:satOff val="0"/>
                <a:lumOff val="0"/>
                <a:alphaOff val="0"/>
                <a:lumMod val="110000"/>
                <a:satMod val="105000"/>
                <a:tint val="67000"/>
              </a:schemeClr>
            </a:gs>
            <a:gs pos="50000">
              <a:schemeClr val="accent1">
                <a:hueOff val="0"/>
                <a:satOff val="0"/>
                <a:lumOff val="0"/>
                <a:alphaOff val="0"/>
                <a:lumMod val="105000"/>
                <a:satMod val="103000"/>
                <a:tint val="73000"/>
              </a:schemeClr>
            </a:gs>
            <a:gs pos="100000">
              <a:schemeClr val="accent1">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40005" tIns="13335" rIns="13335" bIns="13335" numCol="1" spcCol="1270" anchor="ctr" anchorCtr="0">
          <a:noAutofit/>
        </a:bodyPr>
        <a:lstStyle/>
        <a:p>
          <a:pPr marL="0" lvl="0" indent="0" algn="ctr" defTabSz="444500">
            <a:lnSpc>
              <a:spcPct val="90000"/>
            </a:lnSpc>
            <a:spcBef>
              <a:spcPct val="0"/>
            </a:spcBef>
            <a:spcAft>
              <a:spcPct val="35000"/>
            </a:spcAft>
            <a:buNone/>
          </a:pPr>
          <a:r>
            <a:rPr lang="en-US" sz="1000" kern="1200" dirty="0"/>
            <a:t>Controlling AI-generated responses
effectively</a:t>
          </a:r>
        </a:p>
      </dsp:txBody>
      <dsp:txXfrm>
        <a:off x="3941975" y="1257220"/>
        <a:ext cx="1182108" cy="788071"/>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BCD7955-358B-409A-87B3-1D7F4415A62A}">
      <dsp:nvSpPr>
        <dsp:cNvPr id="0" name=""/>
        <dsp:cNvSpPr/>
      </dsp:nvSpPr>
      <dsp:spPr>
        <a:xfrm>
          <a:off x="404664" y="0"/>
          <a:ext cx="1948518" cy="1948490"/>
        </a:xfrm>
        <a:prstGeom prst="ellipse">
          <a:avLst/>
        </a:prstGeom>
        <a:gradFill rotWithShape="0">
          <a:gsLst>
            <a:gs pos="0">
              <a:schemeClr val="accent1">
                <a:alpha val="50000"/>
                <a:hueOff val="0"/>
                <a:satOff val="0"/>
                <a:lumOff val="0"/>
                <a:alphaOff val="0"/>
                <a:lumMod val="110000"/>
                <a:satMod val="105000"/>
                <a:tint val="67000"/>
              </a:schemeClr>
            </a:gs>
            <a:gs pos="50000">
              <a:schemeClr val="accent1">
                <a:alpha val="50000"/>
                <a:hueOff val="0"/>
                <a:satOff val="0"/>
                <a:lumOff val="0"/>
                <a:alphaOff val="0"/>
                <a:lumMod val="105000"/>
                <a:satMod val="103000"/>
                <a:tint val="73000"/>
              </a:schemeClr>
            </a:gs>
            <a:gs pos="100000">
              <a:schemeClr val="accent1">
                <a:alpha val="50000"/>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0">
          <a:scrgbClr r="0" g="0" b="0"/>
        </a:effectRef>
        <a:fontRef idx="minor">
          <a:schemeClr val="tx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kern="1200" dirty="0"/>
            <a:t>Integration with real appointment booking system</a:t>
          </a:r>
        </a:p>
      </dsp:txBody>
      <dsp:txXfrm>
        <a:off x="690018" y="285350"/>
        <a:ext cx="1377810" cy="1377790"/>
      </dsp:txXfrm>
    </dsp:sp>
    <dsp:sp modelId="{C5932DE9-AB8E-458E-B69C-E501B4C388BF}">
      <dsp:nvSpPr>
        <dsp:cNvPr id="0" name=""/>
        <dsp:cNvSpPr/>
      </dsp:nvSpPr>
      <dsp:spPr>
        <a:xfrm>
          <a:off x="1682422" y="1299534"/>
          <a:ext cx="1948518" cy="1948490"/>
        </a:xfrm>
        <a:prstGeom prst="ellipse">
          <a:avLst/>
        </a:prstGeom>
        <a:gradFill rotWithShape="0">
          <a:gsLst>
            <a:gs pos="0">
              <a:schemeClr val="accent1">
                <a:alpha val="50000"/>
                <a:hueOff val="0"/>
                <a:satOff val="0"/>
                <a:lumOff val="0"/>
                <a:alphaOff val="0"/>
                <a:lumMod val="110000"/>
                <a:satMod val="105000"/>
                <a:tint val="67000"/>
              </a:schemeClr>
            </a:gs>
            <a:gs pos="50000">
              <a:schemeClr val="accent1">
                <a:alpha val="50000"/>
                <a:hueOff val="0"/>
                <a:satOff val="0"/>
                <a:lumOff val="0"/>
                <a:alphaOff val="0"/>
                <a:lumMod val="105000"/>
                <a:satMod val="103000"/>
                <a:tint val="73000"/>
              </a:schemeClr>
            </a:gs>
            <a:gs pos="100000">
              <a:schemeClr val="accent1">
                <a:alpha val="50000"/>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0">
          <a:scrgbClr r="0" g="0" b="0"/>
        </a:effectRef>
        <a:fontRef idx="minor">
          <a:schemeClr val="tx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kern="1200" dirty="0"/>
            <a:t>Enhanced personalization based on user data</a:t>
          </a:r>
        </a:p>
      </dsp:txBody>
      <dsp:txXfrm>
        <a:off x="1967776" y="1584884"/>
        <a:ext cx="1377810" cy="1377790"/>
      </dsp:txXfrm>
    </dsp:sp>
    <dsp:sp modelId="{B7E2CBA7-D281-434C-828F-8B12058271B1}">
      <dsp:nvSpPr>
        <dsp:cNvPr id="0" name=""/>
        <dsp:cNvSpPr/>
      </dsp:nvSpPr>
      <dsp:spPr>
        <a:xfrm>
          <a:off x="2409317" y="0"/>
          <a:ext cx="1948518" cy="1948490"/>
        </a:xfrm>
        <a:prstGeom prst="ellipse">
          <a:avLst/>
        </a:prstGeom>
        <a:gradFill rotWithShape="0">
          <a:gsLst>
            <a:gs pos="0">
              <a:schemeClr val="accent1">
                <a:alpha val="50000"/>
                <a:hueOff val="0"/>
                <a:satOff val="0"/>
                <a:lumOff val="0"/>
                <a:alphaOff val="0"/>
                <a:lumMod val="110000"/>
                <a:satMod val="105000"/>
                <a:tint val="67000"/>
              </a:schemeClr>
            </a:gs>
            <a:gs pos="50000">
              <a:schemeClr val="accent1">
                <a:alpha val="50000"/>
                <a:hueOff val="0"/>
                <a:satOff val="0"/>
                <a:lumOff val="0"/>
                <a:alphaOff val="0"/>
                <a:lumMod val="105000"/>
                <a:satMod val="103000"/>
                <a:tint val="73000"/>
              </a:schemeClr>
            </a:gs>
            <a:gs pos="100000">
              <a:schemeClr val="accent1">
                <a:alpha val="50000"/>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0">
          <a:scrgbClr r="0" g="0" b="0"/>
        </a:effectRef>
        <a:fontRef idx="minor">
          <a:schemeClr val="tx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kern="1200" dirty="0"/>
            <a:t>Multilingual support for broader accessibility</a:t>
          </a:r>
        </a:p>
      </dsp:txBody>
      <dsp:txXfrm>
        <a:off x="2694671" y="285350"/>
        <a:ext cx="1377810" cy="1377790"/>
      </dsp:txXfrm>
    </dsp:sp>
  </dsp:spTree>
</dsp:drawing>
</file>

<file path=ppt/diagrams/layout1.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layout2.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4.xml><?xml version="1.0" encoding="utf-8"?>
<dgm:layoutDef xmlns:dgm="http://schemas.openxmlformats.org/drawingml/2006/diagram" xmlns:a="http://schemas.openxmlformats.org/drawingml/2006/main" uniqueId="urn:microsoft.com/office/officeart/2005/8/layout/rings+Icon">
  <dgm:title val="Interconnected Rings"/>
  <dgm:desc val="Use to show overlapping or interconnected ideas or concepts. The first seven lines of Level 1 text correspond with a circle. Unused text does not appear, but remains available if you switch layouts.  "/>
  <dgm:catLst>
    <dgm:cat type="relationship" pri="32000"/>
    <dgm:cat type="officeonline" pri="6000"/>
  </dgm:catLst>
  <dgm:sampData useDef="1">
    <dgm:dataModel>
      <dgm:ptLst/>
      <dgm:bg/>
      <dgm:whole/>
    </dgm:dataModel>
  </dgm:sampData>
  <dgm:styleData>
    <dgm:dataModel>
      <dgm:ptLst>
        <dgm:pt modelId="0" type="doc"/>
        <dgm:pt modelId="10"/>
        <dgm:pt modelId="20"/>
      </dgm:ptLst>
      <dgm:cxnLst>
        <dgm:cxn modelId="30" srcId="0" destId="10" srcOrd="0" destOrd="0"/>
        <dgm:cxn modelId="40" srcId="0" destId="20" srcOrd="1" destOrd="0"/>
      </dgm:cxnLst>
      <dgm:bg/>
      <dgm:whole/>
    </dgm:dataModel>
  </dgm:styleData>
  <dgm:clrData>
    <dgm:dataModel>
      <dgm:ptLst>
        <dgm:pt modelId="0" type="doc"/>
        <dgm:pt modelId="10"/>
        <dgm:pt modelId="20"/>
        <dgm:pt modelId="30"/>
        <dgm:pt modelId="40"/>
      </dgm:ptLst>
      <dgm:cxnLst>
        <dgm:cxn modelId="50" srcId="0" destId="10" srcOrd="0" destOrd="0"/>
        <dgm:cxn modelId="60" srcId="0" destId="20" srcOrd="1" destOrd="0"/>
        <dgm:cxn modelId="70" srcId="0" destId="30" srcOrd="2" destOrd="0"/>
        <dgm:cxn modelId="80" srcId="0" destId="40" srcOrd="2" destOrd="0"/>
      </dgm:cxnLst>
      <dgm:bg/>
      <dgm:whole/>
    </dgm:dataModel>
  </dgm:clrData>
  <dgm:layoutNode name="Name0">
    <dgm:varLst>
      <dgm:chMax val="7"/>
      <dgm:dir/>
      <dgm:resizeHandles val="exact"/>
    </dgm:varLst>
    <dgm:choose name="Name1">
      <dgm:if name="Name2" axis="ch" ptType="node" func="cnt" op="lt" val="1">
        <dgm:alg type="composite"/>
        <dgm:shape xmlns:r="http://schemas.openxmlformats.org/officeDocument/2006/relationships" r:blip="">
          <dgm:adjLst/>
        </dgm:shape>
        <dgm:presOf/>
        <dgm:constrLst/>
        <dgm:ruleLst/>
      </dgm:if>
      <dgm:if name="Name3" axis="ch" ptType="node" func="cnt" op="equ" val="1">
        <dgm:alg type="composite">
          <dgm:param type="ar" val="1"/>
        </dgm:alg>
        <dgm:shape xmlns:r="http://schemas.openxmlformats.org/officeDocument/2006/relationships" r:blip="">
          <dgm:adjLst/>
        </dgm:shape>
        <dgm:presOf/>
        <dgm:constrLst>
          <dgm:constr type="primFontSz" for="des" ptType="node" op="equ" val="65"/>
          <dgm:constr type="l" for="ch" forName="ellipse1" refType="w" fact="0"/>
          <dgm:constr type="t" for="ch" forName="ellipse1" refType="h" fact="0"/>
          <dgm:constr type="w" for="ch" forName="ellipse1" refType="w"/>
          <dgm:constr type="h" for="ch" forName="ellipse1" refType="h"/>
        </dgm:constrLst>
      </dgm:if>
      <dgm:if name="Name4" axis="ch" ptType="node" func="cnt" op="equ" val="2">
        <dgm:alg type="composite">
          <dgm:param type="ar" val="0.9086"/>
        </dgm:alg>
        <dgm:shape xmlns:r="http://schemas.openxmlformats.org/officeDocument/2006/relationships" r:blip="">
          <dgm:adjLst/>
        </dgm:shape>
        <dgm:presOf/>
        <dgm:constrLst>
          <dgm:constr type="primFontSz" for="des" ptType="node" op="equ" val="65"/>
          <dgm:constr type="l" for="ch" forName="ellipse1" refType="w" fact="0"/>
          <dgm:constr type="t" for="ch" forName="ellipse1" refType="h" fact="0"/>
          <dgm:constr type="w" for="ch" forName="ellipse1" refType="w" fact="0.6602"/>
          <dgm:constr type="h" for="ch" forName="ellipse1" refType="h" fact="0.5999"/>
          <dgm:constr type="l" for="ch" forName="ellipse2" refType="w" fact="0.3398"/>
          <dgm:constr type="t" for="ch" forName="ellipse2" refType="h" fact="0.4001"/>
          <dgm:constr type="w" for="ch" forName="ellipse2" refType="w" fact="0.6602"/>
          <dgm:constr type="h" for="ch" forName="ellipse2" refType="h" fact="0.5999"/>
        </dgm:constrLst>
      </dgm:if>
      <dgm:if name="Name5" axis="ch" ptType="node" func="cnt" op="equ" val="3">
        <dgm:alg type="composite">
          <dgm:param type="ar" val="1.2171"/>
        </dgm:alg>
        <dgm:shape xmlns:r="http://schemas.openxmlformats.org/officeDocument/2006/relationships" r:blip="">
          <dgm:adjLst/>
        </dgm:shape>
        <dgm:presOf/>
        <dgm:constrLst>
          <dgm:constr type="primFontSz" for="des" ptType="node" op="equ" val="65"/>
          <dgm:constr type="l" for="ch" forName="ellipse1" refType="w" fact="0"/>
          <dgm:constr type="t" for="ch" forName="ellipse1" refType="h" fact="0"/>
          <dgm:constr type="w" for="ch" forName="ellipse1" refType="w" fact="0.4929"/>
          <dgm:constr type="h" for="ch" forName="ellipse1" refType="h" fact="0.5999"/>
          <dgm:constr type="l" for="ch" forName="ellipse2" refType="w" fact="0.2537"/>
          <dgm:constr type="t" for="ch" forName="ellipse2" refType="h" fact="0.4001"/>
          <dgm:constr type="w" for="ch" forName="ellipse2" refType="w" fact="0.4929"/>
          <dgm:constr type="h" for="ch" forName="ellipse2" refType="h" fact="0.5999"/>
          <dgm:constr type="l" for="ch" forName="ellipse3" refType="w" fact="0.5071"/>
          <dgm:constr type="t" for="ch" forName="ellipse3" refType="h" fact="0"/>
          <dgm:constr type="w" for="ch" forName="ellipse3" refType="w" fact="0.4929"/>
          <dgm:constr type="h" for="ch" forName="ellipse3" refType="h" fact="0.5999"/>
        </dgm:constrLst>
      </dgm:if>
      <dgm:if name="Name6" axis="ch" ptType="node" func="cnt" op="equ" val="4">
        <dgm:alg type="composite">
          <dgm:param type="ar" val="1.5255"/>
        </dgm:alg>
        <dgm:shape xmlns:r="http://schemas.openxmlformats.org/officeDocument/2006/relationships" r:blip="">
          <dgm:adjLst/>
        </dgm:shape>
        <dgm:presOf/>
        <dgm:constrLst>
          <dgm:constr type="primFontSz" for="des" ptType="node" op="equ" val="65"/>
          <dgm:constr type="l" for="ch" forName="ellipse1" refType="w" fact="0"/>
          <dgm:constr type="t" for="ch" forName="ellipse1" refType="h" fact="0"/>
          <dgm:constr type="w" for="ch" forName="ellipse1" refType="w" fact="0.3932"/>
          <dgm:constr type="h" for="ch" forName="ellipse1" refType="h" fact="0.5999"/>
          <dgm:constr type="l" for="ch" forName="ellipse2" refType="w" fact="0.2023"/>
          <dgm:constr type="t" for="ch" forName="ellipse2" refType="h" fact="0.4001"/>
          <dgm:constr type="w" for="ch" forName="ellipse2" refType="w" fact="0.3932"/>
          <dgm:constr type="h" for="ch" forName="ellipse2" refType="h" fact="0.5999"/>
          <dgm:constr type="l" for="ch" forName="ellipse3" refType="w" fact="0.4045"/>
          <dgm:constr type="t" for="ch" forName="ellipse3" refType="h" fact="0"/>
          <dgm:constr type="w" for="ch" forName="ellipse3" refType="w" fact="0.3932"/>
          <dgm:constr type="h" for="ch" forName="ellipse3" refType="h" fact="0.5999"/>
          <dgm:constr type="l" for="ch" forName="ellipse4" refType="w" fact="0.6068"/>
          <dgm:constr type="t" for="ch" forName="ellipse4" refType="h" fact="0.4001"/>
          <dgm:constr type="w" for="ch" forName="ellipse4" refType="w" fact="0.3932"/>
          <dgm:constr type="h" for="ch" forName="ellipse4" refType="h" fact="0.5999"/>
        </dgm:constrLst>
      </dgm:if>
      <dgm:if name="Name7" axis="ch" ptType="node" func="cnt" op="equ" val="5">
        <dgm:alg type="composite">
          <dgm:param type="ar" val="1.834"/>
        </dgm:alg>
        <dgm:shape xmlns:r="http://schemas.openxmlformats.org/officeDocument/2006/relationships" r:blip="">
          <dgm:adjLst/>
        </dgm:shape>
        <dgm:presOf/>
        <dgm:constrLst>
          <dgm:constr type="primFontSz" for="des" ptType="node" op="equ" val="65"/>
          <dgm:constr type="l" for="ch" forName="ellipse1" refType="w" fact="0"/>
          <dgm:constr type="t" for="ch" forName="ellipse1" refType="h" fact="0"/>
          <dgm:constr type="w" for="ch" forName="ellipse1" refType="w" fact="0.3271"/>
          <dgm:constr type="h" for="ch" forName="ellipse1" refType="h" fact="0.5999"/>
          <dgm:constr type="l" for="ch" forName="ellipse2" refType="w" fact="0.1682"/>
          <dgm:constr type="t" for="ch" forName="ellipse2" refType="h" fact="0.4001"/>
          <dgm:constr type="w" for="ch" forName="ellipse2" refType="w" fact="0.3271"/>
          <dgm:constr type="h" for="ch" forName="ellipse2" refType="h" fact="0.5999"/>
          <dgm:constr type="l" for="ch" forName="ellipse3" refType="w" fact="0.3365"/>
          <dgm:constr type="t" for="ch" forName="ellipse3" refType="h" fact="0"/>
          <dgm:constr type="w" for="ch" forName="ellipse3" refType="w" fact="0.3271"/>
          <dgm:constr type="h" for="ch" forName="ellipse3" refType="h" fact="0.5999"/>
          <dgm:constr type="l" for="ch" forName="ellipse4" refType="w" fact="0.5047"/>
          <dgm:constr type="t" for="ch" forName="ellipse4" refType="h" fact="0.4001"/>
          <dgm:constr type="w" for="ch" forName="ellipse4" refType="w" fact="0.3271"/>
          <dgm:constr type="h" for="ch" forName="ellipse4" refType="h" fact="0.5999"/>
          <dgm:constr type="l" for="ch" forName="ellipse5" refType="w" fact="0.6729"/>
          <dgm:constr type="t" for="ch" forName="ellipse5" refType="h" fact="0"/>
          <dgm:constr type="w" for="ch" forName="ellipse5" refType="w" fact="0.3271"/>
          <dgm:constr type="h" for="ch" forName="ellipse5" refType="h" fact="0.5999"/>
        </dgm:constrLst>
      </dgm:if>
      <dgm:if name="Name8" axis="ch" ptType="node" func="cnt" op="equ" val="6">
        <dgm:alg type="composite">
          <dgm:param type="ar" val="2.1873"/>
        </dgm:alg>
        <dgm:shape xmlns:r="http://schemas.openxmlformats.org/officeDocument/2006/relationships" r:blip="">
          <dgm:adjLst/>
        </dgm:shape>
        <dgm:presOf/>
        <dgm:constrLst>
          <dgm:constr type="primFontSz" for="des" ptType="node" op="equ" val="65"/>
          <dgm:constr type="l" for="ch" forName="ellipse1" refType="w" fact="0"/>
          <dgm:constr type="t" for="ch" forName="ellipse1" refType="h" fact="0"/>
          <dgm:constr type="w" for="ch" forName="ellipse1" refType="w" fact="0.278"/>
          <dgm:constr type="h" for="ch" forName="ellipse1" refType="h" fact="0.6081"/>
          <dgm:constr type="l" for="ch" forName="ellipse2" refType="w" fact="0.1444"/>
          <dgm:constr type="t" for="ch" forName="ellipse2" refType="h" fact="0.3919"/>
          <dgm:constr type="w" for="ch" forName="ellipse2" refType="w" fact="0.278"/>
          <dgm:constr type="h" for="ch" forName="ellipse2" refType="h" fact="0.6081"/>
          <dgm:constr type="l" for="ch" forName="ellipse3" refType="w" fact="0.2888"/>
          <dgm:constr type="t" for="ch" forName="ellipse3" refType="h" fact="0"/>
          <dgm:constr type="w" for="ch" forName="ellipse3" refType="w" fact="0.278"/>
          <dgm:constr type="h" for="ch" forName="ellipse3" refType="h" fact="0.6081"/>
          <dgm:constr type="l" for="ch" forName="ellipse4" refType="w" fact="0.4332"/>
          <dgm:constr type="t" for="ch" forName="ellipse4" refType="h" fact="0.3919"/>
          <dgm:constr type="w" for="ch" forName="ellipse4" refType="w" fact="0.278"/>
          <dgm:constr type="h" for="ch" forName="ellipse4" refType="h" fact="0.6081"/>
          <dgm:constr type="l" for="ch" forName="ellipse5" refType="w" fact="0.5776"/>
          <dgm:constr type="t" for="ch" forName="ellipse5" refType="h" fact="0"/>
          <dgm:constr type="w" for="ch" forName="ellipse5" refType="w" fact="0.278"/>
          <dgm:constr type="h" for="ch" forName="ellipse5" refType="h" fact="0.6081"/>
          <dgm:constr type="l" for="ch" forName="ellipse6" refType="w" fact="0.722"/>
          <dgm:constr type="t" for="ch" forName="ellipse6" refType="h" fact="0.3919"/>
          <dgm:constr type="w" for="ch" forName="ellipse6" refType="w" fact="0.278"/>
          <dgm:constr type="h" for="ch" forName="ellipse6" refType="h" fact="0.6081"/>
        </dgm:constrLst>
      </dgm:if>
      <dgm:else name="Name9">
        <dgm:alg type="composite">
          <dgm:param type="ar" val="2.3466"/>
        </dgm:alg>
        <dgm:shape xmlns:r="http://schemas.openxmlformats.org/officeDocument/2006/relationships" r:blip="">
          <dgm:adjLst/>
        </dgm:shape>
        <dgm:presOf/>
        <dgm:constrLst>
          <dgm:constr type="primFontSz" for="des" ptType="node" op="equ" val="65"/>
          <dgm:constr type="l" for="ch" forName="ellipse1" refType="w" fact="0"/>
          <dgm:constr type="t" for="ch" forName="ellipse1" refType="h" fact="0"/>
          <dgm:constr type="w" for="ch" forName="ellipse1" refType="w" fact="0.2455"/>
          <dgm:constr type="h" for="ch" forName="ellipse1" refType="h" fact="0.5761"/>
          <dgm:constr type="l" for="ch" forName="ellipse2" refType="w" fact="0.1257"/>
          <dgm:constr type="t" for="ch" forName="ellipse2" refType="h" fact="0.4239"/>
          <dgm:constr type="w" for="ch" forName="ellipse2" refType="w" fact="0.2455"/>
          <dgm:constr type="h" for="ch" forName="ellipse2" refType="h" fact="0.5761"/>
          <dgm:constr type="l" for="ch" forName="ellipse3" refType="w" fact="0.2515"/>
          <dgm:constr type="t" for="ch" forName="ellipse3" refType="h" fact="0"/>
          <dgm:constr type="w" for="ch" forName="ellipse3" refType="w" fact="0.2455"/>
          <dgm:constr type="h" for="ch" forName="ellipse3" refType="h" fact="0.5761"/>
          <dgm:constr type="l" for="ch" forName="ellipse4" refType="w" fact="0.3772"/>
          <dgm:constr type="t" for="ch" forName="ellipse4" refType="h" fact="0.4239"/>
          <dgm:constr type="w" for="ch" forName="ellipse4" refType="w" fact="0.2455"/>
          <dgm:constr type="h" for="ch" forName="ellipse4" refType="h" fact="0.5761"/>
          <dgm:constr type="l" for="ch" forName="ellipse5" refType="w" fact="0.503"/>
          <dgm:constr type="t" for="ch" forName="ellipse5" refType="h" fact="0"/>
          <dgm:constr type="w" for="ch" forName="ellipse5" refType="w" fact="0.2455"/>
          <dgm:constr type="h" for="ch" forName="ellipse5" refType="h" fact="0.5761"/>
          <dgm:constr type="l" for="ch" forName="ellipse6" refType="w" fact="0.6287"/>
          <dgm:constr type="t" for="ch" forName="ellipse6" refType="h" fact="0.4239"/>
          <dgm:constr type="w" for="ch" forName="ellipse6" refType="w" fact="0.2455"/>
          <dgm:constr type="h" for="ch" forName="ellipse6" refType="h" fact="0.5761"/>
          <dgm:constr type="l" for="ch" forName="ellipse7" refType="w" fact="0.7545"/>
          <dgm:constr type="t" for="ch" forName="ellipse7" refType="h" fact="0"/>
          <dgm:constr type="w" for="ch" forName="ellipse7" refType="w" fact="0.2455"/>
          <dgm:constr type="h" for="ch" forName="ellipse7" refType="h" fact="0.5761"/>
        </dgm:constrLst>
      </dgm:else>
    </dgm:choose>
    <dgm:choose name="Name10">
      <dgm:if name="Name11" axis="ch" ptType="node" func="cnt" op="gte" val="1">
        <dgm:layoutNode name="ellipse1" styleLbl="vennNode1">
          <dgm:varLst>
            <dgm:bulletEnabled val="1"/>
          </dgm:varLst>
          <dgm:alg type="tx"/>
          <dgm:shape xmlns:r="http://schemas.openxmlformats.org/officeDocument/2006/relationships" type="ellipse" r:blip="">
            <dgm:adjLst/>
          </dgm:shape>
          <dgm:choose name="Name12">
            <dgm:if name="Name13" func="var" arg="dir" op="equ" val="norm">
              <dgm:presOf axis="ch desOrSelf" ptType="node node" st="1 1" cnt="1 0"/>
            </dgm:if>
            <dgm:else name="Name14">
              <dgm:choose name="Name15">
                <dgm:if name="Name16" axis="ch" ptType="node" func="cnt" op="equ" val="1">
                  <dgm:presOf axis="ch desOrSelf" ptType="node node" st="1 1" cnt="1 0"/>
                </dgm:if>
                <dgm:if name="Name17" axis="ch" ptType="node" func="cnt" op="equ" val="2">
                  <dgm:presOf axis="ch desOrSelf" ptType="node node" st="2 1" cnt="1 0"/>
                </dgm:if>
                <dgm:if name="Name18" axis="ch" ptType="node" func="cnt" op="equ" val="3">
                  <dgm:presOf axis="ch desOrSelf" ptType="node node" st="3 1" cnt="1 0"/>
                </dgm:if>
                <dgm:if name="Name19" axis="ch" ptType="node" func="cnt" op="equ" val="4">
                  <dgm:presOf axis="ch desOrSelf" ptType="node node" st="4 1" cnt="1 0"/>
                </dgm:if>
                <dgm:if name="Name20" axis="ch" ptType="node" func="cnt" op="equ" val="5">
                  <dgm:presOf axis="ch desOrSelf" ptType="node node" st="5 1" cnt="1 0"/>
                </dgm:if>
                <dgm:if name="Name21" axis="ch" ptType="node" func="cnt" op="equ" val="6">
                  <dgm:presOf axis="ch desOrSelf" ptType="node node" st="6 1" cnt="1 0"/>
                </dgm:if>
                <dgm:if name="Name22" axis="ch" ptType="node" func="cnt" op="gte" val="7">
                  <dgm:presOf axis="ch desOrSelf" ptType="node node" st="7 1" cnt="1 0"/>
                </dgm:if>
                <dgm:else name="Name23"/>
              </dgm:choose>
            </dgm:else>
          </dgm:choos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24"/>
    </dgm:choose>
    <dgm:choose name="Name25">
      <dgm:if name="Name26" axis="ch" ptType="node" func="cnt" op="gte" val="2">
        <dgm:layoutNode name="ellipse2" styleLbl="vennNode1">
          <dgm:varLst>
            <dgm:bulletEnabled val="1"/>
          </dgm:varLst>
          <dgm:alg type="tx"/>
          <dgm:choose name="Name27">
            <dgm:if name="Name28" func="var" arg="dir" op="equ" val="norm">
              <dgm:shape xmlns:r="http://schemas.openxmlformats.org/officeDocument/2006/relationships" type="ellipse" r:blip="">
                <dgm:adjLst/>
              </dgm:shape>
              <dgm:presOf axis="ch desOrSelf" ptType="node node" st="2 1" cnt="1 0"/>
            </dgm:if>
            <dgm:else name="Name29">
              <dgm:shape xmlns:r="http://schemas.openxmlformats.org/officeDocument/2006/relationships" type="ellipse" r:blip="" zOrderOff="-2">
                <dgm:adjLst/>
              </dgm:shape>
              <dgm:choose name="Name30">
                <dgm:if name="Name31" axis="ch" ptType="node" func="cnt" op="equ" val="2">
                  <dgm:presOf axis="ch desOrSelf" ptType="node node" st="1 1" cnt="1 0"/>
                </dgm:if>
                <dgm:if name="Name32" axis="ch" ptType="node" func="cnt" op="equ" val="3">
                  <dgm:presOf axis="ch desOrSelf" ptType="node node" st="2 1" cnt="1 0"/>
                </dgm:if>
                <dgm:if name="Name33" axis="ch" ptType="node" func="cnt" op="equ" val="4">
                  <dgm:presOf axis="ch desOrSelf" ptType="node node" st="3 1" cnt="1 0"/>
                </dgm:if>
                <dgm:if name="Name34" axis="ch" ptType="node" func="cnt" op="equ" val="5">
                  <dgm:presOf axis="ch desOrSelf" ptType="node node" st="4 1" cnt="1 0"/>
                </dgm:if>
                <dgm:if name="Name35" axis="ch" ptType="node" func="cnt" op="equ" val="6">
                  <dgm:presOf axis="ch desOrSelf" ptType="node node" st="5 1" cnt="1 0"/>
                </dgm:if>
                <dgm:if name="Name36" axis="ch" ptType="node" func="cnt" op="gte" val="7">
                  <dgm:presOf axis="ch desOrSelf" ptType="node node" st="6 1" cnt="1 0"/>
                </dgm:if>
                <dgm:else name="Name37"/>
              </dgm:choose>
            </dgm:else>
          </dgm:choos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38"/>
    </dgm:choose>
    <dgm:choose name="Name39">
      <dgm:if name="Name40" axis="ch" ptType="node" func="cnt" op="gte" val="3">
        <dgm:layoutNode name="ellipse3" styleLbl="vennNode1">
          <dgm:varLst>
            <dgm:bulletEnabled val="1"/>
          </dgm:varLst>
          <dgm:alg type="tx"/>
          <dgm:shape xmlns:r="http://schemas.openxmlformats.org/officeDocument/2006/relationships" type="ellipse" r:blip="">
            <dgm:adjLst/>
          </dgm:shape>
          <dgm:choose name="Name41">
            <dgm:if name="Name42" func="var" arg="dir" op="equ" val="norm">
              <dgm:shape xmlns:r="http://schemas.openxmlformats.org/officeDocument/2006/relationships" type="ellipse" r:blip="">
                <dgm:adjLst/>
              </dgm:shape>
              <dgm:presOf axis="ch desOrSelf" ptType="node node" st="3 1" cnt="1 0"/>
            </dgm:if>
            <dgm:else name="Name43">
              <dgm:shape xmlns:r="http://schemas.openxmlformats.org/officeDocument/2006/relationships" type="ellipse" r:blip="" zOrderOff="-4">
                <dgm:adjLst/>
              </dgm:shape>
              <dgm:choose name="Name44">
                <dgm:if name="Name45" axis="ch" ptType="node" func="cnt" op="equ" val="3">
                  <dgm:presOf axis="ch desOrSelf" ptType="node node" st="1 1" cnt="1 0"/>
                </dgm:if>
                <dgm:if name="Name46" axis="ch" ptType="node" func="cnt" op="equ" val="4">
                  <dgm:presOf axis="ch desOrSelf" ptType="node node" st="2 1" cnt="1 0"/>
                </dgm:if>
                <dgm:if name="Name47" axis="ch" ptType="node" func="cnt" op="equ" val="5">
                  <dgm:presOf axis="ch desOrSelf" ptType="node node" st="3 1" cnt="1 0"/>
                </dgm:if>
                <dgm:if name="Name48" axis="ch" ptType="node" func="cnt" op="equ" val="6">
                  <dgm:presOf axis="ch desOrSelf" ptType="node node" st="4 1" cnt="1 0"/>
                </dgm:if>
                <dgm:if name="Name49" axis="ch" ptType="node" func="cnt" op="gte" val="7">
                  <dgm:presOf axis="ch desOrSelf" ptType="node node" st="5 1" cnt="1 0"/>
                </dgm:if>
                <dgm:else name="Name50"/>
              </dgm:choose>
            </dgm:else>
          </dgm:choos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1"/>
    </dgm:choose>
    <dgm:choose name="Name52">
      <dgm:if name="Name53" axis="ch" ptType="node" func="cnt" op="gte" val="4">
        <dgm:layoutNode name="ellipse4" styleLbl="vennNode1">
          <dgm:varLst>
            <dgm:bulletEnabled val="1"/>
          </dgm:varLst>
          <dgm:alg type="tx"/>
          <dgm:choose name="Name54">
            <dgm:if name="Name55" func="var" arg="dir" op="equ" val="norm">
              <dgm:shape xmlns:r="http://schemas.openxmlformats.org/officeDocument/2006/relationships" type="ellipse" r:blip="">
                <dgm:adjLst/>
              </dgm:shape>
              <dgm:presOf axis="ch desOrSelf" ptType="node node" st="4 1" cnt="1 0"/>
            </dgm:if>
            <dgm:else name="Name56">
              <dgm:shape xmlns:r="http://schemas.openxmlformats.org/officeDocument/2006/relationships" type="ellipse" r:blip="" zOrderOff="-6">
                <dgm:adjLst/>
              </dgm:shape>
              <dgm:choose name="Name57">
                <dgm:if name="Name58" axis="ch" ptType="node" func="cnt" op="equ" val="4">
                  <dgm:presOf axis="ch desOrSelf" ptType="node node" st="1 1" cnt="1 0"/>
                </dgm:if>
                <dgm:if name="Name59" axis="ch" ptType="node" func="cnt" op="equ" val="5">
                  <dgm:presOf axis="ch desOrSelf" ptType="node node" st="2 1" cnt="1 0"/>
                </dgm:if>
                <dgm:if name="Name60" axis="ch" ptType="node" func="cnt" op="equ" val="6">
                  <dgm:presOf axis="ch desOrSelf" ptType="node node" st="3 1" cnt="1 0"/>
                </dgm:if>
                <dgm:if name="Name61" axis="ch" ptType="node" func="cnt" op="gte" val="7">
                  <dgm:presOf axis="ch desOrSelf" ptType="node node" st="4 1" cnt="1 0"/>
                </dgm:if>
                <dgm:else name="Name62"/>
              </dgm:choose>
            </dgm:else>
          </dgm:choos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63"/>
    </dgm:choose>
    <dgm:choose name="Name64">
      <dgm:if name="Name65" axis="ch" ptType="node" func="cnt" op="gte" val="5">
        <dgm:layoutNode name="ellipse5" styleLbl="vennNode1">
          <dgm:varLst>
            <dgm:bulletEnabled val="1"/>
          </dgm:varLst>
          <dgm:alg type="tx"/>
          <dgm:choose name="Name66">
            <dgm:if name="Name67" func="var" arg="dir" op="equ" val="norm">
              <dgm:shape xmlns:r="http://schemas.openxmlformats.org/officeDocument/2006/relationships" type="ellipse" r:blip="">
                <dgm:adjLst/>
              </dgm:shape>
              <dgm:presOf axis="ch desOrSelf" ptType="node node" st="5 1" cnt="1 0"/>
            </dgm:if>
            <dgm:else name="Name68">
              <dgm:shape xmlns:r="http://schemas.openxmlformats.org/officeDocument/2006/relationships" type="ellipse" r:blip="" zOrderOff="-8">
                <dgm:adjLst/>
              </dgm:shape>
              <dgm:choose name="Name69">
                <dgm:if name="Name70" axis="ch" ptType="node" func="cnt" op="equ" val="5">
                  <dgm:presOf axis="ch desOrSelf" ptType="node node" st="1 1" cnt="1 0"/>
                </dgm:if>
                <dgm:if name="Name71" axis="ch" ptType="node" func="cnt" op="equ" val="6">
                  <dgm:presOf axis="ch desOrSelf" ptType="node node" st="2 1" cnt="1 0"/>
                </dgm:if>
                <dgm:if name="Name72" axis="ch" ptType="node" func="cnt" op="gte" val="7">
                  <dgm:presOf axis="ch desOrSelf" ptType="node node" st="3 1" cnt="1 0"/>
                </dgm:if>
                <dgm:else name="Name73"/>
              </dgm:choose>
            </dgm:else>
          </dgm:choos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74"/>
    </dgm:choose>
    <dgm:choose name="Name75">
      <dgm:if name="Name76" axis="ch" ptType="node" func="cnt" op="gte" val="6">
        <dgm:layoutNode name="ellipse6" styleLbl="vennNode1">
          <dgm:varLst>
            <dgm:bulletEnabled val="1"/>
          </dgm:varLst>
          <dgm:alg type="tx"/>
          <dgm:choose name="Name77">
            <dgm:if name="Name78" func="var" arg="dir" op="equ" val="norm">
              <dgm:shape xmlns:r="http://schemas.openxmlformats.org/officeDocument/2006/relationships" type="ellipse" r:blip="">
                <dgm:adjLst/>
              </dgm:shape>
              <dgm:presOf axis="ch desOrSelf" ptType="node node" st="6 1" cnt="1 0"/>
            </dgm:if>
            <dgm:else name="Name79">
              <dgm:shape xmlns:r="http://schemas.openxmlformats.org/officeDocument/2006/relationships" type="ellipse" r:blip="" zOrderOff="-10">
                <dgm:adjLst/>
              </dgm:shape>
              <dgm:choose name="Name80">
                <dgm:if name="Name81" axis="ch" ptType="node" func="cnt" op="equ" val="6">
                  <dgm:presOf axis="ch desOrSelf" ptType="node node" st="1 1" cnt="1 0"/>
                </dgm:if>
                <dgm:if name="Name82" axis="ch" ptType="node" func="cnt" op="gte" val="7">
                  <dgm:presOf axis="ch desOrSelf" ptType="node node" st="2 1" cnt="1 0"/>
                </dgm:if>
                <dgm:else name="Name83"/>
              </dgm:choose>
            </dgm:else>
          </dgm:choos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4"/>
    </dgm:choose>
    <dgm:choose name="Name85">
      <dgm:if name="Name86" axis="ch" ptType="node" func="cnt" op="gte" val="7">
        <dgm:layoutNode name="ellipse7" styleLbl="vennNode1">
          <dgm:varLst>
            <dgm:bulletEnabled val="1"/>
          </dgm:varLst>
          <dgm:alg type="tx"/>
          <dgm:choose name="Name87">
            <dgm:if name="Name88" func="var" arg="dir" op="equ" val="norm">
              <dgm:shape xmlns:r="http://schemas.openxmlformats.org/officeDocument/2006/relationships" type="ellipse" r:blip="">
                <dgm:adjLst/>
              </dgm:shape>
              <dgm:presOf axis="ch desOrSelf" ptType="node node" st="7 1" cnt="1 0"/>
            </dgm:if>
            <dgm:else name="Name89">
              <dgm:shape xmlns:r="http://schemas.openxmlformats.org/officeDocument/2006/relationships" type="ellipse" r:blip="" zOrderOff="-12">
                <dgm:adjLst/>
              </dgm:shape>
              <dgm:presOf axis="ch desOrSelf" ptType="node node" st="1 1" cnt="1 0"/>
            </dgm:else>
          </dgm:choos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90"/>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A1318F-690E-A5CD-B428-6405A27E9D8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0A6D5F4-387F-124A-F94F-499AA0101F4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2877E8D-4761-6DA8-609A-FC512201F7B8}"/>
              </a:ext>
            </a:extLst>
          </p:cNvPr>
          <p:cNvSpPr>
            <a:spLocks noGrp="1"/>
          </p:cNvSpPr>
          <p:nvPr>
            <p:ph type="dt" sz="half" idx="10"/>
          </p:nvPr>
        </p:nvSpPr>
        <p:spPr/>
        <p:txBody>
          <a:bodyPr/>
          <a:lstStyle/>
          <a:p>
            <a:fld id="{C5B0C8E9-6A56-4D2F-9225-97ADA5AB009F}" type="datetimeFigureOut">
              <a:rPr lang="en-US" smtClean="0"/>
              <a:t>5/4/2026</a:t>
            </a:fld>
            <a:endParaRPr lang="en-US"/>
          </a:p>
        </p:txBody>
      </p:sp>
      <p:sp>
        <p:nvSpPr>
          <p:cNvPr id="5" name="Footer Placeholder 4">
            <a:extLst>
              <a:ext uri="{FF2B5EF4-FFF2-40B4-BE49-F238E27FC236}">
                <a16:creationId xmlns:a16="http://schemas.microsoft.com/office/drawing/2014/main" id="{E7190D26-FE0C-E65F-4BE6-39EF2560B47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FA1AC95-9368-50E5-E498-DB9F59AF8E5F}"/>
              </a:ext>
            </a:extLst>
          </p:cNvPr>
          <p:cNvSpPr>
            <a:spLocks noGrp="1"/>
          </p:cNvSpPr>
          <p:nvPr>
            <p:ph type="sldNum" sz="quarter" idx="12"/>
          </p:nvPr>
        </p:nvSpPr>
        <p:spPr/>
        <p:txBody>
          <a:bodyPr/>
          <a:lstStyle/>
          <a:p>
            <a:fld id="{F20A4164-C1F0-4271-A6CD-6B0EBA4D7EFE}" type="slidenum">
              <a:rPr lang="en-US" smtClean="0"/>
              <a:t>‹#›</a:t>
            </a:fld>
            <a:endParaRPr lang="en-US"/>
          </a:p>
        </p:txBody>
      </p:sp>
    </p:spTree>
    <p:extLst>
      <p:ext uri="{BB962C8B-B14F-4D97-AF65-F5344CB8AC3E}">
        <p14:creationId xmlns:p14="http://schemas.microsoft.com/office/powerpoint/2010/main" val="274699459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86FD2D-AA14-735E-E65E-0A8F17B9A13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BEA6410-A79D-A064-CD6F-32C3B166E27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6CE2B23-446D-549D-4CA9-5103B76A07BD}"/>
              </a:ext>
            </a:extLst>
          </p:cNvPr>
          <p:cNvSpPr>
            <a:spLocks noGrp="1"/>
          </p:cNvSpPr>
          <p:nvPr>
            <p:ph type="dt" sz="half" idx="10"/>
          </p:nvPr>
        </p:nvSpPr>
        <p:spPr/>
        <p:txBody>
          <a:bodyPr/>
          <a:lstStyle/>
          <a:p>
            <a:fld id="{C5B0C8E9-6A56-4D2F-9225-97ADA5AB009F}" type="datetimeFigureOut">
              <a:rPr lang="en-US" smtClean="0"/>
              <a:t>5/4/2026</a:t>
            </a:fld>
            <a:endParaRPr lang="en-US"/>
          </a:p>
        </p:txBody>
      </p:sp>
      <p:sp>
        <p:nvSpPr>
          <p:cNvPr id="5" name="Footer Placeholder 4">
            <a:extLst>
              <a:ext uri="{FF2B5EF4-FFF2-40B4-BE49-F238E27FC236}">
                <a16:creationId xmlns:a16="http://schemas.microsoft.com/office/drawing/2014/main" id="{6FBC55CA-0D56-ECE0-1E82-EF4DAEF6438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4B625AB-C733-91A4-8E0A-230C4476F175}"/>
              </a:ext>
            </a:extLst>
          </p:cNvPr>
          <p:cNvSpPr>
            <a:spLocks noGrp="1"/>
          </p:cNvSpPr>
          <p:nvPr>
            <p:ph type="sldNum" sz="quarter" idx="12"/>
          </p:nvPr>
        </p:nvSpPr>
        <p:spPr/>
        <p:txBody>
          <a:bodyPr/>
          <a:lstStyle/>
          <a:p>
            <a:fld id="{F20A4164-C1F0-4271-A6CD-6B0EBA4D7EFE}" type="slidenum">
              <a:rPr lang="en-US" smtClean="0"/>
              <a:t>‹#›</a:t>
            </a:fld>
            <a:endParaRPr lang="en-US"/>
          </a:p>
        </p:txBody>
      </p:sp>
    </p:spTree>
    <p:extLst>
      <p:ext uri="{BB962C8B-B14F-4D97-AF65-F5344CB8AC3E}">
        <p14:creationId xmlns:p14="http://schemas.microsoft.com/office/powerpoint/2010/main" val="3474499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C5C937-BDEC-3193-3599-D3A3DC2F52B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DDD2FA27-B636-0A9C-9C1F-5E6FA7330F90}"/>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CD9FA5C-7A50-A197-A9A8-2206D50E4446}"/>
              </a:ext>
            </a:extLst>
          </p:cNvPr>
          <p:cNvSpPr>
            <a:spLocks noGrp="1"/>
          </p:cNvSpPr>
          <p:nvPr>
            <p:ph type="dt" sz="half" idx="10"/>
          </p:nvPr>
        </p:nvSpPr>
        <p:spPr/>
        <p:txBody>
          <a:bodyPr/>
          <a:lstStyle/>
          <a:p>
            <a:fld id="{C5B0C8E9-6A56-4D2F-9225-97ADA5AB009F}" type="datetimeFigureOut">
              <a:rPr lang="en-US" smtClean="0"/>
              <a:t>5/4/2026</a:t>
            </a:fld>
            <a:endParaRPr lang="en-US"/>
          </a:p>
        </p:txBody>
      </p:sp>
      <p:sp>
        <p:nvSpPr>
          <p:cNvPr id="5" name="Footer Placeholder 4">
            <a:extLst>
              <a:ext uri="{FF2B5EF4-FFF2-40B4-BE49-F238E27FC236}">
                <a16:creationId xmlns:a16="http://schemas.microsoft.com/office/drawing/2014/main" id="{E710BBDB-96CF-1E97-8A04-853DF1AF861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A492371-5E37-D047-84D3-52FA96D3C124}"/>
              </a:ext>
            </a:extLst>
          </p:cNvPr>
          <p:cNvSpPr>
            <a:spLocks noGrp="1"/>
          </p:cNvSpPr>
          <p:nvPr>
            <p:ph type="sldNum" sz="quarter" idx="12"/>
          </p:nvPr>
        </p:nvSpPr>
        <p:spPr/>
        <p:txBody>
          <a:bodyPr/>
          <a:lstStyle/>
          <a:p>
            <a:fld id="{F20A4164-C1F0-4271-A6CD-6B0EBA4D7EFE}" type="slidenum">
              <a:rPr lang="en-US" smtClean="0"/>
              <a:t>‹#›</a:t>
            </a:fld>
            <a:endParaRPr lang="en-US"/>
          </a:p>
        </p:txBody>
      </p:sp>
    </p:spTree>
    <p:extLst>
      <p:ext uri="{BB962C8B-B14F-4D97-AF65-F5344CB8AC3E}">
        <p14:creationId xmlns:p14="http://schemas.microsoft.com/office/powerpoint/2010/main" val="26770842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160E74-39F5-2498-9235-CDBB5210076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07AC3C3-B5E9-DC6E-DAB8-540C8CC68D4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7D902C3-9E30-09AA-7901-8E695C56403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46040E6-E9DC-4442-3CF7-EBB9ABE96C7C}"/>
              </a:ext>
            </a:extLst>
          </p:cNvPr>
          <p:cNvSpPr>
            <a:spLocks noGrp="1"/>
          </p:cNvSpPr>
          <p:nvPr>
            <p:ph type="dt" sz="half" idx="10"/>
          </p:nvPr>
        </p:nvSpPr>
        <p:spPr/>
        <p:txBody>
          <a:bodyPr/>
          <a:lstStyle/>
          <a:p>
            <a:fld id="{C5B0C8E9-6A56-4D2F-9225-97ADA5AB009F}" type="datetimeFigureOut">
              <a:rPr lang="en-US" smtClean="0"/>
              <a:t>5/4/2026</a:t>
            </a:fld>
            <a:endParaRPr lang="en-US"/>
          </a:p>
        </p:txBody>
      </p:sp>
      <p:sp>
        <p:nvSpPr>
          <p:cNvPr id="6" name="Footer Placeholder 5">
            <a:extLst>
              <a:ext uri="{FF2B5EF4-FFF2-40B4-BE49-F238E27FC236}">
                <a16:creationId xmlns:a16="http://schemas.microsoft.com/office/drawing/2014/main" id="{D17885CA-B7E0-6B1E-15B9-1E852848EE2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06A6E5E-D733-35B0-75E1-6DD0428791B7}"/>
              </a:ext>
            </a:extLst>
          </p:cNvPr>
          <p:cNvSpPr>
            <a:spLocks noGrp="1"/>
          </p:cNvSpPr>
          <p:nvPr>
            <p:ph type="sldNum" sz="quarter" idx="12"/>
          </p:nvPr>
        </p:nvSpPr>
        <p:spPr/>
        <p:txBody>
          <a:bodyPr/>
          <a:lstStyle/>
          <a:p>
            <a:fld id="{F20A4164-C1F0-4271-A6CD-6B0EBA4D7EFE}" type="slidenum">
              <a:rPr lang="en-US" smtClean="0"/>
              <a:t>‹#›</a:t>
            </a:fld>
            <a:endParaRPr lang="en-US"/>
          </a:p>
        </p:txBody>
      </p:sp>
    </p:spTree>
    <p:extLst>
      <p:ext uri="{BB962C8B-B14F-4D97-AF65-F5344CB8AC3E}">
        <p14:creationId xmlns:p14="http://schemas.microsoft.com/office/powerpoint/2010/main" val="30734386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B5CC32-6B00-C20B-2243-CDEE7975483C}"/>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F9338C48-1D90-B560-C0E4-FB2AFD3C64E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F1B4E22-6158-FC54-136C-F922F9B5A8A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949B08CF-D651-5656-564D-2D344B486DA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3D11D3B-209B-98C4-F6FF-52033D53533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C38FB57-F797-6281-547A-3FDFF5BDB6B3}"/>
              </a:ext>
            </a:extLst>
          </p:cNvPr>
          <p:cNvSpPr>
            <a:spLocks noGrp="1"/>
          </p:cNvSpPr>
          <p:nvPr>
            <p:ph type="dt" sz="half" idx="10"/>
          </p:nvPr>
        </p:nvSpPr>
        <p:spPr/>
        <p:txBody>
          <a:bodyPr/>
          <a:lstStyle/>
          <a:p>
            <a:fld id="{C5B0C8E9-6A56-4D2F-9225-97ADA5AB009F}" type="datetimeFigureOut">
              <a:rPr lang="en-US" smtClean="0"/>
              <a:t>5/4/2026</a:t>
            </a:fld>
            <a:endParaRPr lang="en-US"/>
          </a:p>
        </p:txBody>
      </p:sp>
      <p:sp>
        <p:nvSpPr>
          <p:cNvPr id="8" name="Footer Placeholder 7">
            <a:extLst>
              <a:ext uri="{FF2B5EF4-FFF2-40B4-BE49-F238E27FC236}">
                <a16:creationId xmlns:a16="http://schemas.microsoft.com/office/drawing/2014/main" id="{6AAFC184-48B1-A6F7-366D-F18C51EB6A51}"/>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39721D4B-2B3E-8BCD-091D-2309F95DFE6A}"/>
              </a:ext>
            </a:extLst>
          </p:cNvPr>
          <p:cNvSpPr>
            <a:spLocks noGrp="1"/>
          </p:cNvSpPr>
          <p:nvPr>
            <p:ph type="sldNum" sz="quarter" idx="12"/>
          </p:nvPr>
        </p:nvSpPr>
        <p:spPr/>
        <p:txBody>
          <a:bodyPr/>
          <a:lstStyle/>
          <a:p>
            <a:fld id="{F20A4164-C1F0-4271-A6CD-6B0EBA4D7EFE}" type="slidenum">
              <a:rPr lang="en-US" smtClean="0"/>
              <a:t>‹#›</a:t>
            </a:fld>
            <a:endParaRPr lang="en-US"/>
          </a:p>
        </p:txBody>
      </p:sp>
    </p:spTree>
    <p:extLst>
      <p:ext uri="{BB962C8B-B14F-4D97-AF65-F5344CB8AC3E}">
        <p14:creationId xmlns:p14="http://schemas.microsoft.com/office/powerpoint/2010/main" val="417723439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186685-1991-1BF1-FC28-94D77F22BE77}"/>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0EC4B967-C485-BD43-EA18-3C1794A6D680}"/>
              </a:ext>
            </a:extLst>
          </p:cNvPr>
          <p:cNvSpPr>
            <a:spLocks noGrp="1"/>
          </p:cNvSpPr>
          <p:nvPr>
            <p:ph type="dt" sz="half" idx="10"/>
          </p:nvPr>
        </p:nvSpPr>
        <p:spPr/>
        <p:txBody>
          <a:bodyPr/>
          <a:lstStyle/>
          <a:p>
            <a:fld id="{C5B0C8E9-6A56-4D2F-9225-97ADA5AB009F}" type="datetimeFigureOut">
              <a:rPr lang="en-US" smtClean="0"/>
              <a:t>5/4/2026</a:t>
            </a:fld>
            <a:endParaRPr lang="en-US"/>
          </a:p>
        </p:txBody>
      </p:sp>
      <p:sp>
        <p:nvSpPr>
          <p:cNvPr id="4" name="Footer Placeholder 3">
            <a:extLst>
              <a:ext uri="{FF2B5EF4-FFF2-40B4-BE49-F238E27FC236}">
                <a16:creationId xmlns:a16="http://schemas.microsoft.com/office/drawing/2014/main" id="{246C4DFF-AC3B-3AFE-1FE4-6402800B76B9}"/>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E083F3B-48EA-8A4A-3C76-F065C387EDDB}"/>
              </a:ext>
            </a:extLst>
          </p:cNvPr>
          <p:cNvSpPr>
            <a:spLocks noGrp="1"/>
          </p:cNvSpPr>
          <p:nvPr>
            <p:ph type="sldNum" sz="quarter" idx="12"/>
          </p:nvPr>
        </p:nvSpPr>
        <p:spPr/>
        <p:txBody>
          <a:bodyPr/>
          <a:lstStyle/>
          <a:p>
            <a:fld id="{F20A4164-C1F0-4271-A6CD-6B0EBA4D7EFE}" type="slidenum">
              <a:rPr lang="en-US" smtClean="0"/>
              <a:t>‹#›</a:t>
            </a:fld>
            <a:endParaRPr lang="en-US"/>
          </a:p>
        </p:txBody>
      </p:sp>
    </p:spTree>
    <p:extLst>
      <p:ext uri="{BB962C8B-B14F-4D97-AF65-F5344CB8AC3E}">
        <p14:creationId xmlns:p14="http://schemas.microsoft.com/office/powerpoint/2010/main" val="229937104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A1D341E-46C8-C048-90E6-FBB7ED65057E}"/>
              </a:ext>
            </a:extLst>
          </p:cNvPr>
          <p:cNvSpPr>
            <a:spLocks noGrp="1"/>
          </p:cNvSpPr>
          <p:nvPr>
            <p:ph type="dt" sz="half" idx="10"/>
          </p:nvPr>
        </p:nvSpPr>
        <p:spPr/>
        <p:txBody>
          <a:bodyPr/>
          <a:lstStyle/>
          <a:p>
            <a:fld id="{C5B0C8E9-6A56-4D2F-9225-97ADA5AB009F}" type="datetimeFigureOut">
              <a:rPr lang="en-US" smtClean="0"/>
              <a:t>5/4/2026</a:t>
            </a:fld>
            <a:endParaRPr lang="en-US"/>
          </a:p>
        </p:txBody>
      </p:sp>
      <p:sp>
        <p:nvSpPr>
          <p:cNvPr id="3" name="Footer Placeholder 2">
            <a:extLst>
              <a:ext uri="{FF2B5EF4-FFF2-40B4-BE49-F238E27FC236}">
                <a16:creationId xmlns:a16="http://schemas.microsoft.com/office/drawing/2014/main" id="{51DCA75E-94F4-5C89-CDD8-E8AE87F67C9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4A3FE85C-8D6F-B826-59EE-17D29F77D2E6}"/>
              </a:ext>
            </a:extLst>
          </p:cNvPr>
          <p:cNvSpPr>
            <a:spLocks noGrp="1"/>
          </p:cNvSpPr>
          <p:nvPr>
            <p:ph type="sldNum" sz="quarter" idx="12"/>
          </p:nvPr>
        </p:nvSpPr>
        <p:spPr/>
        <p:txBody>
          <a:bodyPr/>
          <a:lstStyle/>
          <a:p>
            <a:fld id="{F20A4164-C1F0-4271-A6CD-6B0EBA4D7EFE}" type="slidenum">
              <a:rPr lang="en-US" smtClean="0"/>
              <a:t>‹#›</a:t>
            </a:fld>
            <a:endParaRPr lang="en-US"/>
          </a:p>
        </p:txBody>
      </p:sp>
    </p:spTree>
    <p:extLst>
      <p:ext uri="{BB962C8B-B14F-4D97-AF65-F5344CB8AC3E}">
        <p14:creationId xmlns:p14="http://schemas.microsoft.com/office/powerpoint/2010/main" val="32831618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1E9BC0-4159-EE45-A688-8D09AF48162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58A1F953-97E8-4301-4E2E-BDD1AA36265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AC19AF9-168D-6B92-98A1-05D02B78EE8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A789E14-7CE3-5495-BEFF-8BE45BE4D369}"/>
              </a:ext>
            </a:extLst>
          </p:cNvPr>
          <p:cNvSpPr>
            <a:spLocks noGrp="1"/>
          </p:cNvSpPr>
          <p:nvPr>
            <p:ph type="dt" sz="half" idx="10"/>
          </p:nvPr>
        </p:nvSpPr>
        <p:spPr/>
        <p:txBody>
          <a:bodyPr/>
          <a:lstStyle/>
          <a:p>
            <a:fld id="{C5B0C8E9-6A56-4D2F-9225-97ADA5AB009F}" type="datetimeFigureOut">
              <a:rPr lang="en-US" smtClean="0"/>
              <a:t>5/4/2026</a:t>
            </a:fld>
            <a:endParaRPr lang="en-US"/>
          </a:p>
        </p:txBody>
      </p:sp>
      <p:sp>
        <p:nvSpPr>
          <p:cNvPr id="6" name="Footer Placeholder 5">
            <a:extLst>
              <a:ext uri="{FF2B5EF4-FFF2-40B4-BE49-F238E27FC236}">
                <a16:creationId xmlns:a16="http://schemas.microsoft.com/office/drawing/2014/main" id="{567547DB-D772-56DE-4693-76BDCBD7AC8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483702D-DC7F-B708-7E45-E4E51B7623B5}"/>
              </a:ext>
            </a:extLst>
          </p:cNvPr>
          <p:cNvSpPr>
            <a:spLocks noGrp="1"/>
          </p:cNvSpPr>
          <p:nvPr>
            <p:ph type="sldNum" sz="quarter" idx="12"/>
          </p:nvPr>
        </p:nvSpPr>
        <p:spPr/>
        <p:txBody>
          <a:bodyPr/>
          <a:lstStyle/>
          <a:p>
            <a:fld id="{F20A4164-C1F0-4271-A6CD-6B0EBA4D7EFE}" type="slidenum">
              <a:rPr lang="en-US" smtClean="0"/>
              <a:t>‹#›</a:t>
            </a:fld>
            <a:endParaRPr lang="en-US"/>
          </a:p>
        </p:txBody>
      </p:sp>
    </p:spTree>
    <p:extLst>
      <p:ext uri="{BB962C8B-B14F-4D97-AF65-F5344CB8AC3E}">
        <p14:creationId xmlns:p14="http://schemas.microsoft.com/office/powerpoint/2010/main" val="101038326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E65C69-B564-2526-4A93-39857F9F496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7F9498E5-5870-A556-B448-D69A9DA8D61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05008BED-E15A-2741-2AB4-27BC219E175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1D40518-5746-7CE7-08F2-F0506E35A7DB}"/>
              </a:ext>
            </a:extLst>
          </p:cNvPr>
          <p:cNvSpPr>
            <a:spLocks noGrp="1"/>
          </p:cNvSpPr>
          <p:nvPr>
            <p:ph type="dt" sz="half" idx="10"/>
          </p:nvPr>
        </p:nvSpPr>
        <p:spPr/>
        <p:txBody>
          <a:bodyPr/>
          <a:lstStyle/>
          <a:p>
            <a:fld id="{C5B0C8E9-6A56-4D2F-9225-97ADA5AB009F}" type="datetimeFigureOut">
              <a:rPr lang="en-US" smtClean="0"/>
              <a:t>5/4/2026</a:t>
            </a:fld>
            <a:endParaRPr lang="en-US"/>
          </a:p>
        </p:txBody>
      </p:sp>
      <p:sp>
        <p:nvSpPr>
          <p:cNvPr id="6" name="Footer Placeholder 5">
            <a:extLst>
              <a:ext uri="{FF2B5EF4-FFF2-40B4-BE49-F238E27FC236}">
                <a16:creationId xmlns:a16="http://schemas.microsoft.com/office/drawing/2014/main" id="{99CF991C-DE8C-3FFC-02DA-689457F6FBE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39AF862-F404-5DB1-00AD-8FE2207736D2}"/>
              </a:ext>
            </a:extLst>
          </p:cNvPr>
          <p:cNvSpPr>
            <a:spLocks noGrp="1"/>
          </p:cNvSpPr>
          <p:nvPr>
            <p:ph type="sldNum" sz="quarter" idx="12"/>
          </p:nvPr>
        </p:nvSpPr>
        <p:spPr/>
        <p:txBody>
          <a:bodyPr/>
          <a:lstStyle/>
          <a:p>
            <a:fld id="{F20A4164-C1F0-4271-A6CD-6B0EBA4D7EFE}" type="slidenum">
              <a:rPr lang="en-US" smtClean="0"/>
              <a:t>‹#›</a:t>
            </a:fld>
            <a:endParaRPr lang="en-US"/>
          </a:p>
        </p:txBody>
      </p:sp>
    </p:spTree>
    <p:extLst>
      <p:ext uri="{BB962C8B-B14F-4D97-AF65-F5344CB8AC3E}">
        <p14:creationId xmlns:p14="http://schemas.microsoft.com/office/powerpoint/2010/main" val="83979244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9AD209-3655-AAC0-BBF5-2EB3761CD6BE}"/>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C47D89F-7D46-B004-1918-3E16CAD74A9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3908A6F-DD51-1D57-BE88-4F4A7C6649C6}"/>
              </a:ext>
            </a:extLst>
          </p:cNvPr>
          <p:cNvSpPr>
            <a:spLocks noGrp="1"/>
          </p:cNvSpPr>
          <p:nvPr>
            <p:ph type="dt" sz="half" idx="10"/>
          </p:nvPr>
        </p:nvSpPr>
        <p:spPr/>
        <p:txBody>
          <a:bodyPr/>
          <a:lstStyle/>
          <a:p>
            <a:fld id="{C5B0C8E9-6A56-4D2F-9225-97ADA5AB009F}" type="datetimeFigureOut">
              <a:rPr lang="en-US" smtClean="0"/>
              <a:t>5/4/2026</a:t>
            </a:fld>
            <a:endParaRPr lang="en-US"/>
          </a:p>
        </p:txBody>
      </p:sp>
      <p:sp>
        <p:nvSpPr>
          <p:cNvPr id="5" name="Footer Placeholder 4">
            <a:extLst>
              <a:ext uri="{FF2B5EF4-FFF2-40B4-BE49-F238E27FC236}">
                <a16:creationId xmlns:a16="http://schemas.microsoft.com/office/drawing/2014/main" id="{313D0004-7856-C8F8-EB5C-4AB9C7D2D17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A3DCC10-98AA-7F17-B6F7-9D0ACB31D5DE}"/>
              </a:ext>
            </a:extLst>
          </p:cNvPr>
          <p:cNvSpPr>
            <a:spLocks noGrp="1"/>
          </p:cNvSpPr>
          <p:nvPr>
            <p:ph type="sldNum" sz="quarter" idx="12"/>
          </p:nvPr>
        </p:nvSpPr>
        <p:spPr/>
        <p:txBody>
          <a:bodyPr/>
          <a:lstStyle/>
          <a:p>
            <a:fld id="{F20A4164-C1F0-4271-A6CD-6B0EBA4D7EFE}" type="slidenum">
              <a:rPr lang="en-US" smtClean="0"/>
              <a:t>‹#›</a:t>
            </a:fld>
            <a:endParaRPr lang="en-US"/>
          </a:p>
        </p:txBody>
      </p:sp>
    </p:spTree>
    <p:extLst>
      <p:ext uri="{BB962C8B-B14F-4D97-AF65-F5344CB8AC3E}">
        <p14:creationId xmlns:p14="http://schemas.microsoft.com/office/powerpoint/2010/main" val="344640641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BC15658-9BED-0C71-C47C-6068DAD5D1EA}"/>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04AC3D0F-7681-7469-9BBE-43B5D1C5BB2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D89184E-D53D-0D81-1311-3AA01D9035D5}"/>
              </a:ext>
            </a:extLst>
          </p:cNvPr>
          <p:cNvSpPr>
            <a:spLocks noGrp="1"/>
          </p:cNvSpPr>
          <p:nvPr>
            <p:ph type="dt" sz="half" idx="10"/>
          </p:nvPr>
        </p:nvSpPr>
        <p:spPr/>
        <p:txBody>
          <a:bodyPr/>
          <a:lstStyle/>
          <a:p>
            <a:fld id="{C5B0C8E9-6A56-4D2F-9225-97ADA5AB009F}" type="datetimeFigureOut">
              <a:rPr lang="en-US" smtClean="0"/>
              <a:t>5/4/2026</a:t>
            </a:fld>
            <a:endParaRPr lang="en-US"/>
          </a:p>
        </p:txBody>
      </p:sp>
      <p:sp>
        <p:nvSpPr>
          <p:cNvPr id="5" name="Footer Placeholder 4">
            <a:extLst>
              <a:ext uri="{FF2B5EF4-FFF2-40B4-BE49-F238E27FC236}">
                <a16:creationId xmlns:a16="http://schemas.microsoft.com/office/drawing/2014/main" id="{5C38B697-7309-BF6C-C3C4-44D46309F48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C7B2F43-BECE-9275-F361-08D1FA3D3729}"/>
              </a:ext>
            </a:extLst>
          </p:cNvPr>
          <p:cNvSpPr>
            <a:spLocks noGrp="1"/>
          </p:cNvSpPr>
          <p:nvPr>
            <p:ph type="sldNum" sz="quarter" idx="12"/>
          </p:nvPr>
        </p:nvSpPr>
        <p:spPr/>
        <p:txBody>
          <a:bodyPr/>
          <a:lstStyle/>
          <a:p>
            <a:fld id="{F20A4164-C1F0-4271-A6CD-6B0EBA4D7EFE}" type="slidenum">
              <a:rPr lang="en-US" smtClean="0"/>
              <a:t>‹#›</a:t>
            </a:fld>
            <a:endParaRPr lang="en-US"/>
          </a:p>
        </p:txBody>
      </p:sp>
    </p:spTree>
    <p:extLst>
      <p:ext uri="{BB962C8B-B14F-4D97-AF65-F5344CB8AC3E}">
        <p14:creationId xmlns:p14="http://schemas.microsoft.com/office/powerpoint/2010/main" val="267465931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3D43E1C-7C8C-B087-1643-B59CC274BC3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5F3E9856-2605-8CE1-8221-2E0F31CB0CB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722F33E-F4DD-792C-ECA0-AABC641049B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C5B0C8E9-6A56-4D2F-9225-97ADA5AB009F}" type="datetimeFigureOut">
              <a:rPr lang="en-US" smtClean="0"/>
              <a:t>5/4/2026</a:t>
            </a:fld>
            <a:endParaRPr lang="en-US"/>
          </a:p>
        </p:txBody>
      </p:sp>
      <p:sp>
        <p:nvSpPr>
          <p:cNvPr id="5" name="Footer Placeholder 4">
            <a:extLst>
              <a:ext uri="{FF2B5EF4-FFF2-40B4-BE49-F238E27FC236}">
                <a16:creationId xmlns:a16="http://schemas.microsoft.com/office/drawing/2014/main" id="{1BF7C780-D0B2-2F7F-103B-DD7BDAA959E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E2CC8B15-E172-F7F0-7AA1-3B2C1746D00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F20A4164-C1F0-4271-A6CD-6B0EBA4D7EFE}" type="slidenum">
              <a:rPr lang="en-US" smtClean="0"/>
              <a:t>‹#›</a:t>
            </a:fld>
            <a:endParaRPr lang="en-US"/>
          </a:p>
        </p:txBody>
      </p:sp>
    </p:spTree>
    <p:extLst>
      <p:ext uri="{BB962C8B-B14F-4D97-AF65-F5344CB8AC3E}">
        <p14:creationId xmlns:p14="http://schemas.microsoft.com/office/powerpoint/2010/main" val="412845288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8" Type="http://schemas.openxmlformats.org/officeDocument/2006/relationships/diagramLayout" Target="../diagrams/layout2.xml"/><Relationship Id="rId3" Type="http://schemas.openxmlformats.org/officeDocument/2006/relationships/diagramLayout" Target="../diagrams/layout1.xml"/><Relationship Id="rId7" Type="http://schemas.openxmlformats.org/officeDocument/2006/relationships/diagramData" Target="../diagrams/data2.xml"/><Relationship Id="rId2" Type="http://schemas.openxmlformats.org/officeDocument/2006/relationships/diagramData" Target="../diagrams/data1.xml"/><Relationship Id="rId1" Type="http://schemas.openxmlformats.org/officeDocument/2006/relationships/slideLayout" Target="../slideLayouts/slideLayout5.xml"/><Relationship Id="rId6" Type="http://schemas.microsoft.com/office/2007/relationships/diagramDrawing" Target="../diagrams/drawing1.xml"/><Relationship Id="rId11" Type="http://schemas.microsoft.com/office/2007/relationships/diagramDrawing" Target="../diagrams/drawing2.xml"/><Relationship Id="rId5" Type="http://schemas.openxmlformats.org/officeDocument/2006/relationships/diagramColors" Target="../diagrams/colors1.xml"/><Relationship Id="rId10" Type="http://schemas.openxmlformats.org/officeDocument/2006/relationships/diagramColors" Target="../diagrams/colors2.xml"/><Relationship Id="rId4" Type="http://schemas.openxmlformats.org/officeDocument/2006/relationships/diagramQuickStyle" Target="../diagrams/quickStyle1.xml"/><Relationship Id="rId9" Type="http://schemas.openxmlformats.org/officeDocument/2006/relationships/diagramQuickStyle" Target="../diagrams/quickStyle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image" Target="../media/image6.png"/><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8" Type="http://schemas.openxmlformats.org/officeDocument/2006/relationships/diagramLayout" Target="../diagrams/layout4.xml"/><Relationship Id="rId3" Type="http://schemas.openxmlformats.org/officeDocument/2006/relationships/diagramLayout" Target="../diagrams/layout3.xml"/><Relationship Id="rId7" Type="http://schemas.openxmlformats.org/officeDocument/2006/relationships/diagramData" Target="../diagrams/data4.xml"/><Relationship Id="rId2" Type="http://schemas.openxmlformats.org/officeDocument/2006/relationships/diagramData" Target="../diagrams/data3.xml"/><Relationship Id="rId1" Type="http://schemas.openxmlformats.org/officeDocument/2006/relationships/slideLayout" Target="../slideLayouts/slideLayout5.xml"/><Relationship Id="rId6" Type="http://schemas.microsoft.com/office/2007/relationships/diagramDrawing" Target="../diagrams/drawing3.xml"/><Relationship Id="rId11" Type="http://schemas.microsoft.com/office/2007/relationships/diagramDrawing" Target="../diagrams/drawing4.xml"/><Relationship Id="rId5" Type="http://schemas.openxmlformats.org/officeDocument/2006/relationships/diagramColors" Target="../diagrams/colors3.xml"/><Relationship Id="rId10" Type="http://schemas.openxmlformats.org/officeDocument/2006/relationships/diagramColors" Target="../diagrams/colors4.xml"/><Relationship Id="rId4" Type="http://schemas.openxmlformats.org/officeDocument/2006/relationships/diagramQuickStyle" Target="../diagrams/quickStyle3.xml"/><Relationship Id="rId9" Type="http://schemas.openxmlformats.org/officeDocument/2006/relationships/diagramQuickStyle" Target="../diagrams/quickStyle4.xml"/></Relationships>
</file>

<file path=ppt/slides/_rels/slide12.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74751229-0244-4FBB-BED1-407467F4C95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D508B95-2933-7D58-62F8-A13F97255B61}"/>
              </a:ext>
            </a:extLst>
          </p:cNvPr>
          <p:cNvSpPr>
            <a:spLocks noGrp="1"/>
          </p:cNvSpPr>
          <p:nvPr>
            <p:ph type="title"/>
          </p:nvPr>
        </p:nvSpPr>
        <p:spPr>
          <a:xfrm>
            <a:off x="819713" y="331094"/>
            <a:ext cx="9516479" cy="733778"/>
          </a:xfrm>
        </p:spPr>
        <p:txBody>
          <a:bodyPr vert="horz" lIns="91440" tIns="45720" rIns="91440" bIns="45720" rtlCol="0" anchor="b">
            <a:normAutofit fontScale="90000"/>
          </a:bodyPr>
          <a:lstStyle/>
          <a:p>
            <a:r>
              <a:rPr lang="en-US" sz="3600" dirty="0"/>
              <a:t>Healthcare AI Chatbot </a:t>
            </a:r>
            <a:br>
              <a:rPr lang="en-US" sz="3600" dirty="0"/>
            </a:br>
            <a:endParaRPr lang="en-US" sz="3600" kern="1200" dirty="0">
              <a:solidFill>
                <a:schemeClr val="tx1"/>
              </a:solidFill>
              <a:latin typeface="+mj-lt"/>
              <a:ea typeface="+mj-ea"/>
              <a:cs typeface="+mj-cs"/>
            </a:endParaRPr>
          </a:p>
        </p:txBody>
      </p:sp>
      <p:pic>
        <p:nvPicPr>
          <p:cNvPr id="18" name="Graphic 17" descr="Head with Gears">
            <a:extLst>
              <a:ext uri="{FF2B5EF4-FFF2-40B4-BE49-F238E27FC236}">
                <a16:creationId xmlns:a16="http://schemas.microsoft.com/office/drawing/2014/main" id="{D3BD3439-9624-492B-9453-6E569F5B326D}"/>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a:alphaModFix amt="15000"/>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6607815" y="716407"/>
            <a:ext cx="5411343" cy="5411343"/>
          </a:xfrm>
          <a:prstGeom prst="rect">
            <a:avLst/>
          </a:prstGeom>
        </p:spPr>
      </p:pic>
      <p:sp>
        <p:nvSpPr>
          <p:cNvPr id="23" name="TextBox 22">
            <a:extLst>
              <a:ext uri="{FF2B5EF4-FFF2-40B4-BE49-F238E27FC236}">
                <a16:creationId xmlns:a16="http://schemas.microsoft.com/office/drawing/2014/main" id="{F4F6EE20-D1E9-B93A-E776-4EA96D806D3F}"/>
              </a:ext>
            </a:extLst>
          </p:cNvPr>
          <p:cNvSpPr txBox="1"/>
          <p:nvPr/>
        </p:nvSpPr>
        <p:spPr>
          <a:xfrm>
            <a:off x="902657" y="1317837"/>
            <a:ext cx="6094070" cy="2585323"/>
          </a:xfrm>
          <a:prstGeom prst="rect">
            <a:avLst/>
          </a:prstGeom>
          <a:noFill/>
        </p:spPr>
        <p:txBody>
          <a:bodyPr wrap="square">
            <a:spAutoFit/>
          </a:bodyPr>
          <a:lstStyle/>
          <a:p>
            <a:pPr marL="285750" indent="-285750" algn="just">
              <a:buFont typeface="Wingdings" panose="05000000000000000000" pitchFamily="2" charset="2"/>
              <a:buChar char="§"/>
            </a:pPr>
            <a:r>
              <a:rPr lang="en-US" dirty="0"/>
              <a:t>Nomcebo </a:t>
            </a:r>
            <a:r>
              <a:rPr lang="en-US" dirty="0" err="1"/>
              <a:t>Dazela</a:t>
            </a:r>
            <a:endParaRPr lang="en-US" dirty="0"/>
          </a:p>
          <a:p>
            <a:pPr algn="just"/>
            <a:endParaRPr lang="en-US" dirty="0"/>
          </a:p>
          <a:p>
            <a:pPr marL="285750" indent="-285750" algn="just">
              <a:buFont typeface="Wingdings" panose="05000000000000000000" pitchFamily="2" charset="2"/>
              <a:buChar char="§"/>
            </a:pPr>
            <a:r>
              <a:rPr lang="en-US" dirty="0"/>
              <a:t>Vhutali Rasila</a:t>
            </a:r>
          </a:p>
          <a:p>
            <a:pPr algn="just"/>
            <a:endParaRPr lang="en-US" dirty="0"/>
          </a:p>
          <a:p>
            <a:pPr marL="285750" indent="-285750" algn="just">
              <a:buFont typeface="Wingdings" panose="05000000000000000000" pitchFamily="2" charset="2"/>
              <a:buChar char="§"/>
            </a:pPr>
            <a:r>
              <a:rPr lang="en-US" dirty="0" err="1"/>
              <a:t>Kelebogile</a:t>
            </a:r>
            <a:r>
              <a:rPr lang="en-US" dirty="0"/>
              <a:t> Matlala</a:t>
            </a:r>
          </a:p>
          <a:p>
            <a:pPr algn="just"/>
            <a:endParaRPr lang="en-US" dirty="0"/>
          </a:p>
          <a:p>
            <a:pPr marL="285750" indent="-285750" algn="just">
              <a:buFont typeface="Wingdings" panose="05000000000000000000" pitchFamily="2" charset="2"/>
              <a:buChar char="§"/>
            </a:pPr>
            <a:r>
              <a:rPr lang="en-US" dirty="0"/>
              <a:t>Mbuyelo Nyathi</a:t>
            </a:r>
          </a:p>
          <a:p>
            <a:pPr algn="just"/>
            <a:endParaRPr lang="en-US" dirty="0"/>
          </a:p>
          <a:p>
            <a:pPr marL="285750" indent="-285750" algn="just">
              <a:buFont typeface="Wingdings" panose="05000000000000000000" pitchFamily="2" charset="2"/>
              <a:buChar char="§"/>
            </a:pPr>
            <a:r>
              <a:rPr lang="en-US" dirty="0"/>
              <a:t>Dumisani Malindi</a:t>
            </a:r>
          </a:p>
        </p:txBody>
      </p:sp>
    </p:spTree>
    <p:extLst>
      <p:ext uri="{BB962C8B-B14F-4D97-AF65-F5344CB8AC3E}">
        <p14:creationId xmlns:p14="http://schemas.microsoft.com/office/powerpoint/2010/main" val="177867630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32" name="Rectangle 31">
            <a:extLst>
              <a:ext uri="{FF2B5EF4-FFF2-40B4-BE49-F238E27FC236}">
                <a16:creationId xmlns:a16="http://schemas.microsoft.com/office/drawing/2014/main" id="{04812C46-200A-4DEB-A05E-3ED6C68C23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 name="Content Placeholder 13" descr="Angle view of circuit shaped like a brain">
            <a:extLst>
              <a:ext uri="{FF2B5EF4-FFF2-40B4-BE49-F238E27FC236}">
                <a16:creationId xmlns:a16="http://schemas.microsoft.com/office/drawing/2014/main" id="{C8D591F1-9077-8629-C117-B11D48B64C4A}"/>
              </a:ext>
            </a:extLst>
          </p:cNvPr>
          <p:cNvPicPr>
            <a:picLocks noChangeAspect="1"/>
          </p:cNvPicPr>
          <p:nvPr/>
        </p:nvPicPr>
        <p:blipFill>
          <a:blip r:embed="rId2"/>
          <a:srcRect l="827" r="828" b="2"/>
          <a:stretch>
            <a:fillRect/>
          </a:stretch>
        </p:blipFill>
        <p:spPr>
          <a:xfrm>
            <a:off x="1" y="10"/>
            <a:ext cx="9669642" cy="6857990"/>
          </a:xfrm>
          <a:prstGeom prst="rect">
            <a:avLst/>
          </a:prstGeom>
        </p:spPr>
      </p:pic>
      <p:sp>
        <p:nvSpPr>
          <p:cNvPr id="34" name="Rectangle 33">
            <a:extLst>
              <a:ext uri="{FF2B5EF4-FFF2-40B4-BE49-F238E27FC236}">
                <a16:creationId xmlns:a16="http://schemas.microsoft.com/office/drawing/2014/main" id="{D1EA859B-E555-4109-94F3-6700E046E0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5125019" y="0"/>
            <a:ext cx="7066978" cy="6858000"/>
          </a:xfrm>
          <a:prstGeom prst="rect">
            <a:avLst/>
          </a:prstGeom>
          <a:gradFill>
            <a:gsLst>
              <a:gs pos="48000">
                <a:schemeClr val="bg1"/>
              </a:gs>
              <a:gs pos="35000">
                <a:schemeClr val="bg1">
                  <a:alpha val="77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80BF1343-28BD-0E8D-0F1D-1E5338493F66}"/>
              </a:ext>
            </a:extLst>
          </p:cNvPr>
          <p:cNvSpPr>
            <a:spLocks noGrp="1"/>
          </p:cNvSpPr>
          <p:nvPr>
            <p:ph type="title"/>
          </p:nvPr>
        </p:nvSpPr>
        <p:spPr>
          <a:xfrm>
            <a:off x="7531610" y="365125"/>
            <a:ext cx="3822189" cy="1899912"/>
          </a:xfrm>
        </p:spPr>
        <p:txBody>
          <a:bodyPr vert="horz" lIns="91440" tIns="45720" rIns="91440" bIns="45720" rtlCol="0">
            <a:normAutofit/>
          </a:bodyPr>
          <a:lstStyle/>
          <a:p>
            <a:r>
              <a:rPr lang="en-US" sz="4000"/>
              <a:t>Overview</a:t>
            </a:r>
          </a:p>
        </p:txBody>
      </p:sp>
      <p:sp>
        <p:nvSpPr>
          <p:cNvPr id="29" name="Content Placeholder 28">
            <a:extLst>
              <a:ext uri="{FF2B5EF4-FFF2-40B4-BE49-F238E27FC236}">
                <a16:creationId xmlns:a16="http://schemas.microsoft.com/office/drawing/2014/main" id="{8EF4D644-CD9E-BBD2-0340-00732D426728}"/>
              </a:ext>
            </a:extLst>
          </p:cNvPr>
          <p:cNvSpPr>
            <a:spLocks noGrp="1"/>
          </p:cNvSpPr>
          <p:nvPr>
            <p:ph idx="1"/>
          </p:nvPr>
        </p:nvSpPr>
        <p:spPr>
          <a:xfrm>
            <a:off x="7531610" y="2434201"/>
            <a:ext cx="3822189" cy="3742762"/>
          </a:xfrm>
        </p:spPr>
        <p:txBody>
          <a:bodyPr>
            <a:normAutofit fontScale="92500" lnSpcReduction="10000"/>
          </a:bodyPr>
          <a:lstStyle/>
          <a:p>
            <a:pPr marL="0" indent="0" algn="just">
              <a:buNone/>
            </a:pPr>
            <a:r>
              <a:rPr lang="en-US" sz="2000" dirty="0"/>
              <a:t>This project presents the development of an AI-powered chatbot designed to assist users with healthcare-related services and general health guidance. The chatbot leverages prompt engineering and conversational design principles to deliver accurate, clear, and safe responses. Developed using the Voice flow platform, the system integrates structured workflows with AI-generated responses to create a seamless, interactive and user-friendly experience. </a:t>
            </a:r>
          </a:p>
        </p:txBody>
      </p:sp>
    </p:spTree>
    <p:extLst>
      <p:ext uri="{BB962C8B-B14F-4D97-AF65-F5344CB8AC3E}">
        <p14:creationId xmlns:p14="http://schemas.microsoft.com/office/powerpoint/2010/main" val="308645922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6357D23-10E8-C26A-AF8B-9E44788FF7CF}"/>
            </a:ext>
          </a:extLst>
        </p:cNvPr>
        <p:cNvGrpSpPr/>
        <p:nvPr/>
      </p:nvGrpSpPr>
      <p:grpSpPr>
        <a:xfrm>
          <a:off x="0" y="0"/>
          <a:ext cx="0" cy="0"/>
          <a:chOff x="0" y="0"/>
          <a:chExt cx="0" cy="0"/>
        </a:xfrm>
      </p:grpSpPr>
      <p:sp useBgFill="1">
        <p:nvSpPr>
          <p:cNvPr id="24" name="Rectangle 23">
            <a:extLst>
              <a:ext uri="{FF2B5EF4-FFF2-40B4-BE49-F238E27FC236}">
                <a16:creationId xmlns:a16="http://schemas.microsoft.com/office/drawing/2014/main" id="{17718681-A12E-49D6-9925-DD7C68176D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Freeform: Shape 25">
            <a:extLst>
              <a:ext uri="{FF2B5EF4-FFF2-40B4-BE49-F238E27FC236}">
                <a16:creationId xmlns:a16="http://schemas.microsoft.com/office/drawing/2014/main" id="{FBD77573-9EF2-4C35-8285-A1CF6FBB0E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0"/>
            <a:ext cx="5511704" cy="6858000"/>
          </a:xfrm>
          <a:custGeom>
            <a:avLst/>
            <a:gdLst>
              <a:gd name="connsiteX0" fmla="*/ 5511704 w 5511704"/>
              <a:gd name="connsiteY0" fmla="*/ 0 h 6886576"/>
              <a:gd name="connsiteX1" fmla="*/ 1008599 w 5511704"/>
              <a:gd name="connsiteY1" fmla="*/ 0 h 6886576"/>
              <a:gd name="connsiteX2" fmla="*/ 1310975 w 5511704"/>
              <a:gd name="connsiteY2" fmla="*/ 110728 h 6886576"/>
              <a:gd name="connsiteX3" fmla="*/ 1267362 w 5511704"/>
              <a:gd name="connsiteY3" fmla="*/ 135731 h 6886576"/>
              <a:gd name="connsiteX4" fmla="*/ 1005692 w 5511704"/>
              <a:gd name="connsiteY4" fmla="*/ 71437 h 6886576"/>
              <a:gd name="connsiteX5" fmla="*/ 953358 w 5511704"/>
              <a:gd name="connsiteY5" fmla="*/ 89297 h 6886576"/>
              <a:gd name="connsiteX6" fmla="*/ 979525 w 5511704"/>
              <a:gd name="connsiteY6" fmla="*/ 164307 h 6886576"/>
              <a:gd name="connsiteX7" fmla="*/ 1092915 w 5511704"/>
              <a:gd name="connsiteY7" fmla="*/ 192882 h 6886576"/>
              <a:gd name="connsiteX8" fmla="*/ 1270270 w 5511704"/>
              <a:gd name="connsiteY8" fmla="*/ 375047 h 6886576"/>
              <a:gd name="connsiteX9" fmla="*/ 1002784 w 5511704"/>
              <a:gd name="connsiteY9" fmla="*/ 353615 h 6886576"/>
              <a:gd name="connsiteX10" fmla="*/ 956265 w 5511704"/>
              <a:gd name="connsiteY10" fmla="*/ 396479 h 6886576"/>
              <a:gd name="connsiteX11" fmla="*/ 938820 w 5511704"/>
              <a:gd name="connsiteY11" fmla="*/ 453629 h 6886576"/>
              <a:gd name="connsiteX12" fmla="*/ 860319 w 5511704"/>
              <a:gd name="connsiteY12" fmla="*/ 360759 h 6886576"/>
              <a:gd name="connsiteX13" fmla="*/ 793447 w 5511704"/>
              <a:gd name="connsiteY13" fmla="*/ 335757 h 6886576"/>
              <a:gd name="connsiteX14" fmla="*/ 773095 w 5511704"/>
              <a:gd name="connsiteY14" fmla="*/ 417910 h 6886576"/>
              <a:gd name="connsiteX15" fmla="*/ 834151 w 5511704"/>
              <a:gd name="connsiteY15" fmla="*/ 507206 h 6886576"/>
              <a:gd name="connsiteX16" fmla="*/ 996969 w 5511704"/>
              <a:gd name="connsiteY16" fmla="*/ 560785 h 6886576"/>
              <a:gd name="connsiteX17" fmla="*/ 822522 w 5511704"/>
              <a:gd name="connsiteY17" fmla="*/ 560785 h 6886576"/>
              <a:gd name="connsiteX18" fmla="*/ 621908 w 5511704"/>
              <a:gd name="connsiteY18" fmla="*/ 525066 h 6886576"/>
              <a:gd name="connsiteX19" fmla="*/ 409664 w 5511704"/>
              <a:gd name="connsiteY19" fmla="*/ 535781 h 6886576"/>
              <a:gd name="connsiteX20" fmla="*/ 209049 w 5511704"/>
              <a:gd name="connsiteY20" fmla="*/ 464344 h 6886576"/>
              <a:gd name="connsiteX21" fmla="*/ 5527 w 5511704"/>
              <a:gd name="connsiteY21" fmla="*/ 467916 h 6886576"/>
              <a:gd name="connsiteX22" fmla="*/ 906838 w 5511704"/>
              <a:gd name="connsiteY22" fmla="*/ 914400 h 6886576"/>
              <a:gd name="connsiteX23" fmla="*/ 863226 w 5511704"/>
              <a:gd name="connsiteY23" fmla="*/ 925116 h 6886576"/>
              <a:gd name="connsiteX24" fmla="*/ 805077 w 5511704"/>
              <a:gd name="connsiteY24" fmla="*/ 953691 h 6886576"/>
              <a:gd name="connsiteX25" fmla="*/ 848689 w 5511704"/>
              <a:gd name="connsiteY25" fmla="*/ 1010841 h 6886576"/>
              <a:gd name="connsiteX26" fmla="*/ 1084193 w 5511704"/>
              <a:gd name="connsiteY26" fmla="*/ 1117997 h 6886576"/>
              <a:gd name="connsiteX27" fmla="*/ 1142342 w 5511704"/>
              <a:gd name="connsiteY27" fmla="*/ 1225153 h 6886576"/>
              <a:gd name="connsiteX28" fmla="*/ 1069655 w 5511704"/>
              <a:gd name="connsiteY28" fmla="*/ 1214438 h 6886576"/>
              <a:gd name="connsiteX29" fmla="*/ 1005692 w 5511704"/>
              <a:gd name="connsiteY29" fmla="*/ 1235869 h 6886576"/>
              <a:gd name="connsiteX30" fmla="*/ 1031858 w 5511704"/>
              <a:gd name="connsiteY30" fmla="*/ 1371600 h 6886576"/>
              <a:gd name="connsiteX31" fmla="*/ 1366216 w 5511704"/>
              <a:gd name="connsiteY31" fmla="*/ 1546622 h 6886576"/>
              <a:gd name="connsiteX32" fmla="*/ 1395290 w 5511704"/>
              <a:gd name="connsiteY32" fmla="*/ 1603772 h 6886576"/>
              <a:gd name="connsiteX33" fmla="*/ 1354586 w 5511704"/>
              <a:gd name="connsiteY33" fmla="*/ 1643063 h 6886576"/>
              <a:gd name="connsiteX34" fmla="*/ 1247011 w 5511704"/>
              <a:gd name="connsiteY34" fmla="*/ 1664494 h 6886576"/>
              <a:gd name="connsiteX35" fmla="*/ 1398198 w 5511704"/>
              <a:gd name="connsiteY35" fmla="*/ 1857375 h 6886576"/>
              <a:gd name="connsiteX36" fmla="*/ 1453440 w 5511704"/>
              <a:gd name="connsiteY36" fmla="*/ 1910954 h 6886576"/>
              <a:gd name="connsiteX37" fmla="*/ 1549386 w 5511704"/>
              <a:gd name="connsiteY37" fmla="*/ 1993106 h 6886576"/>
              <a:gd name="connsiteX38" fmla="*/ 1549386 w 5511704"/>
              <a:gd name="connsiteY38" fmla="*/ 2021681 h 6886576"/>
              <a:gd name="connsiteX39" fmla="*/ 1421458 w 5511704"/>
              <a:gd name="connsiteY39" fmla="*/ 2110978 h 6886576"/>
              <a:gd name="connsiteX40" fmla="*/ 1188861 w 5511704"/>
              <a:gd name="connsiteY40" fmla="*/ 2085976 h 6886576"/>
              <a:gd name="connsiteX41" fmla="*/ 1531941 w 5511704"/>
              <a:gd name="connsiteY41" fmla="*/ 2218135 h 6886576"/>
              <a:gd name="connsiteX42" fmla="*/ 421293 w 5511704"/>
              <a:gd name="connsiteY42" fmla="*/ 1900238 h 6886576"/>
              <a:gd name="connsiteX43" fmla="*/ 491072 w 5511704"/>
              <a:gd name="connsiteY43" fmla="*/ 1982391 h 6886576"/>
              <a:gd name="connsiteX44" fmla="*/ 880671 w 5511704"/>
              <a:gd name="connsiteY44" fmla="*/ 2200276 h 6886576"/>
              <a:gd name="connsiteX45" fmla="*/ 991154 w 5511704"/>
              <a:gd name="connsiteY45" fmla="*/ 2336007 h 6886576"/>
              <a:gd name="connsiteX46" fmla="*/ 1107453 w 5511704"/>
              <a:gd name="connsiteY46" fmla="*/ 2411016 h 6886576"/>
              <a:gd name="connsiteX47" fmla="*/ 1270270 w 5511704"/>
              <a:gd name="connsiteY47" fmla="*/ 2411016 h 6886576"/>
              <a:gd name="connsiteX48" fmla="*/ 1386568 w 5511704"/>
              <a:gd name="connsiteY48" fmla="*/ 2528889 h 6886576"/>
              <a:gd name="connsiteX49" fmla="*/ 1267362 w 5511704"/>
              <a:gd name="connsiteY49" fmla="*/ 2553891 h 6886576"/>
              <a:gd name="connsiteX50" fmla="*/ 1127805 w 5511704"/>
              <a:gd name="connsiteY50" fmla="*/ 2536032 h 6886576"/>
              <a:gd name="connsiteX51" fmla="*/ 970802 w 5511704"/>
              <a:gd name="connsiteY51" fmla="*/ 2575322 h 6886576"/>
              <a:gd name="connsiteX52" fmla="*/ 825429 w 5511704"/>
              <a:gd name="connsiteY52" fmla="*/ 2543176 h 6886576"/>
              <a:gd name="connsiteX53" fmla="*/ 650982 w 5511704"/>
              <a:gd name="connsiteY53" fmla="*/ 2564607 h 6886576"/>
              <a:gd name="connsiteX54" fmla="*/ 595740 w 5511704"/>
              <a:gd name="connsiteY54" fmla="*/ 2703909 h 6886576"/>
              <a:gd name="connsiteX55" fmla="*/ 578296 w 5511704"/>
              <a:gd name="connsiteY55" fmla="*/ 2714626 h 6886576"/>
              <a:gd name="connsiteX56" fmla="*/ 255568 w 5511704"/>
              <a:gd name="connsiteY56" fmla="*/ 2936081 h 6886576"/>
              <a:gd name="connsiteX57" fmla="*/ 165437 w 5511704"/>
              <a:gd name="connsiteY57" fmla="*/ 2953941 h 6886576"/>
              <a:gd name="connsiteX58" fmla="*/ 697501 w 5511704"/>
              <a:gd name="connsiteY58" fmla="*/ 3343275 h 6886576"/>
              <a:gd name="connsiteX59" fmla="*/ 339884 w 5511704"/>
              <a:gd name="connsiteY59" fmla="*/ 3243263 h 6886576"/>
              <a:gd name="connsiteX60" fmla="*/ 290458 w 5511704"/>
              <a:gd name="connsiteY60" fmla="*/ 3407569 h 6886576"/>
              <a:gd name="connsiteX61" fmla="*/ 459090 w 5511704"/>
              <a:gd name="connsiteY61" fmla="*/ 3554016 h 6886576"/>
              <a:gd name="connsiteX62" fmla="*/ 520147 w 5511704"/>
              <a:gd name="connsiteY62" fmla="*/ 3843338 h 6886576"/>
              <a:gd name="connsiteX63" fmla="*/ 491072 w 5511704"/>
              <a:gd name="connsiteY63" fmla="*/ 4107657 h 6886576"/>
              <a:gd name="connsiteX64" fmla="*/ 418386 w 5511704"/>
              <a:gd name="connsiteY64" fmla="*/ 4189810 h 6886576"/>
              <a:gd name="connsiteX65" fmla="*/ 313718 w 5511704"/>
              <a:gd name="connsiteY65" fmla="*/ 4339829 h 6886576"/>
              <a:gd name="connsiteX66" fmla="*/ 249753 w 5511704"/>
              <a:gd name="connsiteY66" fmla="*/ 4432698 h 6886576"/>
              <a:gd name="connsiteX67" fmla="*/ 25879 w 5511704"/>
              <a:gd name="connsiteY67" fmla="*/ 4396979 h 6886576"/>
              <a:gd name="connsiteX68" fmla="*/ 325347 w 5511704"/>
              <a:gd name="connsiteY68" fmla="*/ 4632722 h 6886576"/>
              <a:gd name="connsiteX69" fmla="*/ 84029 w 5511704"/>
              <a:gd name="connsiteY69" fmla="*/ 4604147 h 6886576"/>
              <a:gd name="connsiteX70" fmla="*/ 5527 w 5511704"/>
              <a:gd name="connsiteY70" fmla="*/ 4622007 h 6886576"/>
              <a:gd name="connsiteX71" fmla="*/ 49139 w 5511704"/>
              <a:gd name="connsiteY71" fmla="*/ 4697016 h 6886576"/>
              <a:gd name="connsiteX72" fmla="*/ 226494 w 5511704"/>
              <a:gd name="connsiteY72" fmla="*/ 4825604 h 6886576"/>
              <a:gd name="connsiteX73" fmla="*/ 592833 w 5511704"/>
              <a:gd name="connsiteY73" fmla="*/ 5175647 h 6886576"/>
              <a:gd name="connsiteX74" fmla="*/ 238123 w 5511704"/>
              <a:gd name="connsiteY74" fmla="*/ 5014913 h 6886576"/>
              <a:gd name="connsiteX75" fmla="*/ 610278 w 5511704"/>
              <a:gd name="connsiteY75" fmla="*/ 5375673 h 6886576"/>
              <a:gd name="connsiteX76" fmla="*/ 691686 w 5511704"/>
              <a:gd name="connsiteY76" fmla="*/ 5497116 h 6886576"/>
              <a:gd name="connsiteX77" fmla="*/ 860319 w 5511704"/>
              <a:gd name="connsiteY77" fmla="*/ 5793582 h 6886576"/>
              <a:gd name="connsiteX78" fmla="*/ 851597 w 5511704"/>
              <a:gd name="connsiteY78" fmla="*/ 5825729 h 6886576"/>
              <a:gd name="connsiteX79" fmla="*/ 659704 w 5511704"/>
              <a:gd name="connsiteY79" fmla="*/ 5779295 h 6886576"/>
              <a:gd name="connsiteX80" fmla="*/ 909746 w 5511704"/>
              <a:gd name="connsiteY80" fmla="*/ 6029326 h 6886576"/>
              <a:gd name="connsiteX81" fmla="*/ 1168509 w 5511704"/>
              <a:gd name="connsiteY81" fmla="*/ 6222207 h 6886576"/>
              <a:gd name="connsiteX82" fmla="*/ 985339 w 5511704"/>
              <a:gd name="connsiteY82" fmla="*/ 6193632 h 6886576"/>
              <a:gd name="connsiteX83" fmla="*/ 732391 w 5511704"/>
              <a:gd name="connsiteY83" fmla="*/ 6082904 h 6886576"/>
              <a:gd name="connsiteX84" fmla="*/ 645167 w 5511704"/>
              <a:gd name="connsiteY84" fmla="*/ 6125766 h 6886576"/>
              <a:gd name="connsiteX85" fmla="*/ 883579 w 5511704"/>
              <a:gd name="connsiteY85" fmla="*/ 6307932 h 6886576"/>
              <a:gd name="connsiteX86" fmla="*/ 1020229 w 5511704"/>
              <a:gd name="connsiteY86" fmla="*/ 6393657 h 6886576"/>
              <a:gd name="connsiteX87" fmla="*/ 1075471 w 5511704"/>
              <a:gd name="connsiteY87" fmla="*/ 6457950 h 6886576"/>
              <a:gd name="connsiteX88" fmla="*/ 1232473 w 5511704"/>
              <a:gd name="connsiteY88" fmla="*/ 6686551 h 6886576"/>
              <a:gd name="connsiteX89" fmla="*/ 1592997 w 5511704"/>
              <a:gd name="connsiteY89" fmla="*/ 6886576 h 6886576"/>
              <a:gd name="connsiteX90" fmla="*/ 5511704 w 5511704"/>
              <a:gd name="connsiteY90" fmla="*/ 6886576 h 68865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Lst>
            <a:rect l="l" t="t" r="r" b="b"/>
            <a:pathLst>
              <a:path w="5511704" h="6886576">
                <a:moveTo>
                  <a:pt x="5511704" y="0"/>
                </a:moveTo>
                <a:lnTo>
                  <a:pt x="1008599" y="0"/>
                </a:lnTo>
                <a:cubicBezTo>
                  <a:pt x="1110360" y="35719"/>
                  <a:pt x="1209214" y="78581"/>
                  <a:pt x="1310975" y="110728"/>
                </a:cubicBezTo>
                <a:cubicBezTo>
                  <a:pt x="1296437" y="146447"/>
                  <a:pt x="1281900" y="139303"/>
                  <a:pt x="1267362" y="135731"/>
                </a:cubicBezTo>
                <a:cubicBezTo>
                  <a:pt x="1180139" y="121445"/>
                  <a:pt x="1090008" y="110728"/>
                  <a:pt x="1005692" y="71437"/>
                </a:cubicBezTo>
                <a:cubicBezTo>
                  <a:pt x="985339" y="64294"/>
                  <a:pt x="962080" y="64294"/>
                  <a:pt x="953358" y="89297"/>
                </a:cubicBezTo>
                <a:cubicBezTo>
                  <a:pt x="938820" y="125016"/>
                  <a:pt x="959172" y="146447"/>
                  <a:pt x="979525" y="164307"/>
                </a:cubicBezTo>
                <a:cubicBezTo>
                  <a:pt x="1014414" y="196453"/>
                  <a:pt x="1055118" y="189310"/>
                  <a:pt x="1092915" y="192882"/>
                </a:cubicBezTo>
                <a:cubicBezTo>
                  <a:pt x="1197583" y="210741"/>
                  <a:pt x="1247011" y="260747"/>
                  <a:pt x="1270270" y="375047"/>
                </a:cubicBezTo>
                <a:cubicBezTo>
                  <a:pt x="1180139" y="328613"/>
                  <a:pt x="1090008" y="385763"/>
                  <a:pt x="1002784" y="353615"/>
                </a:cubicBezTo>
                <a:cubicBezTo>
                  <a:pt x="979525" y="346472"/>
                  <a:pt x="944635" y="357188"/>
                  <a:pt x="956265" y="396479"/>
                </a:cubicBezTo>
                <a:cubicBezTo>
                  <a:pt x="967894" y="432198"/>
                  <a:pt x="1005692" y="460772"/>
                  <a:pt x="938820" y="453629"/>
                </a:cubicBezTo>
                <a:cubicBezTo>
                  <a:pt x="889393" y="450056"/>
                  <a:pt x="874856" y="407194"/>
                  <a:pt x="860319" y="360759"/>
                </a:cubicBezTo>
                <a:cubicBezTo>
                  <a:pt x="848689" y="335757"/>
                  <a:pt x="816707" y="321469"/>
                  <a:pt x="793447" y="335757"/>
                </a:cubicBezTo>
                <a:cubicBezTo>
                  <a:pt x="764373" y="350044"/>
                  <a:pt x="773095" y="389335"/>
                  <a:pt x="773095" y="417910"/>
                </a:cubicBezTo>
                <a:cubicBezTo>
                  <a:pt x="770187" y="471488"/>
                  <a:pt x="793447" y="496491"/>
                  <a:pt x="834151" y="507206"/>
                </a:cubicBezTo>
                <a:cubicBezTo>
                  <a:pt x="883579" y="521494"/>
                  <a:pt x="933005" y="539354"/>
                  <a:pt x="996969" y="560785"/>
                </a:cubicBezTo>
                <a:cubicBezTo>
                  <a:pt x="927190" y="596503"/>
                  <a:pt x="874856" y="589360"/>
                  <a:pt x="822522" y="560785"/>
                </a:cubicBezTo>
                <a:cubicBezTo>
                  <a:pt x="758558" y="528637"/>
                  <a:pt x="674242" y="485775"/>
                  <a:pt x="621908" y="525066"/>
                </a:cubicBezTo>
                <a:cubicBezTo>
                  <a:pt x="543407" y="582216"/>
                  <a:pt x="479443" y="546497"/>
                  <a:pt x="409664" y="535781"/>
                </a:cubicBezTo>
                <a:cubicBezTo>
                  <a:pt x="264290" y="514350"/>
                  <a:pt x="354422" y="482204"/>
                  <a:pt x="209049" y="464344"/>
                </a:cubicBezTo>
                <a:cubicBezTo>
                  <a:pt x="150900" y="457200"/>
                  <a:pt x="89843" y="428625"/>
                  <a:pt x="5527" y="467916"/>
                </a:cubicBezTo>
                <a:cubicBezTo>
                  <a:pt x="386404" y="675085"/>
                  <a:pt x="566666" y="660797"/>
                  <a:pt x="906838" y="914400"/>
                </a:cubicBezTo>
                <a:cubicBezTo>
                  <a:pt x="892301" y="939404"/>
                  <a:pt x="877764" y="928688"/>
                  <a:pt x="863226" y="925116"/>
                </a:cubicBezTo>
                <a:cubicBezTo>
                  <a:pt x="839967" y="921544"/>
                  <a:pt x="810892" y="907256"/>
                  <a:pt x="805077" y="953691"/>
                </a:cubicBezTo>
                <a:cubicBezTo>
                  <a:pt x="802169" y="989410"/>
                  <a:pt x="819615" y="1007269"/>
                  <a:pt x="848689" y="1010841"/>
                </a:cubicBezTo>
                <a:cubicBezTo>
                  <a:pt x="933005" y="1025129"/>
                  <a:pt x="1008599" y="1075135"/>
                  <a:pt x="1084193" y="1117997"/>
                </a:cubicBezTo>
                <a:cubicBezTo>
                  <a:pt x="1119082" y="1135857"/>
                  <a:pt x="1156879" y="1160860"/>
                  <a:pt x="1142342" y="1225153"/>
                </a:cubicBezTo>
                <a:cubicBezTo>
                  <a:pt x="1113268" y="1243013"/>
                  <a:pt x="1092915" y="1218009"/>
                  <a:pt x="1069655" y="1214438"/>
                </a:cubicBezTo>
                <a:cubicBezTo>
                  <a:pt x="1046396" y="1210866"/>
                  <a:pt x="991154" y="1225153"/>
                  <a:pt x="1005692" y="1235869"/>
                </a:cubicBezTo>
                <a:cubicBezTo>
                  <a:pt x="1072563" y="1275159"/>
                  <a:pt x="950450" y="1371600"/>
                  <a:pt x="1031858" y="1371600"/>
                </a:cubicBezTo>
                <a:cubicBezTo>
                  <a:pt x="1165601" y="1371600"/>
                  <a:pt x="1238288" y="1543050"/>
                  <a:pt x="1366216" y="1546622"/>
                </a:cubicBezTo>
                <a:cubicBezTo>
                  <a:pt x="1386568" y="1546622"/>
                  <a:pt x="1395290" y="1578770"/>
                  <a:pt x="1395290" y="1603772"/>
                </a:cubicBezTo>
                <a:cubicBezTo>
                  <a:pt x="1395290" y="1635920"/>
                  <a:pt x="1374939" y="1639491"/>
                  <a:pt x="1354586" y="1643063"/>
                </a:cubicBezTo>
                <a:cubicBezTo>
                  <a:pt x="1322604" y="1646635"/>
                  <a:pt x="1287715" y="1603772"/>
                  <a:pt x="1247011" y="1664494"/>
                </a:cubicBezTo>
                <a:cubicBezTo>
                  <a:pt x="1322604" y="1700213"/>
                  <a:pt x="1401105" y="1735932"/>
                  <a:pt x="1398198" y="1857375"/>
                </a:cubicBezTo>
                <a:cubicBezTo>
                  <a:pt x="1398198" y="1889523"/>
                  <a:pt x="1430180" y="1903810"/>
                  <a:pt x="1453440" y="1910954"/>
                </a:cubicBezTo>
                <a:cubicBezTo>
                  <a:pt x="1494144" y="1925241"/>
                  <a:pt x="1526126" y="1946673"/>
                  <a:pt x="1549386" y="1993106"/>
                </a:cubicBezTo>
                <a:cubicBezTo>
                  <a:pt x="1549386" y="2003822"/>
                  <a:pt x="1549386" y="2010966"/>
                  <a:pt x="1549386" y="2021681"/>
                </a:cubicBezTo>
                <a:cubicBezTo>
                  <a:pt x="1543571" y="2132410"/>
                  <a:pt x="1485422" y="2128838"/>
                  <a:pt x="1421458" y="2110978"/>
                </a:cubicBezTo>
                <a:cubicBezTo>
                  <a:pt x="1345864" y="2089547"/>
                  <a:pt x="1270270" y="2046685"/>
                  <a:pt x="1188861" y="2085976"/>
                </a:cubicBezTo>
                <a:cubicBezTo>
                  <a:pt x="1302252" y="2139554"/>
                  <a:pt x="1427272" y="2143126"/>
                  <a:pt x="1531941" y="2218135"/>
                </a:cubicBezTo>
                <a:cubicBezTo>
                  <a:pt x="1142342" y="2232422"/>
                  <a:pt x="799262" y="1993106"/>
                  <a:pt x="421293" y="1900238"/>
                </a:cubicBezTo>
                <a:cubicBezTo>
                  <a:pt x="432923" y="1960960"/>
                  <a:pt x="464905" y="1975247"/>
                  <a:pt x="491072" y="1982391"/>
                </a:cubicBezTo>
                <a:cubicBezTo>
                  <a:pt x="630630" y="2028825"/>
                  <a:pt x="752743" y="2121695"/>
                  <a:pt x="880671" y="2200276"/>
                </a:cubicBezTo>
                <a:cubicBezTo>
                  <a:pt x="933005" y="2232422"/>
                  <a:pt x="970802" y="2268142"/>
                  <a:pt x="991154" y="2336007"/>
                </a:cubicBezTo>
                <a:cubicBezTo>
                  <a:pt x="1008599" y="2400300"/>
                  <a:pt x="1043489" y="2428875"/>
                  <a:pt x="1107453" y="2411016"/>
                </a:cubicBezTo>
                <a:cubicBezTo>
                  <a:pt x="1159787" y="2396729"/>
                  <a:pt x="1215029" y="2403873"/>
                  <a:pt x="1270270" y="2411016"/>
                </a:cubicBezTo>
                <a:cubicBezTo>
                  <a:pt x="1331326" y="2418160"/>
                  <a:pt x="1401105" y="2489597"/>
                  <a:pt x="1386568" y="2528889"/>
                </a:cubicBezTo>
                <a:cubicBezTo>
                  <a:pt x="1357494" y="2593182"/>
                  <a:pt x="1308067" y="2561035"/>
                  <a:pt x="1267362" y="2553891"/>
                </a:cubicBezTo>
                <a:cubicBezTo>
                  <a:pt x="1217936" y="2546748"/>
                  <a:pt x="1127805" y="2528889"/>
                  <a:pt x="1127805" y="2536032"/>
                </a:cubicBezTo>
                <a:cubicBezTo>
                  <a:pt x="1095822" y="2696766"/>
                  <a:pt x="1023136" y="2575322"/>
                  <a:pt x="970802" y="2575322"/>
                </a:cubicBezTo>
                <a:cubicBezTo>
                  <a:pt x="921375" y="2575322"/>
                  <a:pt x="871949" y="2557463"/>
                  <a:pt x="825429" y="2543176"/>
                </a:cubicBezTo>
                <a:cubicBezTo>
                  <a:pt x="764373" y="2525316"/>
                  <a:pt x="709132" y="2557463"/>
                  <a:pt x="650982" y="2564607"/>
                </a:cubicBezTo>
                <a:cubicBezTo>
                  <a:pt x="598648" y="2571751"/>
                  <a:pt x="627722" y="2664620"/>
                  <a:pt x="595740" y="2703909"/>
                </a:cubicBezTo>
                <a:cubicBezTo>
                  <a:pt x="589926" y="2714626"/>
                  <a:pt x="584111" y="2714626"/>
                  <a:pt x="578296" y="2714626"/>
                </a:cubicBezTo>
                <a:cubicBezTo>
                  <a:pt x="560851" y="2993232"/>
                  <a:pt x="255568" y="2925366"/>
                  <a:pt x="255568" y="2936081"/>
                </a:cubicBezTo>
                <a:cubicBezTo>
                  <a:pt x="229401" y="2953941"/>
                  <a:pt x="197419" y="2911079"/>
                  <a:pt x="165437" y="2953941"/>
                </a:cubicBezTo>
                <a:cubicBezTo>
                  <a:pt x="302087" y="3150394"/>
                  <a:pt x="511425" y="3196828"/>
                  <a:pt x="697501" y="3343275"/>
                </a:cubicBezTo>
                <a:cubicBezTo>
                  <a:pt x="543407" y="3393282"/>
                  <a:pt x="453275" y="3221832"/>
                  <a:pt x="339884" y="3243263"/>
                </a:cubicBezTo>
                <a:cubicBezTo>
                  <a:pt x="284643" y="3296842"/>
                  <a:pt x="450368" y="3382566"/>
                  <a:pt x="290458" y="3407569"/>
                </a:cubicBezTo>
                <a:cubicBezTo>
                  <a:pt x="360236" y="3454004"/>
                  <a:pt x="409664" y="3500439"/>
                  <a:pt x="459090" y="3554016"/>
                </a:cubicBezTo>
                <a:cubicBezTo>
                  <a:pt x="543407" y="3650457"/>
                  <a:pt x="560851" y="3714751"/>
                  <a:pt x="520147" y="3843338"/>
                </a:cubicBezTo>
                <a:cubicBezTo>
                  <a:pt x="493979" y="3929063"/>
                  <a:pt x="456183" y="4007645"/>
                  <a:pt x="491072" y="4107657"/>
                </a:cubicBezTo>
                <a:cubicBezTo>
                  <a:pt x="514332" y="4175522"/>
                  <a:pt x="505609" y="4221957"/>
                  <a:pt x="418386" y="4189810"/>
                </a:cubicBezTo>
                <a:cubicBezTo>
                  <a:pt x="325347" y="4157663"/>
                  <a:pt x="290458" y="4218386"/>
                  <a:pt x="313718" y="4339829"/>
                </a:cubicBezTo>
                <a:cubicBezTo>
                  <a:pt x="328254" y="4418410"/>
                  <a:pt x="313718" y="4443413"/>
                  <a:pt x="249753" y="4432698"/>
                </a:cubicBezTo>
                <a:cubicBezTo>
                  <a:pt x="179975" y="4421982"/>
                  <a:pt x="113103" y="4371976"/>
                  <a:pt x="25879" y="4396979"/>
                </a:cubicBezTo>
                <a:cubicBezTo>
                  <a:pt x="95658" y="4539854"/>
                  <a:pt x="243939" y="4496991"/>
                  <a:pt x="325347" y="4632722"/>
                </a:cubicBezTo>
                <a:cubicBezTo>
                  <a:pt x="229401" y="4632722"/>
                  <a:pt x="153807" y="4632722"/>
                  <a:pt x="84029" y="4604147"/>
                </a:cubicBezTo>
                <a:cubicBezTo>
                  <a:pt x="54954" y="4593433"/>
                  <a:pt x="22972" y="4579145"/>
                  <a:pt x="5527" y="4622007"/>
                </a:cubicBezTo>
                <a:cubicBezTo>
                  <a:pt x="-14826" y="4672014"/>
                  <a:pt x="25879" y="4689872"/>
                  <a:pt x="49139" y="4697016"/>
                </a:cubicBezTo>
                <a:cubicBezTo>
                  <a:pt x="116011" y="4722019"/>
                  <a:pt x="168344" y="4779170"/>
                  <a:pt x="226494" y="4825604"/>
                </a:cubicBezTo>
                <a:cubicBezTo>
                  <a:pt x="351514" y="4925616"/>
                  <a:pt x="488165" y="5011341"/>
                  <a:pt x="592833" y="5175647"/>
                </a:cubicBezTo>
                <a:cubicBezTo>
                  <a:pt x="461997" y="5132785"/>
                  <a:pt x="363144" y="5032772"/>
                  <a:pt x="238123" y="5014913"/>
                </a:cubicBezTo>
                <a:cubicBezTo>
                  <a:pt x="345700" y="5164932"/>
                  <a:pt x="482350" y="5264944"/>
                  <a:pt x="610278" y="5375673"/>
                </a:cubicBezTo>
                <a:cubicBezTo>
                  <a:pt x="648075" y="5407819"/>
                  <a:pt x="685872" y="5429250"/>
                  <a:pt x="691686" y="5497116"/>
                </a:cubicBezTo>
                <a:cubicBezTo>
                  <a:pt x="709132" y="5629276"/>
                  <a:pt x="755650" y="5736432"/>
                  <a:pt x="860319" y="5793582"/>
                </a:cubicBezTo>
                <a:cubicBezTo>
                  <a:pt x="860319" y="5793582"/>
                  <a:pt x="854504" y="5815013"/>
                  <a:pt x="851597" y="5825729"/>
                </a:cubicBezTo>
                <a:cubicBezTo>
                  <a:pt x="787632" y="5829301"/>
                  <a:pt x="738206" y="5750720"/>
                  <a:pt x="659704" y="5779295"/>
                </a:cubicBezTo>
                <a:cubicBezTo>
                  <a:pt x="738206" y="5886451"/>
                  <a:pt x="802169" y="5979319"/>
                  <a:pt x="909746" y="6029326"/>
                </a:cubicBezTo>
                <a:cubicBezTo>
                  <a:pt x="996969" y="6068616"/>
                  <a:pt x="1104545" y="6093620"/>
                  <a:pt x="1168509" y="6222207"/>
                </a:cubicBezTo>
                <a:cubicBezTo>
                  <a:pt x="1095822" y="6247210"/>
                  <a:pt x="1040581" y="6215063"/>
                  <a:pt x="985339" y="6193632"/>
                </a:cubicBezTo>
                <a:cubicBezTo>
                  <a:pt x="901023" y="6157913"/>
                  <a:pt x="816707" y="6118623"/>
                  <a:pt x="732391" y="6082904"/>
                </a:cubicBezTo>
                <a:cubicBezTo>
                  <a:pt x="700408" y="6068616"/>
                  <a:pt x="665519" y="6061472"/>
                  <a:pt x="645167" y="6125766"/>
                </a:cubicBezTo>
                <a:cubicBezTo>
                  <a:pt x="752743" y="6140053"/>
                  <a:pt x="816707" y="6225779"/>
                  <a:pt x="883579" y="6307932"/>
                </a:cubicBezTo>
                <a:cubicBezTo>
                  <a:pt x="921375" y="6354366"/>
                  <a:pt x="953358" y="6415088"/>
                  <a:pt x="1020229" y="6393657"/>
                </a:cubicBezTo>
                <a:cubicBezTo>
                  <a:pt x="1055118" y="6382942"/>
                  <a:pt x="1078378" y="6415088"/>
                  <a:pt x="1075471" y="6457950"/>
                </a:cubicBezTo>
                <a:cubicBezTo>
                  <a:pt x="1060933" y="6607970"/>
                  <a:pt x="1145250" y="6657976"/>
                  <a:pt x="1232473" y="6686551"/>
                </a:cubicBezTo>
                <a:cubicBezTo>
                  <a:pt x="1360401" y="6729413"/>
                  <a:pt x="1473792" y="6815138"/>
                  <a:pt x="1592997" y="6886576"/>
                </a:cubicBezTo>
                <a:lnTo>
                  <a:pt x="5511704" y="6886576"/>
                </a:lnTo>
                <a:close/>
              </a:path>
            </a:pathLst>
          </a:custGeom>
          <a:solidFill>
            <a:schemeClr val="bg2">
              <a:alpha val="50000"/>
            </a:schemeClr>
          </a:solidFill>
          <a:ln w="32707" cap="flat">
            <a:noFill/>
            <a:prstDash val="solid"/>
            <a:miter/>
          </a:ln>
        </p:spPr>
        <p:txBody>
          <a:bodyPr rtlCol="0" anchor="ctr"/>
          <a:lstStyle/>
          <a:p>
            <a:endParaRPr lang="en-US" dirty="0"/>
          </a:p>
        </p:txBody>
      </p:sp>
      <p:sp>
        <p:nvSpPr>
          <p:cNvPr id="2" name="Title 1">
            <a:extLst>
              <a:ext uri="{FF2B5EF4-FFF2-40B4-BE49-F238E27FC236}">
                <a16:creationId xmlns:a16="http://schemas.microsoft.com/office/drawing/2014/main" id="{6A0E06BF-4A45-AFE1-7F08-B90DA39E4CD2}"/>
              </a:ext>
            </a:extLst>
          </p:cNvPr>
          <p:cNvSpPr>
            <a:spLocks noGrp="1"/>
          </p:cNvSpPr>
          <p:nvPr>
            <p:ph type="title"/>
          </p:nvPr>
        </p:nvSpPr>
        <p:spPr>
          <a:xfrm>
            <a:off x="838200" y="713312"/>
            <a:ext cx="4038600" cy="5431376"/>
          </a:xfrm>
        </p:spPr>
        <p:txBody>
          <a:bodyPr>
            <a:normAutofit/>
          </a:bodyPr>
          <a:lstStyle/>
          <a:p>
            <a:r>
              <a:rPr lang="en-US"/>
              <a:t>Problem statement</a:t>
            </a:r>
          </a:p>
        </p:txBody>
      </p:sp>
      <p:sp>
        <p:nvSpPr>
          <p:cNvPr id="3" name="Content Placeholder 2">
            <a:extLst>
              <a:ext uri="{FF2B5EF4-FFF2-40B4-BE49-F238E27FC236}">
                <a16:creationId xmlns:a16="http://schemas.microsoft.com/office/drawing/2014/main" id="{32CF0127-AF1A-0681-D8FB-14B6C4B60F4F}"/>
              </a:ext>
            </a:extLst>
          </p:cNvPr>
          <p:cNvSpPr>
            <a:spLocks noGrp="1"/>
          </p:cNvSpPr>
          <p:nvPr>
            <p:ph idx="1"/>
          </p:nvPr>
        </p:nvSpPr>
        <p:spPr>
          <a:xfrm>
            <a:off x="6095999" y="713313"/>
            <a:ext cx="5257801" cy="5431376"/>
          </a:xfrm>
        </p:spPr>
        <p:txBody>
          <a:bodyPr anchor="ctr">
            <a:normAutofit/>
          </a:bodyPr>
          <a:lstStyle/>
          <a:p>
            <a:pPr>
              <a:buFont typeface="Arial" panose="020B0604020202020204" pitchFamily="34" charset="0"/>
              <a:buChar char="•"/>
            </a:pPr>
            <a:r>
              <a:rPr lang="en-US" sz="2000"/>
              <a:t>Limited access to healthcare information is a major challenge </a:t>
            </a:r>
          </a:p>
          <a:p>
            <a:pPr>
              <a:buFont typeface="Arial" panose="020B0604020202020204" pitchFamily="34" charset="0"/>
              <a:buChar char="•"/>
            </a:pPr>
            <a:r>
              <a:rPr lang="en-US" sz="2000"/>
              <a:t>Caused by overcrowded and inaccessible facilities </a:t>
            </a:r>
          </a:p>
          <a:p>
            <a:pPr>
              <a:buFont typeface="Arial" panose="020B0604020202020204" pitchFamily="34" charset="0"/>
              <a:buChar char="•"/>
            </a:pPr>
            <a:r>
              <a:rPr lang="en-US" sz="2000"/>
              <a:t>Leads to delays, poor decisions, and health risks </a:t>
            </a:r>
          </a:p>
          <a:p>
            <a:pPr>
              <a:buFont typeface="Arial" panose="020B0604020202020204" pitchFamily="34" charset="0"/>
              <a:buChar char="•"/>
            </a:pPr>
            <a:r>
              <a:rPr lang="en-US" sz="2000"/>
              <a:t>There is a need for a fast, accessible, and user-friendly solution </a:t>
            </a:r>
          </a:p>
          <a:p>
            <a:pPr marL="0" indent="0">
              <a:buNone/>
            </a:pPr>
            <a:endParaRPr lang="en-US" sz="2000"/>
          </a:p>
        </p:txBody>
      </p:sp>
    </p:spTree>
    <p:extLst>
      <p:ext uri="{BB962C8B-B14F-4D97-AF65-F5344CB8AC3E}">
        <p14:creationId xmlns:p14="http://schemas.microsoft.com/office/powerpoint/2010/main" val="27634290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38E3C985-3DFD-45C8-C557-0B4FB34D1DC0}"/>
              </a:ext>
            </a:extLst>
          </p:cNvPr>
          <p:cNvSpPr>
            <a:spLocks noGrp="1"/>
          </p:cNvSpPr>
          <p:nvPr>
            <p:ph type="body" idx="1"/>
          </p:nvPr>
        </p:nvSpPr>
        <p:spPr>
          <a:xfrm>
            <a:off x="0" y="546844"/>
            <a:ext cx="5157787" cy="823912"/>
          </a:xfrm>
        </p:spPr>
        <p:txBody>
          <a:bodyPr/>
          <a:lstStyle/>
          <a:p>
            <a:pPr algn="ctr"/>
            <a:r>
              <a:rPr lang="en-US" dirty="0"/>
              <a:t>Solutions</a:t>
            </a:r>
          </a:p>
        </p:txBody>
      </p:sp>
      <p:graphicFrame>
        <p:nvGraphicFramePr>
          <p:cNvPr id="20" name="Content Placeholder 3">
            <a:extLst>
              <a:ext uri="{FF2B5EF4-FFF2-40B4-BE49-F238E27FC236}">
                <a16:creationId xmlns:a16="http://schemas.microsoft.com/office/drawing/2014/main" id="{2E113EFB-0A86-BAC4-6EA7-63A75F5682C5}"/>
              </a:ext>
            </a:extLst>
          </p:cNvPr>
          <p:cNvGraphicFramePr>
            <a:graphicFrameLocks noGrp="1"/>
          </p:cNvGraphicFramePr>
          <p:nvPr>
            <p:ph sz="half" idx="2"/>
            <p:extLst>
              <p:ext uri="{D42A27DB-BD31-4B8C-83A1-F6EECF244321}">
                <p14:modId xmlns:p14="http://schemas.microsoft.com/office/powerpoint/2010/main" val="1913527427"/>
              </p:ext>
            </p:extLst>
          </p:nvPr>
        </p:nvGraphicFramePr>
        <p:xfrm>
          <a:off x="446249" y="2331455"/>
          <a:ext cx="5157787" cy="368458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Text Placeholder 4">
            <a:extLst>
              <a:ext uri="{FF2B5EF4-FFF2-40B4-BE49-F238E27FC236}">
                <a16:creationId xmlns:a16="http://schemas.microsoft.com/office/drawing/2014/main" id="{26AA9584-3071-34B4-0107-C7FA72567DB7}"/>
              </a:ext>
            </a:extLst>
          </p:cNvPr>
          <p:cNvSpPr>
            <a:spLocks noGrp="1"/>
          </p:cNvSpPr>
          <p:nvPr>
            <p:ph type="body" sz="quarter" idx="3"/>
          </p:nvPr>
        </p:nvSpPr>
        <p:spPr>
          <a:xfrm>
            <a:off x="6311096" y="546844"/>
            <a:ext cx="5183188" cy="823912"/>
          </a:xfrm>
        </p:spPr>
        <p:txBody>
          <a:bodyPr/>
          <a:lstStyle/>
          <a:p>
            <a:pPr algn="ctr"/>
            <a:r>
              <a:rPr lang="en-US" dirty="0"/>
              <a:t>Objective </a:t>
            </a:r>
          </a:p>
        </p:txBody>
      </p:sp>
      <p:graphicFrame>
        <p:nvGraphicFramePr>
          <p:cNvPr id="9" name="Content Placeholder 8">
            <a:extLst>
              <a:ext uri="{FF2B5EF4-FFF2-40B4-BE49-F238E27FC236}">
                <a16:creationId xmlns:a16="http://schemas.microsoft.com/office/drawing/2014/main" id="{1BDE9E15-C194-9C80-4D3B-C515152B2ABD}"/>
              </a:ext>
            </a:extLst>
          </p:cNvPr>
          <p:cNvGraphicFramePr>
            <a:graphicFrameLocks noGrp="1"/>
          </p:cNvGraphicFramePr>
          <p:nvPr>
            <p:ph sz="quarter" idx="4"/>
            <p:extLst>
              <p:ext uri="{D42A27DB-BD31-4B8C-83A1-F6EECF244321}">
                <p14:modId xmlns:p14="http://schemas.microsoft.com/office/powerpoint/2010/main" val="3002720822"/>
              </p:ext>
            </p:extLst>
          </p:nvPr>
        </p:nvGraphicFramePr>
        <p:xfrm>
          <a:off x="6216653" y="2048718"/>
          <a:ext cx="5160961" cy="4479403"/>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Tree>
    <p:extLst>
      <p:ext uri="{BB962C8B-B14F-4D97-AF65-F5344CB8AC3E}">
        <p14:creationId xmlns:p14="http://schemas.microsoft.com/office/powerpoint/2010/main" val="171386210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A5F185B5-6FB4-45DC-9AE7-F7A26BD7E7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1"/>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EA5B116B-4263-41E0-B09F-AAFE919C097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66491" y="655607"/>
            <a:ext cx="10725509" cy="5450868"/>
          </a:xfrm>
          <a:prstGeom prst="rect">
            <a:avLst/>
          </a:prstGeom>
          <a:solidFill>
            <a:schemeClr val="bg2">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itle 2">
            <a:extLst>
              <a:ext uri="{FF2B5EF4-FFF2-40B4-BE49-F238E27FC236}">
                <a16:creationId xmlns:a16="http://schemas.microsoft.com/office/drawing/2014/main" id="{1A83A64A-B550-4CC4-2BBF-FE3DF6494334}"/>
              </a:ext>
            </a:extLst>
          </p:cNvPr>
          <p:cNvSpPr>
            <a:spLocks noGrp="1"/>
          </p:cNvSpPr>
          <p:nvPr>
            <p:ph type="title"/>
          </p:nvPr>
        </p:nvSpPr>
        <p:spPr>
          <a:xfrm>
            <a:off x="414046" y="-422442"/>
            <a:ext cx="10537898" cy="2108203"/>
          </a:xfrm>
        </p:spPr>
        <p:txBody>
          <a:bodyPr vert="horz" lIns="91440" tIns="45720" rIns="91440" bIns="45720" rtlCol="0" anchor="b">
            <a:normAutofit/>
          </a:bodyPr>
          <a:lstStyle/>
          <a:p>
            <a:r>
              <a:rPr lang="en-US" sz="4800" kern="1200">
                <a:latin typeface="+mj-lt"/>
                <a:ea typeface="+mj-ea"/>
                <a:cs typeface="+mj-cs"/>
              </a:rPr>
              <a:t>Key features </a:t>
            </a:r>
            <a:endParaRPr lang="en-US" sz="4800" kern="1200" dirty="0">
              <a:latin typeface="+mj-lt"/>
              <a:ea typeface="+mj-ea"/>
              <a:cs typeface="+mj-cs"/>
            </a:endParaRPr>
          </a:p>
        </p:txBody>
      </p:sp>
      <p:sp>
        <p:nvSpPr>
          <p:cNvPr id="5" name="Content Placeholder 4">
            <a:extLst>
              <a:ext uri="{FF2B5EF4-FFF2-40B4-BE49-F238E27FC236}">
                <a16:creationId xmlns:a16="http://schemas.microsoft.com/office/drawing/2014/main" id="{E18156A9-435C-735D-73AC-B6684AD157A6}"/>
              </a:ext>
            </a:extLst>
          </p:cNvPr>
          <p:cNvSpPr>
            <a:spLocks noGrp="1"/>
          </p:cNvSpPr>
          <p:nvPr>
            <p:ph idx="1"/>
          </p:nvPr>
        </p:nvSpPr>
        <p:spPr>
          <a:xfrm>
            <a:off x="1596792" y="1935217"/>
            <a:ext cx="8666150" cy="2790394"/>
          </a:xfrm>
        </p:spPr>
        <p:txBody>
          <a:bodyPr anchor="t">
            <a:normAutofit fontScale="25000" lnSpcReduction="20000"/>
          </a:bodyPr>
          <a:lstStyle/>
          <a:p>
            <a:pPr marL="0" indent="0">
              <a:buNone/>
            </a:pPr>
            <a:r>
              <a:rPr lang="en-US" sz="6400" dirty="0"/>
              <a:t>Role of Machine Learning in the System: </a:t>
            </a:r>
          </a:p>
          <a:p>
            <a:pPr algn="l" rtl="0" fontAlgn="base">
              <a:lnSpc>
                <a:spcPts val="1564"/>
              </a:lnSpc>
              <a:buFont typeface="Arial" panose="020B0604020202020204" pitchFamily="34" charset="0"/>
              <a:buChar char="•"/>
            </a:pPr>
            <a:r>
              <a:rPr lang="en-US" sz="5600" b="0" i="0" dirty="0">
                <a:solidFill>
                  <a:srgbClr val="000000"/>
                </a:solidFill>
                <a:effectLst/>
                <a:latin typeface="Aptos" panose="020B0004020202020204" pitchFamily="34" charset="0"/>
              </a:rPr>
              <a:t>Provides information about healthcare services </a:t>
            </a:r>
          </a:p>
          <a:p>
            <a:pPr algn="l" rtl="0" fontAlgn="base">
              <a:lnSpc>
                <a:spcPts val="1564"/>
              </a:lnSpc>
              <a:buFont typeface="Arial" panose="020B0604020202020204" pitchFamily="34" charset="0"/>
              <a:buChar char="•"/>
            </a:pPr>
            <a:r>
              <a:rPr lang="en-US" sz="5600" b="0" i="0" dirty="0">
                <a:solidFill>
                  <a:srgbClr val="000000"/>
                </a:solidFill>
                <a:effectLst/>
                <a:latin typeface="Aptos" panose="020B0004020202020204" pitchFamily="34" charset="0"/>
              </a:rPr>
              <a:t>Offers general health advice </a:t>
            </a:r>
          </a:p>
          <a:p>
            <a:pPr algn="l" rtl="0" fontAlgn="base">
              <a:lnSpc>
                <a:spcPts val="1564"/>
              </a:lnSpc>
              <a:buFont typeface="Arial" panose="020B0604020202020204" pitchFamily="34" charset="0"/>
              <a:buChar char="•"/>
            </a:pPr>
            <a:r>
              <a:rPr lang="en-US" sz="5600" b="0" i="0" dirty="0">
                <a:solidFill>
                  <a:srgbClr val="000000"/>
                </a:solidFill>
                <a:effectLst/>
                <a:latin typeface="Aptos" panose="020B0004020202020204" pitchFamily="34" charset="0"/>
              </a:rPr>
              <a:t>Includes a symptom checker (non-diagnostic guidance) </a:t>
            </a:r>
          </a:p>
          <a:p>
            <a:pPr algn="l" rtl="0" fontAlgn="base">
              <a:lnSpc>
                <a:spcPts val="1564"/>
              </a:lnSpc>
              <a:buFont typeface="Arial" panose="020B0604020202020204" pitchFamily="34" charset="0"/>
              <a:buChar char="•"/>
            </a:pPr>
            <a:r>
              <a:rPr lang="en-US" sz="5600" b="0" i="0" dirty="0">
                <a:solidFill>
                  <a:srgbClr val="000000"/>
                </a:solidFill>
                <a:effectLst/>
                <a:latin typeface="Aptos" panose="020B0004020202020204" pitchFamily="34" charset="0"/>
              </a:rPr>
              <a:t>Shares nutrition and diet recommendations </a:t>
            </a:r>
          </a:p>
          <a:p>
            <a:pPr algn="l" rtl="0" fontAlgn="base">
              <a:lnSpc>
                <a:spcPts val="1564"/>
              </a:lnSpc>
              <a:buFont typeface="Arial" panose="020B0604020202020204" pitchFamily="34" charset="0"/>
              <a:buChar char="•"/>
            </a:pPr>
            <a:r>
              <a:rPr lang="en-US" sz="5600" b="0" i="0" dirty="0">
                <a:solidFill>
                  <a:srgbClr val="000000"/>
                </a:solidFill>
                <a:effectLst/>
                <a:latin typeface="Aptos" panose="020B0004020202020204" pitchFamily="34" charset="0"/>
              </a:rPr>
              <a:t>Supports basic mental health guidance </a:t>
            </a:r>
          </a:p>
          <a:p>
            <a:pPr algn="l" rtl="0" fontAlgn="base">
              <a:lnSpc>
                <a:spcPts val="1564"/>
              </a:lnSpc>
              <a:buFont typeface="Arial" panose="020B0604020202020204" pitchFamily="34" charset="0"/>
              <a:buChar char="•"/>
            </a:pPr>
            <a:r>
              <a:rPr lang="en-US" sz="5600" b="0" i="0" dirty="0">
                <a:solidFill>
                  <a:srgbClr val="000000"/>
                </a:solidFill>
                <a:effectLst/>
                <a:latin typeface="Aptos" panose="020B0004020202020204" pitchFamily="34" charset="0"/>
              </a:rPr>
              <a:t>Allows users to ask open-ended questions using AI </a:t>
            </a:r>
          </a:p>
          <a:p>
            <a:pPr algn="l" rtl="0" fontAlgn="base">
              <a:lnSpc>
                <a:spcPts val="1564"/>
              </a:lnSpc>
              <a:buFont typeface="Arial" panose="020B0604020202020204" pitchFamily="34" charset="0"/>
              <a:buChar char="•"/>
            </a:pPr>
            <a:r>
              <a:rPr lang="en-US" sz="5600" b="0" i="0" dirty="0">
                <a:solidFill>
                  <a:srgbClr val="000000"/>
                </a:solidFill>
                <a:effectLst/>
                <a:latin typeface="Aptos" panose="020B0004020202020204" pitchFamily="34" charset="0"/>
              </a:rPr>
              <a:t>Implements safety fallback responses for sensitive queries </a:t>
            </a:r>
          </a:p>
          <a:p>
            <a:pPr algn="l" rtl="0" fontAlgn="base">
              <a:lnSpc>
                <a:spcPts val="1564"/>
              </a:lnSpc>
              <a:buFont typeface="Arial" panose="020B0604020202020204" pitchFamily="34" charset="0"/>
              <a:buChar char="•"/>
            </a:pPr>
            <a:r>
              <a:rPr lang="en-US" sz="5600" b="0" i="0" dirty="0">
                <a:solidFill>
                  <a:srgbClr val="000000"/>
                </a:solidFill>
                <a:effectLst/>
                <a:latin typeface="Aptos" panose="020B0004020202020204" pitchFamily="34" charset="0"/>
              </a:rPr>
              <a:t>Use of Error handling </a:t>
            </a:r>
          </a:p>
          <a:p>
            <a:pPr marL="0" indent="0">
              <a:buNone/>
            </a:pPr>
            <a:endParaRPr lang="en-US" sz="1800" dirty="0"/>
          </a:p>
        </p:txBody>
      </p:sp>
      <p:cxnSp>
        <p:nvCxnSpPr>
          <p:cNvPr id="14" name="Straight Connector 13">
            <a:extLst>
              <a:ext uri="{FF2B5EF4-FFF2-40B4-BE49-F238E27FC236}">
                <a16:creationId xmlns:a16="http://schemas.microsoft.com/office/drawing/2014/main" id="{B5F2DA1D-C1F2-44D4-8BB3-F29B9DD0B2F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6118001"/>
            <a:ext cx="12192000" cy="0"/>
          </a:xfrm>
          <a:prstGeom prst="line">
            <a:avLst/>
          </a:prstGeom>
          <a:ln w="9525" cap="rnd">
            <a:solidFill>
              <a:schemeClr val="accent1"/>
            </a:solidFill>
            <a:prstDash val="dash"/>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A6C6FECB-D48F-4DB7-A7B4-3A9E377B13C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11365990" y="5610"/>
            <a:ext cx="0" cy="6858000"/>
          </a:xfrm>
          <a:prstGeom prst="line">
            <a:avLst/>
          </a:prstGeom>
          <a:ln w="9525" cap="rnd">
            <a:solidFill>
              <a:schemeClr val="accent1"/>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7540975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1722915-9DCD-EAFB-0B2A-FEBC20B5241D}"/>
            </a:ext>
          </a:extLst>
        </p:cNvPr>
        <p:cNvGrpSpPr/>
        <p:nvPr/>
      </p:nvGrpSpPr>
      <p:grpSpPr>
        <a:xfrm>
          <a:off x="0" y="0"/>
          <a:ext cx="0" cy="0"/>
          <a:chOff x="0" y="0"/>
          <a:chExt cx="0" cy="0"/>
        </a:xfrm>
      </p:grpSpPr>
      <p:sp useBgFill="1">
        <p:nvSpPr>
          <p:cNvPr id="4106" name="Rectangle 4105">
            <a:extLst>
              <a:ext uri="{FF2B5EF4-FFF2-40B4-BE49-F238E27FC236}">
                <a16:creationId xmlns:a16="http://schemas.microsoft.com/office/drawing/2014/main" id="{022BDE4A-8A20-4A69-9C5A-581C82036A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61F9ABE-B864-7DBB-EF82-A6AF86B7DAEA}"/>
              </a:ext>
            </a:extLst>
          </p:cNvPr>
          <p:cNvSpPr>
            <a:spLocks noGrp="1"/>
          </p:cNvSpPr>
          <p:nvPr>
            <p:ph type="title"/>
          </p:nvPr>
        </p:nvSpPr>
        <p:spPr>
          <a:xfrm>
            <a:off x="1005008" y="-450731"/>
            <a:ext cx="10178934" cy="1328730"/>
          </a:xfrm>
        </p:spPr>
        <p:txBody>
          <a:bodyPr vert="horz" lIns="91440" tIns="45720" rIns="91440" bIns="45720" rtlCol="0" anchor="b">
            <a:normAutofit/>
          </a:bodyPr>
          <a:lstStyle/>
          <a:p>
            <a:pPr algn="ctr"/>
            <a:r>
              <a:rPr lang="en-US" sz="5200" kern="1200" dirty="0">
                <a:solidFill>
                  <a:schemeClr val="tx1"/>
                </a:solidFill>
                <a:latin typeface="+mj-lt"/>
                <a:ea typeface="+mj-ea"/>
                <a:cs typeface="+mj-cs"/>
              </a:rPr>
              <a:t>How the Chatbot Works </a:t>
            </a:r>
          </a:p>
        </p:txBody>
      </p:sp>
      <p:sp>
        <p:nvSpPr>
          <p:cNvPr id="5" name="TextBox 4">
            <a:extLst>
              <a:ext uri="{FF2B5EF4-FFF2-40B4-BE49-F238E27FC236}">
                <a16:creationId xmlns:a16="http://schemas.microsoft.com/office/drawing/2014/main" id="{FCB68FC0-AD06-8AEB-1B75-45B6A4C7F10C}"/>
              </a:ext>
            </a:extLst>
          </p:cNvPr>
          <p:cNvSpPr txBox="1"/>
          <p:nvPr/>
        </p:nvSpPr>
        <p:spPr>
          <a:xfrm>
            <a:off x="1100467" y="770829"/>
            <a:ext cx="10178934" cy="557901"/>
          </a:xfrm>
          <a:prstGeom prst="rect">
            <a:avLst/>
          </a:prstGeom>
        </p:spPr>
        <p:txBody>
          <a:bodyPr vert="horz" lIns="91440" tIns="45720" rIns="91440" bIns="45720" rtlCol="0">
            <a:noAutofit/>
          </a:bodyPr>
          <a:lstStyle/>
          <a:p>
            <a:pPr algn="just">
              <a:lnSpc>
                <a:spcPct val="90000"/>
              </a:lnSpc>
              <a:spcBef>
                <a:spcPts val="1000"/>
              </a:spcBef>
            </a:pPr>
            <a:r>
              <a:rPr lang="en-US" sz="1400" dirty="0"/>
              <a:t>A simple front-end website was developed to support the healthcare chatbot.it provides a professional and user-friendly interface for accessing the chatbot includes basic navigation such as </a:t>
            </a:r>
          </a:p>
          <a:p>
            <a:pPr algn="just">
              <a:lnSpc>
                <a:spcPct val="90000"/>
              </a:lnSpc>
              <a:spcBef>
                <a:spcPts val="1000"/>
              </a:spcBef>
            </a:pPr>
            <a:r>
              <a:rPr lang="en-US" sz="1400" kern="1200" dirty="0">
                <a:solidFill>
                  <a:schemeClr val="tx1"/>
                </a:solidFill>
                <a:latin typeface="+mn-lt"/>
                <a:ea typeface="+mn-ea"/>
                <a:cs typeface="+mn-cs"/>
              </a:rPr>
              <a:t>A simple front-end website was developed to support the healthcare </a:t>
            </a:r>
            <a:r>
              <a:rPr lang="en-US" sz="1400" kern="1200" dirty="0" err="1">
                <a:solidFill>
                  <a:schemeClr val="tx1"/>
                </a:solidFill>
                <a:latin typeface="+mn-lt"/>
                <a:ea typeface="+mn-ea"/>
                <a:cs typeface="+mn-cs"/>
              </a:rPr>
              <a:t>chatbotProvides</a:t>
            </a:r>
            <a:r>
              <a:rPr lang="en-US" sz="1400" kern="1200" dirty="0">
                <a:solidFill>
                  <a:schemeClr val="tx1"/>
                </a:solidFill>
                <a:latin typeface="+mn-lt"/>
                <a:ea typeface="+mn-ea"/>
                <a:cs typeface="+mn-cs"/>
              </a:rPr>
              <a:t> a professional and user-friendly interface for accessing the chatbotIncludes basic navigation such as:</a:t>
            </a:r>
          </a:p>
          <a:p>
            <a:pPr marL="342900" indent="-342900" algn="just">
              <a:lnSpc>
                <a:spcPct val="90000"/>
              </a:lnSpc>
              <a:spcBef>
                <a:spcPts val="1000"/>
              </a:spcBef>
              <a:buFont typeface="Wingdings" panose="05000000000000000000" pitchFamily="2" charset="2"/>
              <a:buChar char="Ø"/>
            </a:pPr>
            <a:r>
              <a:rPr lang="en-US" sz="1400" kern="1200" dirty="0">
                <a:solidFill>
                  <a:schemeClr val="tx1"/>
                </a:solidFill>
                <a:latin typeface="+mn-lt"/>
                <a:ea typeface="+mn-ea"/>
                <a:cs typeface="+mn-cs"/>
              </a:rPr>
              <a:t>Overview section</a:t>
            </a:r>
          </a:p>
          <a:p>
            <a:pPr marL="342900" indent="-342900" algn="just">
              <a:lnSpc>
                <a:spcPct val="90000"/>
              </a:lnSpc>
              <a:spcBef>
                <a:spcPts val="1000"/>
              </a:spcBef>
              <a:buFont typeface="Wingdings" panose="05000000000000000000" pitchFamily="2" charset="2"/>
              <a:buChar char="Ø"/>
            </a:pPr>
            <a:r>
              <a:rPr lang="en-US" sz="1400" kern="1200" dirty="0">
                <a:solidFill>
                  <a:schemeClr val="tx1"/>
                </a:solidFill>
                <a:latin typeface="+mn-lt"/>
                <a:ea typeface="+mn-ea"/>
                <a:cs typeface="+mn-cs"/>
              </a:rPr>
              <a:t>Our Team page</a:t>
            </a:r>
          </a:p>
          <a:p>
            <a:pPr marL="342900" indent="-342900" algn="just">
              <a:lnSpc>
                <a:spcPct val="90000"/>
              </a:lnSpc>
              <a:spcBef>
                <a:spcPts val="1000"/>
              </a:spcBef>
              <a:buFont typeface="Wingdings" panose="05000000000000000000" pitchFamily="2" charset="2"/>
              <a:buChar char="Ø"/>
            </a:pPr>
            <a:r>
              <a:rPr lang="en-US" sz="1400" kern="1200" dirty="0">
                <a:solidFill>
                  <a:schemeClr val="tx1"/>
                </a:solidFill>
                <a:latin typeface="+mn-lt"/>
                <a:ea typeface="+mn-ea"/>
                <a:cs typeface="+mn-cs"/>
              </a:rPr>
              <a:t>Disclaimer</a:t>
            </a:r>
          </a:p>
        </p:txBody>
      </p:sp>
      <p:pic>
        <p:nvPicPr>
          <p:cNvPr id="4098" name="Picture 2">
            <a:extLst>
              <a:ext uri="{FF2B5EF4-FFF2-40B4-BE49-F238E27FC236}">
                <a16:creationId xmlns:a16="http://schemas.microsoft.com/office/drawing/2014/main" id="{B58FBBEC-BB5C-E021-75A5-4EC03A924BC3}"/>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l="21275" r="6006" b="2"/>
          <a:stretch>
            <a:fillRect/>
          </a:stretch>
        </p:blipFill>
        <p:spPr bwMode="auto">
          <a:xfrm>
            <a:off x="284087" y="2696507"/>
            <a:ext cx="5376603" cy="3604298"/>
          </a:xfrm>
          <a:prstGeom prst="rect">
            <a:avLst/>
          </a:prstGeom>
          <a:noFill/>
          <a:extLst>
            <a:ext uri="{909E8E84-426E-40DD-AFC4-6F175D3DCCD1}">
              <a14:hiddenFill xmlns:a14="http://schemas.microsoft.com/office/drawing/2010/main">
                <a:solidFill>
                  <a:srgbClr val="FFFFFF"/>
                </a:solidFill>
              </a14:hiddenFill>
            </a:ext>
          </a:extLst>
        </p:spPr>
      </p:pic>
      <p:pic>
        <p:nvPicPr>
          <p:cNvPr id="4100" name="Picture 4">
            <a:extLst>
              <a:ext uri="{FF2B5EF4-FFF2-40B4-BE49-F238E27FC236}">
                <a16:creationId xmlns:a16="http://schemas.microsoft.com/office/drawing/2014/main" id="{53FEE1E9-1D86-77D1-8CC8-005410C22E7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16959" r="11810" b="-2"/>
          <a:stretch>
            <a:fillRect/>
          </a:stretch>
        </p:blipFill>
        <p:spPr bwMode="auto">
          <a:xfrm>
            <a:off x="6189936" y="2696506"/>
            <a:ext cx="5376604" cy="360429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166466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AABD77-0838-1A21-EA16-7A35BD9BCB03}"/>
            </a:ext>
          </a:extLst>
        </p:cNvPr>
        <p:cNvGrpSpPr/>
        <p:nvPr/>
      </p:nvGrpSpPr>
      <p:grpSpPr>
        <a:xfrm>
          <a:off x="0" y="0"/>
          <a:ext cx="0" cy="0"/>
          <a:chOff x="0" y="0"/>
          <a:chExt cx="0" cy="0"/>
        </a:xfrm>
      </p:grpSpPr>
      <p:sp useBgFill="1">
        <p:nvSpPr>
          <p:cNvPr id="3111" name="Rectangle 3110">
            <a:extLst>
              <a:ext uri="{FF2B5EF4-FFF2-40B4-BE49-F238E27FC236}">
                <a16:creationId xmlns:a16="http://schemas.microsoft.com/office/drawing/2014/main" id="{665DBBEF-238B-476B-96AB-8AAC3224ECE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A845319-AD96-C36A-9F03-37CDD08A6E7D}"/>
              </a:ext>
            </a:extLst>
          </p:cNvPr>
          <p:cNvSpPr>
            <a:spLocks noGrp="1"/>
          </p:cNvSpPr>
          <p:nvPr>
            <p:ph type="title"/>
          </p:nvPr>
        </p:nvSpPr>
        <p:spPr>
          <a:xfrm>
            <a:off x="638882" y="639193"/>
            <a:ext cx="3571810" cy="3573516"/>
          </a:xfrm>
        </p:spPr>
        <p:txBody>
          <a:bodyPr vert="horz" lIns="91440" tIns="45720" rIns="91440" bIns="45720" rtlCol="0" anchor="b">
            <a:normAutofit/>
          </a:bodyPr>
          <a:lstStyle/>
          <a:p>
            <a:r>
              <a:rPr lang="en-US" sz="6600" kern="1200">
                <a:solidFill>
                  <a:schemeClr val="tx1"/>
                </a:solidFill>
                <a:latin typeface="+mj-lt"/>
                <a:ea typeface="+mj-ea"/>
                <a:cs typeface="+mj-cs"/>
              </a:rPr>
              <a:t>How the Chatbot Works </a:t>
            </a:r>
          </a:p>
        </p:txBody>
      </p:sp>
      <p:sp>
        <p:nvSpPr>
          <p:cNvPr id="3112" name="sketch line">
            <a:extLst>
              <a:ext uri="{FF2B5EF4-FFF2-40B4-BE49-F238E27FC236}">
                <a16:creationId xmlns:a16="http://schemas.microsoft.com/office/drawing/2014/main" id="{3FCFB1DE-0B7E-48CC-BA90-B2AB0889F9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4409267"/>
            <a:ext cx="3255095" cy="18288"/>
          </a:xfrm>
          <a:custGeom>
            <a:avLst/>
            <a:gdLst>
              <a:gd name="csX0" fmla="*/ 0 w 3255095"/>
              <a:gd name="csY0" fmla="*/ 0 h 18288"/>
              <a:gd name="csX1" fmla="*/ 618468 w 3255095"/>
              <a:gd name="csY1" fmla="*/ 0 h 18288"/>
              <a:gd name="csX2" fmla="*/ 1269487 w 3255095"/>
              <a:gd name="csY2" fmla="*/ 0 h 18288"/>
              <a:gd name="csX3" fmla="*/ 1953057 w 3255095"/>
              <a:gd name="csY3" fmla="*/ 0 h 18288"/>
              <a:gd name="csX4" fmla="*/ 2636627 w 3255095"/>
              <a:gd name="csY4" fmla="*/ 0 h 18288"/>
              <a:gd name="csX5" fmla="*/ 3255095 w 3255095"/>
              <a:gd name="csY5" fmla="*/ 0 h 18288"/>
              <a:gd name="csX6" fmla="*/ 3255095 w 3255095"/>
              <a:gd name="csY6" fmla="*/ 18288 h 18288"/>
              <a:gd name="csX7" fmla="*/ 2538974 w 3255095"/>
              <a:gd name="csY7" fmla="*/ 18288 h 18288"/>
              <a:gd name="csX8" fmla="*/ 1822853 w 3255095"/>
              <a:gd name="csY8" fmla="*/ 18288 h 18288"/>
              <a:gd name="csX9" fmla="*/ 1171834 w 3255095"/>
              <a:gd name="csY9" fmla="*/ 18288 h 18288"/>
              <a:gd name="csX10" fmla="*/ 0 w 3255095"/>
              <a:gd name="csY10" fmla="*/ 18288 h 18288"/>
              <a:gd name="csX11" fmla="*/ 0 w 3255095"/>
              <a:gd name="csY11"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074" name="Picture 2">
            <a:extLst>
              <a:ext uri="{FF2B5EF4-FFF2-40B4-BE49-F238E27FC236}">
                <a16:creationId xmlns:a16="http://schemas.microsoft.com/office/drawing/2014/main" id="{BD70A512-2664-C7B3-2585-043E3B5A3D06}"/>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tretch>
            <a:fillRect/>
          </a:stretch>
        </p:blipFill>
        <p:spPr bwMode="auto">
          <a:xfrm>
            <a:off x="5391248" y="434918"/>
            <a:ext cx="5620196" cy="642308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587993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684EA82-425E-C551-4F47-54E3CFF9DC7D}"/>
            </a:ext>
          </a:extLst>
        </p:cNvPr>
        <p:cNvGrpSpPr/>
        <p:nvPr/>
      </p:nvGrpSpPr>
      <p:grpSpPr>
        <a:xfrm>
          <a:off x="0" y="0"/>
          <a:ext cx="0" cy="0"/>
          <a:chOff x="0" y="0"/>
          <a:chExt cx="0" cy="0"/>
        </a:xfrm>
      </p:grpSpPr>
      <p:sp useBgFill="1">
        <p:nvSpPr>
          <p:cNvPr id="4114" name="Rectangle 4113">
            <a:extLst>
              <a:ext uri="{FF2B5EF4-FFF2-40B4-BE49-F238E27FC236}">
                <a16:creationId xmlns:a16="http://schemas.microsoft.com/office/drawing/2014/main" id="{33E5684F-9524-414B-ADBE-BAE7E0D7309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080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1FC07F8-1A21-8AB3-633F-0CFE869F47A8}"/>
              </a:ext>
            </a:extLst>
          </p:cNvPr>
          <p:cNvSpPr>
            <a:spLocks noGrp="1"/>
          </p:cNvSpPr>
          <p:nvPr>
            <p:ph type="title"/>
          </p:nvPr>
        </p:nvSpPr>
        <p:spPr>
          <a:xfrm>
            <a:off x="-50801" y="4284791"/>
            <a:ext cx="3999971" cy="1686349"/>
          </a:xfrm>
        </p:spPr>
        <p:txBody>
          <a:bodyPr vert="horz" lIns="91440" tIns="45720" rIns="91440" bIns="45720" rtlCol="0">
            <a:normAutofit/>
          </a:bodyPr>
          <a:lstStyle/>
          <a:p>
            <a:r>
              <a:rPr lang="en-US" sz="4000" kern="1200">
                <a:latin typeface="+mj-lt"/>
                <a:ea typeface="+mj-ea"/>
                <a:cs typeface="+mj-cs"/>
              </a:rPr>
              <a:t>How the Chatbot Works </a:t>
            </a:r>
            <a:endParaRPr lang="en-US" sz="4000" kern="1200" dirty="0">
              <a:latin typeface="+mj-lt"/>
              <a:ea typeface="+mj-ea"/>
              <a:cs typeface="+mj-cs"/>
            </a:endParaRPr>
          </a:p>
        </p:txBody>
      </p:sp>
      <p:pic>
        <p:nvPicPr>
          <p:cNvPr id="6" name="Content Placeholder 5">
            <a:extLst>
              <a:ext uri="{FF2B5EF4-FFF2-40B4-BE49-F238E27FC236}">
                <a16:creationId xmlns:a16="http://schemas.microsoft.com/office/drawing/2014/main" id="{6206AC7E-3439-0BBC-5E48-9E32F1F0914A}"/>
              </a:ext>
            </a:extLst>
          </p:cNvPr>
          <p:cNvPicPr>
            <a:picLocks noChangeAspect="1"/>
          </p:cNvPicPr>
          <p:nvPr/>
        </p:nvPicPr>
        <p:blipFill>
          <a:blip r:embed="rId2"/>
          <a:srcRect b="11100"/>
          <a:stretch>
            <a:fillRect/>
          </a:stretch>
        </p:blipFill>
        <p:spPr>
          <a:xfrm>
            <a:off x="-50801" y="1"/>
            <a:ext cx="2357033" cy="3692324"/>
          </a:xfrm>
          <a:prstGeom prst="rect">
            <a:avLst/>
          </a:prstGeom>
        </p:spPr>
      </p:pic>
      <p:pic>
        <p:nvPicPr>
          <p:cNvPr id="14" name="Picture 13">
            <a:extLst>
              <a:ext uri="{FF2B5EF4-FFF2-40B4-BE49-F238E27FC236}">
                <a16:creationId xmlns:a16="http://schemas.microsoft.com/office/drawing/2014/main" id="{A1C396B1-BE34-A39C-B4A8-0B3D33423E3E}"/>
              </a:ext>
            </a:extLst>
          </p:cNvPr>
          <p:cNvPicPr>
            <a:picLocks noChangeAspect="1"/>
          </p:cNvPicPr>
          <p:nvPr/>
        </p:nvPicPr>
        <p:blipFill>
          <a:blip r:embed="rId3"/>
          <a:srcRect t="59100"/>
          <a:stretch>
            <a:fillRect/>
          </a:stretch>
        </p:blipFill>
        <p:spPr>
          <a:xfrm>
            <a:off x="8138572" y="109153"/>
            <a:ext cx="2451628" cy="1736305"/>
          </a:xfrm>
          <a:prstGeom prst="rect">
            <a:avLst/>
          </a:prstGeom>
        </p:spPr>
      </p:pic>
      <p:pic>
        <p:nvPicPr>
          <p:cNvPr id="12" name="Picture 11">
            <a:extLst>
              <a:ext uri="{FF2B5EF4-FFF2-40B4-BE49-F238E27FC236}">
                <a16:creationId xmlns:a16="http://schemas.microsoft.com/office/drawing/2014/main" id="{47642297-1AB8-EBD2-3A12-1013555B6046}"/>
              </a:ext>
            </a:extLst>
          </p:cNvPr>
          <p:cNvPicPr>
            <a:picLocks noChangeAspect="1"/>
          </p:cNvPicPr>
          <p:nvPr/>
        </p:nvPicPr>
        <p:blipFill>
          <a:blip r:embed="rId4"/>
          <a:srcRect l="857" t="-5460" r="-857" b="21512"/>
          <a:stretch>
            <a:fillRect/>
          </a:stretch>
        </p:blipFill>
        <p:spPr>
          <a:xfrm>
            <a:off x="5227929" y="-296587"/>
            <a:ext cx="2666006" cy="3912271"/>
          </a:xfrm>
          <a:prstGeom prst="rect">
            <a:avLst/>
          </a:prstGeom>
        </p:spPr>
      </p:pic>
      <p:pic>
        <p:nvPicPr>
          <p:cNvPr id="16" name="Picture 15">
            <a:extLst>
              <a:ext uri="{FF2B5EF4-FFF2-40B4-BE49-F238E27FC236}">
                <a16:creationId xmlns:a16="http://schemas.microsoft.com/office/drawing/2014/main" id="{049628B9-D749-5F58-536C-94162CCF71D7}"/>
              </a:ext>
            </a:extLst>
          </p:cNvPr>
          <p:cNvPicPr>
            <a:picLocks noChangeAspect="1"/>
          </p:cNvPicPr>
          <p:nvPr/>
        </p:nvPicPr>
        <p:blipFill>
          <a:blip r:embed="rId5"/>
          <a:srcRect t="45168" b="10714"/>
          <a:stretch>
            <a:fillRect/>
          </a:stretch>
        </p:blipFill>
        <p:spPr>
          <a:xfrm>
            <a:off x="9555136" y="2142045"/>
            <a:ext cx="2520991" cy="1893133"/>
          </a:xfrm>
          <a:prstGeom prst="rect">
            <a:avLst/>
          </a:prstGeom>
        </p:spPr>
      </p:pic>
      <p:pic>
        <p:nvPicPr>
          <p:cNvPr id="18" name="Picture 17">
            <a:extLst>
              <a:ext uri="{FF2B5EF4-FFF2-40B4-BE49-F238E27FC236}">
                <a16:creationId xmlns:a16="http://schemas.microsoft.com/office/drawing/2014/main" id="{5F591CA1-CE2B-65DC-A87E-3DCAF89290E4}"/>
              </a:ext>
            </a:extLst>
          </p:cNvPr>
          <p:cNvPicPr>
            <a:picLocks noChangeAspect="1"/>
          </p:cNvPicPr>
          <p:nvPr/>
        </p:nvPicPr>
        <p:blipFill>
          <a:blip r:embed="rId6"/>
          <a:stretch>
            <a:fillRect/>
          </a:stretch>
        </p:blipFill>
        <p:spPr>
          <a:xfrm>
            <a:off x="7584963" y="3440149"/>
            <a:ext cx="2091472" cy="3414649"/>
          </a:xfrm>
          <a:prstGeom prst="rect">
            <a:avLst/>
          </a:prstGeom>
        </p:spPr>
      </p:pic>
      <p:pic>
        <p:nvPicPr>
          <p:cNvPr id="8" name="Picture 7">
            <a:extLst>
              <a:ext uri="{FF2B5EF4-FFF2-40B4-BE49-F238E27FC236}">
                <a16:creationId xmlns:a16="http://schemas.microsoft.com/office/drawing/2014/main" id="{F309B7BD-B735-E2E8-8EDA-50E0BEF93142}"/>
              </a:ext>
            </a:extLst>
          </p:cNvPr>
          <p:cNvPicPr>
            <a:picLocks noChangeAspect="1"/>
          </p:cNvPicPr>
          <p:nvPr/>
        </p:nvPicPr>
        <p:blipFill>
          <a:blip r:embed="rId7"/>
          <a:stretch>
            <a:fillRect/>
          </a:stretch>
        </p:blipFill>
        <p:spPr>
          <a:xfrm>
            <a:off x="2626259" y="46196"/>
            <a:ext cx="2357033" cy="3598525"/>
          </a:xfrm>
          <a:prstGeom prst="rect">
            <a:avLst/>
          </a:prstGeom>
        </p:spPr>
      </p:pic>
    </p:spTree>
    <p:extLst>
      <p:ext uri="{BB962C8B-B14F-4D97-AF65-F5344CB8AC3E}">
        <p14:creationId xmlns:p14="http://schemas.microsoft.com/office/powerpoint/2010/main" val="253934892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8C8E316-B6F2-CFA3-33FB-8C55DDE033D8}"/>
            </a:ext>
          </a:extLst>
        </p:cNvPr>
        <p:cNvGrpSpPr/>
        <p:nvPr/>
      </p:nvGrpSpPr>
      <p:grpSpPr>
        <a:xfrm>
          <a:off x="0" y="0"/>
          <a:ext cx="0" cy="0"/>
          <a:chOff x="0" y="0"/>
          <a:chExt cx="0" cy="0"/>
        </a:xfrm>
      </p:grpSpPr>
      <p:sp useBgFill="1">
        <p:nvSpPr>
          <p:cNvPr id="1079" name="Rectangle 1078">
            <a:extLst>
              <a:ext uri="{FF2B5EF4-FFF2-40B4-BE49-F238E27FC236}">
                <a16:creationId xmlns:a16="http://schemas.microsoft.com/office/drawing/2014/main" id="{68AF5748-FED8-45BA-8631-26D1D10F32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2FB530F-9F92-A526-9B9C-5E6C8579D9C5}"/>
              </a:ext>
            </a:extLst>
          </p:cNvPr>
          <p:cNvSpPr>
            <a:spLocks noGrp="1"/>
          </p:cNvSpPr>
          <p:nvPr>
            <p:ph type="title"/>
          </p:nvPr>
        </p:nvSpPr>
        <p:spPr>
          <a:xfrm>
            <a:off x="477981" y="1122363"/>
            <a:ext cx="4023360" cy="3204134"/>
          </a:xfrm>
        </p:spPr>
        <p:txBody>
          <a:bodyPr vert="horz" lIns="91440" tIns="45720" rIns="91440" bIns="45720" rtlCol="0" anchor="b">
            <a:normAutofit/>
          </a:bodyPr>
          <a:lstStyle/>
          <a:p>
            <a:r>
              <a:rPr lang="en-US" sz="4800" kern="1200">
                <a:solidFill>
                  <a:schemeClr val="tx1"/>
                </a:solidFill>
                <a:latin typeface="+mj-lt"/>
                <a:ea typeface="+mj-ea"/>
                <a:cs typeface="+mj-cs"/>
              </a:rPr>
              <a:t>prompt</a:t>
            </a:r>
          </a:p>
        </p:txBody>
      </p:sp>
      <p:sp>
        <p:nvSpPr>
          <p:cNvPr id="1081" name="Rectangle 1080">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59921" y="346791"/>
            <a:ext cx="146304"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82" name="Rectangle 1081">
            <a:extLst>
              <a:ext uri="{FF2B5EF4-FFF2-40B4-BE49-F238E27FC236}">
                <a16:creationId xmlns:a16="http://schemas.microsoft.com/office/drawing/2014/main" id="{08C9B587-E65E-4B52-B37C-ABEBB6E87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029" y="4546920"/>
            <a:ext cx="402336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pic>
        <p:nvPicPr>
          <p:cNvPr id="1026" name="Picture 2">
            <a:extLst>
              <a:ext uri="{FF2B5EF4-FFF2-40B4-BE49-F238E27FC236}">
                <a16:creationId xmlns:a16="http://schemas.microsoft.com/office/drawing/2014/main" id="{718C0B7A-835F-B9F6-914E-4C34BF2F56B3}"/>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tretch>
            <a:fillRect/>
          </a:stretch>
        </p:blipFill>
        <p:spPr bwMode="auto">
          <a:xfrm>
            <a:off x="4864608" y="1068399"/>
            <a:ext cx="6846363" cy="456994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5241312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570D8A-B863-B45B-6C79-0F00F3EBBCD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F28FED7-FB41-5269-5278-7F86CA3DAA2A}"/>
              </a:ext>
            </a:extLst>
          </p:cNvPr>
          <p:cNvSpPr>
            <a:spLocks noGrp="1"/>
          </p:cNvSpPr>
          <p:nvPr>
            <p:ph type="title"/>
          </p:nvPr>
        </p:nvSpPr>
        <p:spPr>
          <a:xfrm>
            <a:off x="6267262" y="0"/>
            <a:ext cx="5291663" cy="1628775"/>
          </a:xfrm>
        </p:spPr>
        <p:txBody>
          <a:bodyPr anchor="b">
            <a:normAutofit/>
          </a:bodyPr>
          <a:lstStyle/>
          <a:p>
            <a:r>
              <a:rPr lang="en-US" sz="4000" dirty="0"/>
              <a:t>System Design</a:t>
            </a:r>
          </a:p>
        </p:txBody>
      </p:sp>
      <p:pic>
        <p:nvPicPr>
          <p:cNvPr id="16" name="Picture 15" descr="White circuit board pattern">
            <a:extLst>
              <a:ext uri="{FF2B5EF4-FFF2-40B4-BE49-F238E27FC236}">
                <a16:creationId xmlns:a16="http://schemas.microsoft.com/office/drawing/2014/main" id="{FD77C1CA-8F53-4985-F0CB-0B99A4039B20}"/>
              </a:ext>
            </a:extLst>
          </p:cNvPr>
          <p:cNvPicPr>
            <a:picLocks noChangeAspect="1"/>
          </p:cNvPicPr>
          <p:nvPr/>
        </p:nvPicPr>
        <p:blipFill>
          <a:blip r:embed="rId2"/>
          <a:srcRect l="13422" r="19897" b="1"/>
          <a:stretch>
            <a:fillRect/>
          </a:stretch>
        </p:blipFill>
        <p:spPr>
          <a:xfrm>
            <a:off x="2" y="1587"/>
            <a:ext cx="6095999" cy="6856413"/>
          </a:xfrm>
          <a:custGeom>
            <a:avLst/>
            <a:gdLst/>
            <a:ahLst/>
            <a:cxnLst/>
            <a:rect l="l" t="t" r="r" b="b"/>
            <a:pathLst>
              <a:path w="6649908" h="6856413">
                <a:moveTo>
                  <a:pt x="0" y="0"/>
                </a:moveTo>
                <a:lnTo>
                  <a:pt x="6559859" y="0"/>
                </a:lnTo>
                <a:lnTo>
                  <a:pt x="6572145" y="79394"/>
                </a:lnTo>
                <a:cubicBezTo>
                  <a:pt x="6857782" y="2230562"/>
                  <a:pt x="6243159" y="4473353"/>
                  <a:pt x="6528796" y="6624522"/>
                </a:cubicBezTo>
                <a:lnTo>
                  <a:pt x="6564680" y="6856413"/>
                </a:lnTo>
                <a:lnTo>
                  <a:pt x="0" y="6856413"/>
                </a:lnTo>
                <a:close/>
              </a:path>
            </a:pathLst>
          </a:custGeom>
        </p:spPr>
      </p:pic>
      <p:sp>
        <p:nvSpPr>
          <p:cNvPr id="3" name="Content Placeholder 2">
            <a:extLst>
              <a:ext uri="{FF2B5EF4-FFF2-40B4-BE49-F238E27FC236}">
                <a16:creationId xmlns:a16="http://schemas.microsoft.com/office/drawing/2014/main" id="{96220D32-981E-4F6B-D6D0-D3660E38C484}"/>
              </a:ext>
            </a:extLst>
          </p:cNvPr>
          <p:cNvSpPr>
            <a:spLocks noGrp="1"/>
          </p:cNvSpPr>
          <p:nvPr>
            <p:ph idx="1"/>
          </p:nvPr>
        </p:nvSpPr>
        <p:spPr>
          <a:xfrm>
            <a:off x="6267262" y="1966430"/>
            <a:ext cx="5291663" cy="3786188"/>
          </a:xfrm>
        </p:spPr>
        <p:txBody>
          <a:bodyPr>
            <a:normAutofit fontScale="55000" lnSpcReduction="20000"/>
          </a:bodyPr>
          <a:lstStyle/>
          <a:p>
            <a:pPr marL="0" indent="0">
              <a:buNone/>
            </a:pPr>
            <a:r>
              <a:rPr lang="en-US" sz="2200"/>
              <a:t>The system is composed of the following key components:</a:t>
            </a:r>
          </a:p>
          <a:p>
            <a:pPr algn="l" rtl="0" fontAlgn="base">
              <a:spcAft>
                <a:spcPts val="800"/>
              </a:spcAft>
              <a:buNone/>
            </a:pPr>
            <a:r>
              <a:rPr lang="en-US" sz="2200" b="0" i="0">
                <a:solidFill>
                  <a:srgbClr val="000000"/>
                </a:solidFill>
                <a:effectLst/>
                <a:latin typeface="Aptos" panose="020B0004020202020204" pitchFamily="34" charset="0"/>
              </a:rPr>
              <a:t>User Interface:</a:t>
            </a:r>
          </a:p>
          <a:p>
            <a:pPr algn="l" rtl="0" fontAlgn="base">
              <a:buFont typeface="Arial" panose="020B0604020202020204" pitchFamily="34" charset="0"/>
              <a:buChar char="•"/>
            </a:pPr>
            <a:r>
              <a:rPr lang="en-US" sz="2200" b="0" i="0">
                <a:solidFill>
                  <a:srgbClr val="000000"/>
                </a:solidFill>
                <a:effectLst/>
                <a:latin typeface="Aptos" panose="020B0004020202020204" pitchFamily="34" charset="0"/>
              </a:rPr>
              <a:t>Chat interface with buttons and text input</a:t>
            </a:r>
          </a:p>
          <a:p>
            <a:pPr algn="l" rtl="0" fontAlgn="base">
              <a:spcAft>
                <a:spcPts val="800"/>
              </a:spcAft>
              <a:buNone/>
            </a:pPr>
            <a:r>
              <a:rPr lang="en-US" sz="2200" b="0" i="0">
                <a:solidFill>
                  <a:srgbClr val="000000"/>
                </a:solidFill>
                <a:effectLst/>
                <a:latin typeface="Aptos" panose="020B0004020202020204" pitchFamily="34" charset="0"/>
              </a:rPr>
              <a:t>Input Processing Layer:</a:t>
            </a:r>
          </a:p>
          <a:p>
            <a:pPr algn="l" rtl="0" fontAlgn="base">
              <a:buFont typeface="Arial" panose="020B0604020202020204" pitchFamily="34" charset="0"/>
              <a:buChar char="•"/>
            </a:pPr>
            <a:r>
              <a:rPr lang="en-US" sz="2200" b="0" i="0">
                <a:solidFill>
                  <a:srgbClr val="000000"/>
                </a:solidFill>
                <a:effectLst/>
                <a:latin typeface="Aptos" panose="020B0004020202020204" pitchFamily="34" charset="0"/>
              </a:rPr>
              <a:t>Captures and interprets user input</a:t>
            </a:r>
          </a:p>
          <a:p>
            <a:pPr algn="l" rtl="0" fontAlgn="base">
              <a:spcAft>
                <a:spcPts val="800"/>
              </a:spcAft>
              <a:buNone/>
            </a:pPr>
            <a:r>
              <a:rPr lang="en-US" sz="2200" b="0" i="0">
                <a:solidFill>
                  <a:srgbClr val="000000"/>
                </a:solidFill>
                <a:effectLst/>
                <a:latin typeface="Aptos" panose="020B0004020202020204" pitchFamily="34" charset="0"/>
              </a:rPr>
              <a:t>AI Processing Engine:</a:t>
            </a:r>
          </a:p>
          <a:p>
            <a:pPr algn="l" rtl="0" fontAlgn="base">
              <a:buFont typeface="Arial" panose="020B0604020202020204" pitchFamily="34" charset="0"/>
              <a:buChar char="•"/>
            </a:pPr>
            <a:r>
              <a:rPr lang="en-US" sz="2200" b="0" i="0">
                <a:solidFill>
                  <a:srgbClr val="000000"/>
                </a:solidFill>
                <a:effectLst/>
                <a:latin typeface="Aptos" panose="020B0004020202020204" pitchFamily="34" charset="0"/>
              </a:rPr>
              <a:t>Uses prompt engineering to generate controlled responses</a:t>
            </a:r>
          </a:p>
          <a:p>
            <a:pPr algn="l" rtl="0" fontAlgn="base">
              <a:spcAft>
                <a:spcPts val="800"/>
              </a:spcAft>
              <a:buNone/>
            </a:pPr>
            <a:r>
              <a:rPr lang="en-US" sz="2200" b="0" i="0">
                <a:solidFill>
                  <a:srgbClr val="000000"/>
                </a:solidFill>
                <a:effectLst/>
                <a:latin typeface="Aptos" panose="020B0004020202020204" pitchFamily="34" charset="0"/>
              </a:rPr>
              <a:t>Logic &amp; Workflow Engine:</a:t>
            </a:r>
          </a:p>
          <a:p>
            <a:pPr algn="l" rtl="0" fontAlgn="base">
              <a:buFont typeface="Arial" panose="020B0604020202020204" pitchFamily="34" charset="0"/>
              <a:buChar char="•"/>
            </a:pPr>
            <a:r>
              <a:rPr lang="en-US" sz="2200" b="0" i="0">
                <a:solidFill>
                  <a:srgbClr val="000000"/>
                </a:solidFill>
                <a:effectLst/>
                <a:latin typeface="Aptos" panose="020B0004020202020204" pitchFamily="34" charset="0"/>
              </a:rPr>
              <a:t>Handles structured conversation paths</a:t>
            </a:r>
          </a:p>
          <a:p>
            <a:pPr algn="l" rtl="0" fontAlgn="base">
              <a:spcAft>
                <a:spcPts val="800"/>
              </a:spcAft>
              <a:buNone/>
            </a:pPr>
            <a:r>
              <a:rPr lang="en-US" sz="2200" b="0" i="0">
                <a:solidFill>
                  <a:srgbClr val="000000"/>
                </a:solidFill>
                <a:effectLst/>
                <a:latin typeface="Aptos" panose="020B0004020202020204" pitchFamily="34" charset="0"/>
              </a:rPr>
              <a:t>Output Layer:</a:t>
            </a:r>
          </a:p>
          <a:p>
            <a:pPr algn="l" rtl="0" fontAlgn="base">
              <a:buFont typeface="Arial" panose="020B0604020202020204" pitchFamily="34" charset="0"/>
              <a:buChar char="•"/>
            </a:pPr>
            <a:r>
              <a:rPr lang="en-US" sz="2200" b="0" i="0">
                <a:solidFill>
                  <a:srgbClr val="000000"/>
                </a:solidFill>
                <a:effectLst/>
                <a:latin typeface="Aptos" panose="020B0004020202020204" pitchFamily="34" charset="0"/>
              </a:rPr>
              <a:t>Displays responses to the user</a:t>
            </a:r>
          </a:p>
          <a:p>
            <a:pPr algn="l" rtl="0" fontAlgn="base">
              <a:spcAft>
                <a:spcPts val="800"/>
              </a:spcAft>
              <a:buNone/>
            </a:pPr>
            <a:r>
              <a:rPr lang="en-US" sz="2200" b="0" i="0">
                <a:solidFill>
                  <a:srgbClr val="000000"/>
                </a:solidFill>
                <a:effectLst/>
                <a:latin typeface="Aptos" panose="020B0004020202020204" pitchFamily="34" charset="0"/>
              </a:rPr>
              <a:t>This modular design improves scalability, maintainability, and performance.</a:t>
            </a:r>
          </a:p>
          <a:p>
            <a:endParaRPr lang="en-US" sz="1800" dirty="0"/>
          </a:p>
        </p:txBody>
      </p:sp>
    </p:spTree>
    <p:extLst>
      <p:ext uri="{BB962C8B-B14F-4D97-AF65-F5344CB8AC3E}">
        <p14:creationId xmlns:p14="http://schemas.microsoft.com/office/powerpoint/2010/main" val="333318567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7B030C-4505-094B-30DC-494E4D540E4F}"/>
              </a:ext>
            </a:extLst>
          </p:cNvPr>
          <p:cNvSpPr>
            <a:spLocks noGrp="1"/>
          </p:cNvSpPr>
          <p:nvPr>
            <p:ph type="title"/>
          </p:nvPr>
        </p:nvSpPr>
        <p:spPr/>
        <p:txBody>
          <a:bodyPr/>
          <a:lstStyle/>
          <a:p>
            <a:r>
              <a:rPr lang="en-US" dirty="0"/>
              <a:t>Improvements and challenges</a:t>
            </a:r>
          </a:p>
        </p:txBody>
      </p:sp>
      <p:sp>
        <p:nvSpPr>
          <p:cNvPr id="3" name="Text Placeholder 2">
            <a:extLst>
              <a:ext uri="{FF2B5EF4-FFF2-40B4-BE49-F238E27FC236}">
                <a16:creationId xmlns:a16="http://schemas.microsoft.com/office/drawing/2014/main" id="{1ED5E428-661A-C791-A64C-64AB84CD12A7}"/>
              </a:ext>
            </a:extLst>
          </p:cNvPr>
          <p:cNvSpPr>
            <a:spLocks noGrp="1"/>
          </p:cNvSpPr>
          <p:nvPr>
            <p:ph type="body" idx="1"/>
          </p:nvPr>
        </p:nvSpPr>
        <p:spPr>
          <a:xfrm>
            <a:off x="899287" y="1452828"/>
            <a:ext cx="5157787" cy="823912"/>
          </a:xfrm>
        </p:spPr>
        <p:txBody>
          <a:bodyPr/>
          <a:lstStyle/>
          <a:p>
            <a:r>
              <a:rPr lang="en-US" dirty="0"/>
              <a:t>Challenges</a:t>
            </a:r>
          </a:p>
        </p:txBody>
      </p:sp>
      <p:sp>
        <p:nvSpPr>
          <p:cNvPr id="5" name="Text Placeholder 4">
            <a:extLst>
              <a:ext uri="{FF2B5EF4-FFF2-40B4-BE49-F238E27FC236}">
                <a16:creationId xmlns:a16="http://schemas.microsoft.com/office/drawing/2014/main" id="{B039805E-9A31-A1A6-1C4B-648378E15C6C}"/>
              </a:ext>
            </a:extLst>
          </p:cNvPr>
          <p:cNvSpPr>
            <a:spLocks noGrp="1"/>
          </p:cNvSpPr>
          <p:nvPr>
            <p:ph type="body" sz="quarter" idx="3"/>
          </p:nvPr>
        </p:nvSpPr>
        <p:spPr>
          <a:xfrm>
            <a:off x="6393624" y="1452828"/>
            <a:ext cx="5183188" cy="823912"/>
          </a:xfrm>
        </p:spPr>
        <p:txBody>
          <a:bodyPr/>
          <a:lstStyle/>
          <a:p>
            <a:r>
              <a:rPr lang="en-US" dirty="0"/>
              <a:t>Improvements</a:t>
            </a:r>
          </a:p>
        </p:txBody>
      </p:sp>
      <p:graphicFrame>
        <p:nvGraphicFramePr>
          <p:cNvPr id="10" name="Content Placeholder 9">
            <a:extLst>
              <a:ext uri="{FF2B5EF4-FFF2-40B4-BE49-F238E27FC236}">
                <a16:creationId xmlns:a16="http://schemas.microsoft.com/office/drawing/2014/main" id="{AD4CBB59-275C-6FE1-CA19-DBE751BD3283}"/>
              </a:ext>
            </a:extLst>
          </p:cNvPr>
          <p:cNvGraphicFramePr>
            <a:graphicFrameLocks noGrp="1"/>
          </p:cNvGraphicFramePr>
          <p:nvPr>
            <p:ph sz="half" idx="2"/>
            <p:extLst>
              <p:ext uri="{D42A27DB-BD31-4B8C-83A1-F6EECF244321}">
                <p14:modId xmlns:p14="http://schemas.microsoft.com/office/powerpoint/2010/main" val="1490008875"/>
              </p:ext>
            </p:extLst>
          </p:nvPr>
        </p:nvGraphicFramePr>
        <p:xfrm>
          <a:off x="477838" y="3102016"/>
          <a:ext cx="5519736" cy="330251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2" name="TextBox 11">
            <a:extLst>
              <a:ext uri="{FF2B5EF4-FFF2-40B4-BE49-F238E27FC236}">
                <a16:creationId xmlns:a16="http://schemas.microsoft.com/office/drawing/2014/main" id="{D938A584-78E2-714E-37E4-8B60717F3F79}"/>
              </a:ext>
            </a:extLst>
          </p:cNvPr>
          <p:cNvSpPr txBox="1"/>
          <p:nvPr/>
        </p:nvSpPr>
        <p:spPr>
          <a:xfrm>
            <a:off x="720525" y="2732684"/>
            <a:ext cx="5157787" cy="584775"/>
          </a:xfrm>
          <a:prstGeom prst="rect">
            <a:avLst/>
          </a:prstGeom>
          <a:noFill/>
        </p:spPr>
        <p:txBody>
          <a:bodyPr wrap="square">
            <a:spAutoFit/>
          </a:bodyPr>
          <a:lstStyle/>
          <a:p>
            <a:r>
              <a:rPr lang="en-US" sz="1600" dirty="0"/>
              <a:t>During development, several challenges were encountered:</a:t>
            </a:r>
          </a:p>
        </p:txBody>
      </p:sp>
      <p:graphicFrame>
        <p:nvGraphicFramePr>
          <p:cNvPr id="16" name="Content Placeholder 15">
            <a:extLst>
              <a:ext uri="{FF2B5EF4-FFF2-40B4-BE49-F238E27FC236}">
                <a16:creationId xmlns:a16="http://schemas.microsoft.com/office/drawing/2014/main" id="{92FFD033-F10C-8EAF-3D82-7CC9926D2246}"/>
              </a:ext>
            </a:extLst>
          </p:cNvPr>
          <p:cNvGraphicFramePr>
            <a:graphicFrameLocks noGrp="1"/>
          </p:cNvGraphicFramePr>
          <p:nvPr>
            <p:ph sz="quarter" idx="4"/>
            <p:extLst>
              <p:ext uri="{D42A27DB-BD31-4B8C-83A1-F6EECF244321}">
                <p14:modId xmlns:p14="http://schemas.microsoft.com/office/powerpoint/2010/main" val="2487306326"/>
              </p:ext>
            </p:extLst>
          </p:nvPr>
        </p:nvGraphicFramePr>
        <p:xfrm>
          <a:off x="6194427" y="3429000"/>
          <a:ext cx="4762500" cy="3248025"/>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
        <p:nvSpPr>
          <p:cNvPr id="18" name="TextBox 17">
            <a:extLst>
              <a:ext uri="{FF2B5EF4-FFF2-40B4-BE49-F238E27FC236}">
                <a16:creationId xmlns:a16="http://schemas.microsoft.com/office/drawing/2014/main" id="{7943A9B1-230C-79D0-37AD-889A6A6EAE3E}"/>
              </a:ext>
            </a:extLst>
          </p:cNvPr>
          <p:cNvSpPr txBox="1"/>
          <p:nvPr/>
        </p:nvSpPr>
        <p:spPr>
          <a:xfrm>
            <a:off x="5803106" y="2711477"/>
            <a:ext cx="6096000" cy="369332"/>
          </a:xfrm>
          <a:prstGeom prst="rect">
            <a:avLst/>
          </a:prstGeom>
          <a:noFill/>
        </p:spPr>
        <p:txBody>
          <a:bodyPr wrap="square">
            <a:spAutoFit/>
          </a:bodyPr>
          <a:lstStyle/>
          <a:p>
            <a:r>
              <a:rPr lang="en-US" dirty="0"/>
              <a:t>Future enhancements for the system includes </a:t>
            </a:r>
          </a:p>
        </p:txBody>
      </p:sp>
    </p:spTree>
    <p:extLst>
      <p:ext uri="{BB962C8B-B14F-4D97-AF65-F5344CB8AC3E}">
        <p14:creationId xmlns:p14="http://schemas.microsoft.com/office/powerpoint/2010/main" val="261345433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04812C46-200A-4DEB-A05E-3ED6C68C23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10" descr="Abstract picture of the brain made up of patterns">
            <a:extLst>
              <a:ext uri="{FF2B5EF4-FFF2-40B4-BE49-F238E27FC236}">
                <a16:creationId xmlns:a16="http://schemas.microsoft.com/office/drawing/2014/main" id="{48EF421E-33CC-E382-29AA-C7E98E5C330F}"/>
              </a:ext>
            </a:extLst>
          </p:cNvPr>
          <p:cNvPicPr>
            <a:picLocks noChangeAspect="1"/>
          </p:cNvPicPr>
          <p:nvPr/>
        </p:nvPicPr>
        <p:blipFill>
          <a:blip r:embed="rId2"/>
          <a:srcRect t="994" b="8658"/>
          <a:stretch>
            <a:fillRect/>
          </a:stretch>
        </p:blipFill>
        <p:spPr>
          <a:xfrm>
            <a:off x="1" y="10"/>
            <a:ext cx="9669642" cy="6857990"/>
          </a:xfrm>
          <a:prstGeom prst="rect">
            <a:avLst/>
          </a:prstGeom>
        </p:spPr>
      </p:pic>
      <p:sp>
        <p:nvSpPr>
          <p:cNvPr id="23" name="Rectangle 22">
            <a:extLst>
              <a:ext uri="{FF2B5EF4-FFF2-40B4-BE49-F238E27FC236}">
                <a16:creationId xmlns:a16="http://schemas.microsoft.com/office/drawing/2014/main" id="{D1EA859B-E555-4109-94F3-6700E046E0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5125019" y="0"/>
            <a:ext cx="7066978" cy="6858000"/>
          </a:xfrm>
          <a:prstGeom prst="rect">
            <a:avLst/>
          </a:prstGeom>
          <a:gradFill>
            <a:gsLst>
              <a:gs pos="48000">
                <a:schemeClr val="bg1"/>
              </a:gs>
              <a:gs pos="35000">
                <a:schemeClr val="bg1">
                  <a:alpha val="77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5994C3D9-3A6D-4FFC-5998-8E38246B1225}"/>
              </a:ext>
            </a:extLst>
          </p:cNvPr>
          <p:cNvSpPr>
            <a:spLocks noGrp="1"/>
          </p:cNvSpPr>
          <p:nvPr>
            <p:ph type="title"/>
          </p:nvPr>
        </p:nvSpPr>
        <p:spPr>
          <a:xfrm>
            <a:off x="7531610" y="365125"/>
            <a:ext cx="3822189" cy="1899912"/>
          </a:xfrm>
        </p:spPr>
        <p:txBody>
          <a:bodyPr>
            <a:normAutofit/>
          </a:bodyPr>
          <a:lstStyle/>
          <a:p>
            <a:r>
              <a:rPr lang="en-US" sz="4000"/>
              <a:t>Responsible AI</a:t>
            </a:r>
          </a:p>
        </p:txBody>
      </p:sp>
      <p:sp>
        <p:nvSpPr>
          <p:cNvPr id="9" name="Content Placeholder 8">
            <a:extLst>
              <a:ext uri="{FF2B5EF4-FFF2-40B4-BE49-F238E27FC236}">
                <a16:creationId xmlns:a16="http://schemas.microsoft.com/office/drawing/2014/main" id="{8DC23560-43C1-5BBE-2FDC-77308EDC393C}"/>
              </a:ext>
            </a:extLst>
          </p:cNvPr>
          <p:cNvSpPr>
            <a:spLocks noGrp="1"/>
          </p:cNvSpPr>
          <p:nvPr>
            <p:ph idx="1"/>
          </p:nvPr>
        </p:nvSpPr>
        <p:spPr>
          <a:xfrm>
            <a:off x="7531610" y="2434201"/>
            <a:ext cx="3822189" cy="3742762"/>
          </a:xfrm>
        </p:spPr>
        <p:txBody>
          <a:bodyPr>
            <a:normAutofit/>
          </a:bodyPr>
          <a:lstStyle/>
          <a:p>
            <a:pPr rtl="0" fontAlgn="base">
              <a:spcAft>
                <a:spcPts val="800"/>
              </a:spcAft>
              <a:buNone/>
            </a:pPr>
            <a:r>
              <a:rPr lang="en-US" sz="1700" b="0" i="0">
                <a:effectLst/>
                <a:latin typeface="Aptos" panose="020B0004020202020204" pitchFamily="34" charset="0"/>
              </a:rPr>
              <a:t>Safety Measures Implemented: </a:t>
            </a:r>
            <a:endParaRPr lang="en-US" sz="1700" b="0" i="0">
              <a:effectLst/>
              <a:latin typeface="Segoe UI" panose="020B0502040204020203" pitchFamily="34" charset="0"/>
            </a:endParaRPr>
          </a:p>
          <a:p>
            <a:pPr rtl="0" fontAlgn="base">
              <a:buFont typeface="Arial" panose="020B0604020202020204" pitchFamily="34" charset="0"/>
              <a:buChar char="•"/>
            </a:pPr>
            <a:r>
              <a:rPr lang="en-US" sz="1700" b="0" i="0">
                <a:effectLst/>
                <a:latin typeface="Aptos" panose="020B0004020202020204" pitchFamily="34" charset="0"/>
              </a:rPr>
              <a:t>The chatbot does not provide medical diagnoses </a:t>
            </a:r>
          </a:p>
          <a:p>
            <a:pPr rtl="0" fontAlgn="base">
              <a:buFont typeface="Arial" panose="020B0604020202020204" pitchFamily="34" charset="0"/>
              <a:buChar char="•"/>
            </a:pPr>
            <a:r>
              <a:rPr lang="en-US" sz="1700" b="0" i="0">
                <a:effectLst/>
                <a:latin typeface="Aptos" panose="020B0004020202020204" pitchFamily="34" charset="0"/>
              </a:rPr>
              <a:t>The chatbot does not prescribe medication </a:t>
            </a:r>
          </a:p>
          <a:p>
            <a:pPr rtl="0" fontAlgn="base">
              <a:buFont typeface="Arial" panose="020B0604020202020204" pitchFamily="34" charset="0"/>
              <a:buChar char="•"/>
            </a:pPr>
            <a:r>
              <a:rPr lang="en-US" sz="1700" b="0" i="0">
                <a:effectLst/>
                <a:latin typeface="Aptos" panose="020B0004020202020204" pitchFamily="34" charset="0"/>
              </a:rPr>
              <a:t>Users are encouraged to consult qualified healthcare professionals </a:t>
            </a:r>
          </a:p>
          <a:p>
            <a:pPr rtl="0" fontAlgn="base">
              <a:buFont typeface="Arial" panose="020B0604020202020204" pitchFamily="34" charset="0"/>
              <a:buChar char="•"/>
            </a:pPr>
            <a:r>
              <a:rPr lang="en-US" sz="1700" b="0" i="0">
                <a:effectLst/>
                <a:latin typeface="Aptos" panose="020B0004020202020204" pitchFamily="34" charset="0"/>
              </a:rPr>
              <a:t>Responses are controlled through strict prompt constraints </a:t>
            </a:r>
          </a:p>
          <a:p>
            <a:pPr rtl="0" fontAlgn="base">
              <a:buFont typeface="Arial" panose="020B0604020202020204" pitchFamily="34" charset="0"/>
              <a:buChar char="•"/>
            </a:pPr>
            <a:r>
              <a:rPr lang="en-US" sz="1700" b="0" i="0">
                <a:effectLst/>
                <a:latin typeface="Aptos" panose="020B0004020202020204" pitchFamily="34" charset="0"/>
              </a:rPr>
              <a:t>Sensitive queries trigger safe fallback responses </a:t>
            </a:r>
          </a:p>
          <a:p>
            <a:pPr rtl="0" fontAlgn="base">
              <a:spcAft>
                <a:spcPts val="800"/>
              </a:spcAft>
              <a:buNone/>
            </a:pPr>
            <a:endParaRPr lang="en-US" sz="1700" b="0" i="0">
              <a:effectLst/>
              <a:latin typeface="Segoe UI" panose="020B0502040204020203" pitchFamily="34" charset="0"/>
            </a:endParaRPr>
          </a:p>
        </p:txBody>
      </p:sp>
    </p:spTree>
    <p:extLst>
      <p:ext uri="{BB962C8B-B14F-4D97-AF65-F5344CB8AC3E}">
        <p14:creationId xmlns:p14="http://schemas.microsoft.com/office/powerpoint/2010/main" val="218302505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885424-CABB-76CE-C514-BB6D220A461A}"/>
              </a:ext>
            </a:extLst>
          </p:cNvPr>
          <p:cNvSpPr>
            <a:spLocks noGrp="1"/>
          </p:cNvSpPr>
          <p:nvPr>
            <p:ph type="title"/>
          </p:nvPr>
        </p:nvSpPr>
        <p:spPr/>
        <p:txBody>
          <a:bodyPr/>
          <a:lstStyle/>
          <a:p>
            <a:pPr algn="ctr"/>
            <a:r>
              <a:rPr lang="en-US" dirty="0"/>
              <a:t>Testing &amp; Results</a:t>
            </a:r>
          </a:p>
        </p:txBody>
      </p:sp>
      <p:sp>
        <p:nvSpPr>
          <p:cNvPr id="3" name="Text Placeholder 2">
            <a:extLst>
              <a:ext uri="{FF2B5EF4-FFF2-40B4-BE49-F238E27FC236}">
                <a16:creationId xmlns:a16="http://schemas.microsoft.com/office/drawing/2014/main" id="{DB51EF81-C557-A88C-1401-434E5C5678C7}"/>
              </a:ext>
            </a:extLst>
          </p:cNvPr>
          <p:cNvSpPr>
            <a:spLocks noGrp="1"/>
          </p:cNvSpPr>
          <p:nvPr>
            <p:ph type="body" idx="1"/>
          </p:nvPr>
        </p:nvSpPr>
        <p:spPr>
          <a:xfrm>
            <a:off x="630238" y="1257301"/>
            <a:ext cx="5157787" cy="823912"/>
          </a:xfrm>
        </p:spPr>
        <p:txBody>
          <a:bodyPr/>
          <a:lstStyle/>
          <a:p>
            <a:r>
              <a:rPr lang="en-US" dirty="0"/>
              <a:t>Test Examples</a:t>
            </a:r>
          </a:p>
        </p:txBody>
      </p:sp>
      <p:sp>
        <p:nvSpPr>
          <p:cNvPr id="4" name="Content Placeholder 3">
            <a:extLst>
              <a:ext uri="{FF2B5EF4-FFF2-40B4-BE49-F238E27FC236}">
                <a16:creationId xmlns:a16="http://schemas.microsoft.com/office/drawing/2014/main" id="{FFB43AE2-09DF-A63B-4DBC-CE3C5AF50F31}"/>
              </a:ext>
            </a:extLst>
          </p:cNvPr>
          <p:cNvSpPr>
            <a:spLocks noGrp="1"/>
          </p:cNvSpPr>
          <p:nvPr>
            <p:ph sz="half" idx="2"/>
          </p:nvPr>
        </p:nvSpPr>
        <p:spPr/>
        <p:txBody>
          <a:bodyPr>
            <a:normAutofit fontScale="77500" lnSpcReduction="20000"/>
          </a:bodyPr>
          <a:lstStyle/>
          <a:p>
            <a:r>
              <a:rPr lang="en-US" dirty="0"/>
              <a:t>“What services do you offer?” </a:t>
            </a:r>
          </a:p>
          <a:p>
            <a:endParaRPr lang="en-US" dirty="0"/>
          </a:p>
          <a:p>
            <a:r>
              <a:rPr lang="en-US" dirty="0"/>
              <a:t>“Can you give me advice about mental health?” </a:t>
            </a:r>
          </a:p>
          <a:p>
            <a:endParaRPr lang="en-US" dirty="0"/>
          </a:p>
          <a:p>
            <a:r>
              <a:rPr lang="en-US" dirty="0"/>
              <a:t>“I have chest pain” </a:t>
            </a:r>
          </a:p>
        </p:txBody>
      </p:sp>
      <p:sp>
        <p:nvSpPr>
          <p:cNvPr id="5" name="Text Placeholder 4">
            <a:extLst>
              <a:ext uri="{FF2B5EF4-FFF2-40B4-BE49-F238E27FC236}">
                <a16:creationId xmlns:a16="http://schemas.microsoft.com/office/drawing/2014/main" id="{163E7A21-DAA0-954A-E43D-41E3BFFA6536}"/>
              </a:ext>
            </a:extLst>
          </p:cNvPr>
          <p:cNvSpPr>
            <a:spLocks noGrp="1"/>
          </p:cNvSpPr>
          <p:nvPr>
            <p:ph type="body" sz="quarter" idx="3"/>
          </p:nvPr>
        </p:nvSpPr>
        <p:spPr>
          <a:xfrm>
            <a:off x="6172200" y="1273970"/>
            <a:ext cx="5183188" cy="823912"/>
          </a:xfrm>
        </p:spPr>
        <p:txBody>
          <a:bodyPr/>
          <a:lstStyle/>
          <a:p>
            <a:r>
              <a:rPr lang="en-US" dirty="0"/>
              <a:t>Results </a:t>
            </a:r>
          </a:p>
        </p:txBody>
      </p:sp>
      <p:sp>
        <p:nvSpPr>
          <p:cNvPr id="6" name="Content Placeholder 5">
            <a:extLst>
              <a:ext uri="{FF2B5EF4-FFF2-40B4-BE49-F238E27FC236}">
                <a16:creationId xmlns:a16="http://schemas.microsoft.com/office/drawing/2014/main" id="{27E545CC-05D3-6B03-B3B9-0C47C1C355EF}"/>
              </a:ext>
            </a:extLst>
          </p:cNvPr>
          <p:cNvSpPr>
            <a:spLocks noGrp="1"/>
          </p:cNvSpPr>
          <p:nvPr>
            <p:ph sz="quarter" idx="4"/>
          </p:nvPr>
        </p:nvSpPr>
        <p:spPr/>
        <p:txBody>
          <a:bodyPr>
            <a:normAutofit fontScale="77500" lnSpcReduction="20000"/>
          </a:bodyPr>
          <a:lstStyle/>
          <a:p>
            <a:r>
              <a:rPr lang="en-US" dirty="0"/>
              <a:t>The chatbot provided “accurate” and relevant information </a:t>
            </a:r>
          </a:p>
          <a:p>
            <a:endParaRPr lang="en-US" dirty="0"/>
          </a:p>
          <a:p>
            <a:r>
              <a:rPr lang="en-US" dirty="0"/>
              <a:t>Navigation through options was smooth and intuitive </a:t>
            </a:r>
          </a:p>
          <a:p>
            <a:endParaRPr lang="en-US" dirty="0"/>
          </a:p>
          <a:p>
            <a:r>
              <a:rPr lang="en-US" dirty="0"/>
              <a:t>Sensitive queries were handled safely with appropriate disclaimers </a:t>
            </a:r>
          </a:p>
          <a:p>
            <a:endParaRPr lang="en-US" dirty="0"/>
          </a:p>
          <a:p>
            <a:r>
              <a:rPr lang="en-US" dirty="0"/>
              <a:t>No harmful or misleading responses were generated </a:t>
            </a:r>
          </a:p>
        </p:txBody>
      </p:sp>
    </p:spTree>
    <p:extLst>
      <p:ext uri="{BB962C8B-B14F-4D97-AF65-F5344CB8AC3E}">
        <p14:creationId xmlns:p14="http://schemas.microsoft.com/office/powerpoint/2010/main" val="347428321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43CCCE-D23C-313F-0B5C-A96E4464DC57}"/>
              </a:ext>
            </a:extLst>
          </p:cNvPr>
          <p:cNvSpPr>
            <a:spLocks noGrp="1"/>
          </p:cNvSpPr>
          <p:nvPr>
            <p:ph type="title"/>
          </p:nvPr>
        </p:nvSpPr>
        <p:spPr/>
        <p:txBody>
          <a:bodyPr/>
          <a:lstStyle/>
          <a:p>
            <a:pPr algn="ctr"/>
            <a:r>
              <a:rPr lang="en-US" dirty="0"/>
              <a:t>Lesson learned</a:t>
            </a:r>
          </a:p>
        </p:txBody>
      </p:sp>
      <p:sp>
        <p:nvSpPr>
          <p:cNvPr id="3" name="Content Placeholder 2">
            <a:extLst>
              <a:ext uri="{FF2B5EF4-FFF2-40B4-BE49-F238E27FC236}">
                <a16:creationId xmlns:a16="http://schemas.microsoft.com/office/drawing/2014/main" id="{89375C96-A1CD-1FE0-548C-41CD55407286}"/>
              </a:ext>
            </a:extLst>
          </p:cNvPr>
          <p:cNvSpPr>
            <a:spLocks noGrp="1"/>
          </p:cNvSpPr>
          <p:nvPr>
            <p:ph idx="1"/>
          </p:nvPr>
        </p:nvSpPr>
        <p:spPr/>
        <p:txBody>
          <a:bodyPr>
            <a:normAutofit/>
          </a:bodyPr>
          <a:lstStyle/>
          <a:p>
            <a:pPr marL="0" indent="0">
              <a:buNone/>
            </a:pPr>
            <a:r>
              <a:rPr lang="en-US" sz="1600" dirty="0"/>
              <a:t>This project provided valuable insights into the development and design of AI-powered systems, particularly in building a safe and user-friendly healthcare chatbot</a:t>
            </a:r>
          </a:p>
          <a:p>
            <a:pPr marL="0" indent="0">
              <a:buNone/>
            </a:pPr>
            <a:endParaRPr lang="en-US" sz="1600" dirty="0"/>
          </a:p>
          <a:p>
            <a:r>
              <a:rPr lang="en-US" sz="1600" dirty="0"/>
              <a:t>Prompt Engineering: Well-structured prompts (with clear roles, constraints, and guidelines) are essential for accurate, consistent, and safe AI responses</a:t>
            </a:r>
          </a:p>
          <a:p>
            <a:r>
              <a:rPr lang="en-US" sz="1600" dirty="0"/>
              <a:t>User-Centered Design: Designing simple, clear, and intuitive conversation flows improves usability and user experience</a:t>
            </a:r>
          </a:p>
          <a:p>
            <a:r>
              <a:rPr lang="en-US" sz="1600" dirty="0"/>
              <a:t>AI Safety &amp; Ethics: Importance of disclaimers, avoiding harmful outputs, and encouraging professional medical consultation</a:t>
            </a:r>
          </a:p>
          <a:p>
            <a:r>
              <a:rPr lang="en-US" sz="1600" dirty="0"/>
              <a:t>End-to-End Development: Gained experience in the full AI lifecycle, including problem definition, design, development, testing, and documentation</a:t>
            </a:r>
          </a:p>
        </p:txBody>
      </p:sp>
    </p:spTree>
    <p:extLst>
      <p:ext uri="{BB962C8B-B14F-4D97-AF65-F5344CB8AC3E}">
        <p14:creationId xmlns:p14="http://schemas.microsoft.com/office/powerpoint/2010/main" val="290269376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C9A36457-A5F4-4103-A443-02581C0918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Freeform: Shape 21">
            <a:extLst>
              <a:ext uri="{FF2B5EF4-FFF2-40B4-BE49-F238E27FC236}">
                <a16:creationId xmlns:a16="http://schemas.microsoft.com/office/drawing/2014/main" id="{AA5CF486-D9E5-4A66-898A-F3D62B81B1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47" y="-5"/>
            <a:ext cx="12193149" cy="2200064"/>
          </a:xfrm>
          <a:custGeom>
            <a:avLst/>
            <a:gdLst>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57107 w 12192001"/>
              <a:gd name="connsiteY22" fmla="*/ 792050 h 2344739"/>
              <a:gd name="connsiteX23" fmla="*/ 11810326 w 12192001"/>
              <a:gd name="connsiteY23" fmla="*/ 799074 h 2344739"/>
              <a:gd name="connsiteX24" fmla="*/ 11550277 w 12192001"/>
              <a:gd name="connsiteY24" fmla="*/ 918898 h 2344739"/>
              <a:gd name="connsiteX25" fmla="*/ 11306392 w 12192001"/>
              <a:gd name="connsiteY25" fmla="*/ 1272239 h 2344739"/>
              <a:gd name="connsiteX26" fmla="*/ 11309326 w 12192001"/>
              <a:gd name="connsiteY26" fmla="*/ 1274846 h 2344739"/>
              <a:gd name="connsiteX27" fmla="*/ 11294224 w 12192001"/>
              <a:gd name="connsiteY27" fmla="*/ 1283683 h 2344739"/>
              <a:gd name="connsiteX28" fmla="*/ 11245526 w 12192001"/>
              <a:gd name="connsiteY28" fmla="*/ 1274060 h 2344739"/>
              <a:gd name="connsiteX29" fmla="*/ 11227161 w 12192001"/>
              <a:gd name="connsiteY29" fmla="*/ 1276236 h 2344739"/>
              <a:gd name="connsiteX30" fmla="*/ 11216939 w 12192001"/>
              <a:gd name="connsiteY30" fmla="*/ 1275961 h 2344739"/>
              <a:gd name="connsiteX31" fmla="*/ 11216036 w 12192001"/>
              <a:gd name="connsiteY31" fmla="*/ 1275018 h 2344739"/>
              <a:gd name="connsiteX32" fmla="*/ 11187737 w 12192001"/>
              <a:gd name="connsiteY32" fmla="*/ 1292383 h 2344739"/>
              <a:gd name="connsiteX33" fmla="*/ 11183353 w 12192001"/>
              <a:gd name="connsiteY33" fmla="*/ 1292525 h 2344739"/>
              <a:gd name="connsiteX34" fmla="*/ 11165706 w 12192001"/>
              <a:gd name="connsiteY34" fmla="*/ 1306612 h 2344739"/>
              <a:gd name="connsiteX35" fmla="*/ 11156163 w 12192001"/>
              <a:gd name="connsiteY35" fmla="*/ 1312414 h 2344739"/>
              <a:gd name="connsiteX36" fmla="*/ 11154348 w 12192001"/>
              <a:gd name="connsiteY36" fmla="*/ 1317097 h 2344739"/>
              <a:gd name="connsiteX37" fmla="*/ 11139813 w 12192001"/>
              <a:gd name="connsiteY37" fmla="*/ 1324115 h 2344739"/>
              <a:gd name="connsiteX38" fmla="*/ 11137813 w 12192001"/>
              <a:gd name="connsiteY38" fmla="*/ 1323772 h 2344739"/>
              <a:gd name="connsiteX39" fmla="*/ 11127060 w 12192001"/>
              <a:gd name="connsiteY39" fmla="*/ 1333832 h 2344739"/>
              <a:gd name="connsiteX40" fmla="*/ 11119543 w 12192001"/>
              <a:gd name="connsiteY40" fmla="*/ 1347424 h 2344739"/>
              <a:gd name="connsiteX41" fmla="*/ 10893535 w 12192001"/>
              <a:gd name="connsiteY41" fmla="*/ 1473399 h 2344739"/>
              <a:gd name="connsiteX42" fmla="*/ 10772152 w 12192001"/>
              <a:gd name="connsiteY42" fmla="*/ 1523191 h 2344739"/>
              <a:gd name="connsiteX43" fmla="*/ 10626520 w 12192001"/>
              <a:gd name="connsiteY43" fmla="*/ 1559229 h 2344739"/>
              <a:gd name="connsiteX44" fmla="*/ 10580747 w 12192001"/>
              <a:gd name="connsiteY44" fmla="*/ 1568689 h 2344739"/>
              <a:gd name="connsiteX45" fmla="*/ 10546642 w 12192001"/>
              <a:gd name="connsiteY45" fmla="*/ 1598423 h 2344739"/>
              <a:gd name="connsiteX46" fmla="*/ 10528495 w 12192001"/>
              <a:gd name="connsiteY46" fmla="*/ 1596907 h 2344739"/>
              <a:gd name="connsiteX47" fmla="*/ 10525298 w 12192001"/>
              <a:gd name="connsiteY47" fmla="*/ 1596411 h 2344739"/>
              <a:gd name="connsiteX48" fmla="*/ 10513981 w 12192001"/>
              <a:gd name="connsiteY48" fmla="*/ 1599537 h 2344739"/>
              <a:gd name="connsiteX49" fmla="*/ 10490587 w 12192001"/>
              <a:gd name="connsiteY49" fmla="*/ 1594156 h 2344739"/>
              <a:gd name="connsiteX50" fmla="*/ 10470270 w 12192001"/>
              <a:gd name="connsiteY50" fmla="*/ 1601693 h 2344739"/>
              <a:gd name="connsiteX51" fmla="*/ 10375894 w 12192001"/>
              <a:gd name="connsiteY51" fmla="*/ 1644598 h 2344739"/>
              <a:gd name="connsiteX52" fmla="*/ 10318190 w 12192001"/>
              <a:gd name="connsiteY52" fmla="*/ 1666221 h 2344739"/>
              <a:gd name="connsiteX53" fmla="*/ 10294319 w 12192001"/>
              <a:gd name="connsiteY53" fmla="*/ 1668079 h 2344739"/>
              <a:gd name="connsiteX54" fmla="*/ 10262295 w 12192001"/>
              <a:gd name="connsiteY54" fmla="*/ 1674948 h 2344739"/>
              <a:gd name="connsiteX55" fmla="*/ 10204270 w 12192001"/>
              <a:gd name="connsiteY55" fmla="*/ 1682149 h 2344739"/>
              <a:gd name="connsiteX56" fmla="*/ 10176611 w 12192001"/>
              <a:gd name="connsiteY56" fmla="*/ 1692943 h 2344739"/>
              <a:gd name="connsiteX57" fmla="*/ 10163922 w 12192001"/>
              <a:gd name="connsiteY57" fmla="*/ 1693739 h 2344739"/>
              <a:gd name="connsiteX58" fmla="*/ 10155160 w 12192001"/>
              <a:gd name="connsiteY58" fmla="*/ 1707487 h 2344739"/>
              <a:gd name="connsiteX59" fmla="*/ 10117119 w 12192001"/>
              <a:gd name="connsiteY59" fmla="*/ 1731142 h 2344739"/>
              <a:gd name="connsiteX60" fmla="*/ 10100445 w 12192001"/>
              <a:gd name="connsiteY60" fmla="*/ 1742432 h 2344739"/>
              <a:gd name="connsiteX61" fmla="*/ 10082169 w 12192001"/>
              <a:gd name="connsiteY61" fmla="*/ 1743296 h 2344739"/>
              <a:gd name="connsiteX62" fmla="*/ 10039240 w 12192001"/>
              <a:gd name="connsiteY62" fmla="*/ 1741632 h 2344739"/>
              <a:gd name="connsiteX63" fmla="*/ 9960019 w 12192001"/>
              <a:gd name="connsiteY63" fmla="*/ 1757147 h 2344739"/>
              <a:gd name="connsiteX64" fmla="*/ 9847792 w 12192001"/>
              <a:gd name="connsiteY64" fmla="*/ 1763915 h 2344739"/>
              <a:gd name="connsiteX65" fmla="*/ 9728309 w 12192001"/>
              <a:gd name="connsiteY65" fmla="*/ 1784122 h 2344739"/>
              <a:gd name="connsiteX66" fmla="*/ 9584507 w 12192001"/>
              <a:gd name="connsiteY66" fmla="*/ 1795542 h 2344739"/>
              <a:gd name="connsiteX67" fmla="*/ 9343052 w 12192001"/>
              <a:gd name="connsiteY67" fmla="*/ 1841244 h 2344739"/>
              <a:gd name="connsiteX68" fmla="*/ 9231370 w 12192001"/>
              <a:gd name="connsiteY68" fmla="*/ 1893149 h 2344739"/>
              <a:gd name="connsiteX69" fmla="*/ 9194810 w 12192001"/>
              <a:gd name="connsiteY69" fmla="*/ 1903228 h 2344739"/>
              <a:gd name="connsiteX70" fmla="*/ 9189246 w 12192001"/>
              <a:gd name="connsiteY70" fmla="*/ 1912467 h 2344739"/>
              <a:gd name="connsiteX71" fmla="*/ 9151232 w 12192001"/>
              <a:gd name="connsiteY71" fmla="*/ 1923669 h 2344739"/>
              <a:gd name="connsiteX72" fmla="*/ 9150210 w 12192001"/>
              <a:gd name="connsiteY72" fmla="*/ 1922604 h 2344739"/>
              <a:gd name="connsiteX73" fmla="*/ 9137318 w 12192001"/>
              <a:gd name="connsiteY73" fmla="*/ 1920435 h 2344739"/>
              <a:gd name="connsiteX74" fmla="*/ 9113812 w 12192001"/>
              <a:gd name="connsiteY74" fmla="*/ 1919069 h 2344739"/>
              <a:gd name="connsiteX75" fmla="*/ 9053453 w 12192001"/>
              <a:gd name="connsiteY75" fmla="*/ 1910755 h 2344739"/>
              <a:gd name="connsiteX76" fmla="*/ 9005486 w 12192001"/>
              <a:gd name="connsiteY76" fmla="*/ 1914040 h 2344739"/>
              <a:gd name="connsiteX77" fmla="*/ 9005201 w 12192001"/>
              <a:gd name="connsiteY77" fmla="*/ 1913800 h 2344739"/>
              <a:gd name="connsiteX78" fmla="*/ 8996232 w 12192001"/>
              <a:gd name="connsiteY78" fmla="*/ 1915011 h 2344739"/>
              <a:gd name="connsiteX79" fmla="*/ 8990394 w 12192001"/>
              <a:gd name="connsiteY79" fmla="*/ 1917072 h 2344739"/>
              <a:gd name="connsiteX80" fmla="*/ 8974337 w 12192001"/>
              <a:gd name="connsiteY80" fmla="*/ 1920298 h 2344739"/>
              <a:gd name="connsiteX81" fmla="*/ 8968011 w 12192001"/>
              <a:gd name="connsiteY81" fmla="*/ 1919598 h 2344739"/>
              <a:gd name="connsiteX82" fmla="*/ 8963048 w 12192001"/>
              <a:gd name="connsiteY82" fmla="*/ 1917373 h 2344739"/>
              <a:gd name="connsiteX83" fmla="*/ 8928988 w 12192001"/>
              <a:gd name="connsiteY83" fmla="*/ 1914185 h 2344739"/>
              <a:gd name="connsiteX84" fmla="*/ 8752444 w 12192001"/>
              <a:gd name="connsiteY84" fmla="*/ 1933417 h 2344739"/>
              <a:gd name="connsiteX85" fmla="*/ 8707847 w 12192001"/>
              <a:gd name="connsiteY85" fmla="*/ 1935518 h 2344739"/>
              <a:gd name="connsiteX86" fmla="*/ 8596071 w 12192001"/>
              <a:gd name="connsiteY86" fmla="*/ 1944090 h 2344739"/>
              <a:gd name="connsiteX87" fmla="*/ 8525230 w 12192001"/>
              <a:gd name="connsiteY87" fmla="*/ 1929248 h 2344739"/>
              <a:gd name="connsiteX88" fmla="*/ 8510983 w 12192001"/>
              <a:gd name="connsiteY88" fmla="*/ 1935163 h 2344739"/>
              <a:gd name="connsiteX89" fmla="*/ 8506167 w 12192001"/>
              <a:gd name="connsiteY89" fmla="*/ 1938164 h 2344739"/>
              <a:gd name="connsiteX90" fmla="*/ 8497968 w 12192001"/>
              <a:gd name="connsiteY90" fmla="*/ 1940902 h 2344739"/>
              <a:gd name="connsiteX91" fmla="*/ 8497594 w 12192001"/>
              <a:gd name="connsiteY91" fmla="*/ 1940723 h 2344739"/>
              <a:gd name="connsiteX92" fmla="*/ 8490249 w 12192001"/>
              <a:gd name="connsiteY92" fmla="*/ 1943773 h 2344739"/>
              <a:gd name="connsiteX93" fmla="*/ 8367182 w 12192001"/>
              <a:gd name="connsiteY93" fmla="*/ 1957815 h 2344739"/>
              <a:gd name="connsiteX94" fmla="*/ 8353799 w 12192001"/>
              <a:gd name="connsiteY94" fmla="*/ 1958009 h 2344739"/>
              <a:gd name="connsiteX95" fmla="*/ 8352373 w 12192001"/>
              <a:gd name="connsiteY95" fmla="*/ 1957169 h 2344739"/>
              <a:gd name="connsiteX96" fmla="*/ 8320104 w 12192001"/>
              <a:gd name="connsiteY96" fmla="*/ 1974587 h 2344739"/>
              <a:gd name="connsiteX97" fmla="*/ 8314433 w 12192001"/>
              <a:gd name="connsiteY97" fmla="*/ 1974913 h 2344739"/>
              <a:gd name="connsiteX98" fmla="*/ 8295174 w 12192001"/>
              <a:gd name="connsiteY98" fmla="*/ 1988808 h 2344739"/>
              <a:gd name="connsiteX99" fmla="*/ 8284276 w 12192001"/>
              <a:gd name="connsiteY99" fmla="*/ 1994631 h 2344739"/>
              <a:gd name="connsiteX100" fmla="*/ 8283150 w 12192001"/>
              <a:gd name="connsiteY100" fmla="*/ 1999074 h 2344739"/>
              <a:gd name="connsiteX101" fmla="*/ 8266076 w 12192001"/>
              <a:gd name="connsiteY101" fmla="*/ 2006249 h 2344739"/>
              <a:gd name="connsiteX102" fmla="*/ 8263377 w 12192001"/>
              <a:gd name="connsiteY102" fmla="*/ 2006019 h 2344739"/>
              <a:gd name="connsiteX103" fmla="*/ 8252033 w 12192001"/>
              <a:gd name="connsiteY103" fmla="*/ 2015862 h 2344739"/>
              <a:gd name="connsiteX104" fmla="*/ 8245834 w 12192001"/>
              <a:gd name="connsiteY104" fmla="*/ 2028854 h 2344739"/>
              <a:gd name="connsiteX105" fmla="*/ 8090272 w 12192001"/>
              <a:gd name="connsiteY105" fmla="*/ 2075015 h 2344739"/>
              <a:gd name="connsiteX106" fmla="*/ 7905407 w 12192001"/>
              <a:gd name="connsiteY106" fmla="*/ 2116988 h 2344739"/>
              <a:gd name="connsiteX107" fmla="*/ 7718745 w 12192001"/>
              <a:gd name="connsiteY107" fmla="*/ 2142703 h 2344739"/>
              <a:gd name="connsiteX108" fmla="*/ 7614347 w 12192001"/>
              <a:gd name="connsiteY108" fmla="*/ 2139232 h 2344739"/>
              <a:gd name="connsiteX109" fmla="*/ 7527543 w 12192001"/>
              <a:gd name="connsiteY109" fmla="*/ 2145060 h 2344739"/>
              <a:gd name="connsiteX110" fmla="*/ 7519571 w 12192001"/>
              <a:gd name="connsiteY110" fmla="*/ 2147613 h 2344739"/>
              <a:gd name="connsiteX111" fmla="*/ 7507411 w 12192001"/>
              <a:gd name="connsiteY111" fmla="*/ 2148948 h 2344739"/>
              <a:gd name="connsiteX112" fmla="*/ 7507040 w 12192001"/>
              <a:gd name="connsiteY112" fmla="*/ 2148621 h 2344739"/>
              <a:gd name="connsiteX113" fmla="*/ 7495795 w 12192001"/>
              <a:gd name="connsiteY113" fmla="*/ 2150573 h 2344739"/>
              <a:gd name="connsiteX114" fmla="*/ 7405391 w 12192001"/>
              <a:gd name="connsiteY114" fmla="*/ 2142468 h 2344739"/>
              <a:gd name="connsiteX115" fmla="*/ 7312180 w 12192001"/>
              <a:gd name="connsiteY115" fmla="*/ 2132873 h 2344739"/>
              <a:gd name="connsiteX116" fmla="*/ 7310853 w 12192001"/>
              <a:gd name="connsiteY116" fmla="*/ 2131431 h 2344739"/>
              <a:gd name="connsiteX117" fmla="*/ 7218559 w 12192001"/>
              <a:gd name="connsiteY117" fmla="*/ 2156680 h 2344739"/>
              <a:gd name="connsiteX118" fmla="*/ 7201101 w 12192001"/>
              <a:gd name="connsiteY118" fmla="*/ 2161230 h 2344739"/>
              <a:gd name="connsiteX119" fmla="*/ 7197004 w 12192001"/>
              <a:gd name="connsiteY119" fmla="*/ 2166588 h 2344739"/>
              <a:gd name="connsiteX120" fmla="*/ 7170808 w 12192001"/>
              <a:gd name="connsiteY120" fmla="*/ 2171236 h 2344739"/>
              <a:gd name="connsiteX121" fmla="*/ 7096988 w 12192001"/>
              <a:gd name="connsiteY121" fmla="*/ 2183464 h 2344739"/>
              <a:gd name="connsiteX122" fmla="*/ 7018496 w 12192001"/>
              <a:gd name="connsiteY122" fmla="*/ 2183090 h 2344739"/>
              <a:gd name="connsiteX123" fmla="*/ 6904146 w 12192001"/>
              <a:gd name="connsiteY123" fmla="*/ 2212596 h 2344739"/>
              <a:gd name="connsiteX124" fmla="*/ 6708222 w 12192001"/>
              <a:gd name="connsiteY124" fmla="*/ 2240551 h 2344739"/>
              <a:gd name="connsiteX125" fmla="*/ 6549454 w 12192001"/>
              <a:gd name="connsiteY125" fmla="*/ 2269327 h 2344739"/>
              <a:gd name="connsiteX126" fmla="*/ 6317560 w 12192001"/>
              <a:gd name="connsiteY126" fmla="*/ 2316127 h 2344739"/>
              <a:gd name="connsiteX127" fmla="*/ 6168674 w 12192001"/>
              <a:gd name="connsiteY127" fmla="*/ 2318214 h 2344739"/>
              <a:gd name="connsiteX128" fmla="*/ 6073848 w 12192001"/>
              <a:gd name="connsiteY128" fmla="*/ 2338676 h 2344739"/>
              <a:gd name="connsiteX129" fmla="*/ 6068529 w 12192001"/>
              <a:gd name="connsiteY129" fmla="*/ 2337139 h 2344739"/>
              <a:gd name="connsiteX130" fmla="*/ 6048638 w 12192001"/>
              <a:gd name="connsiteY130" fmla="*/ 2337822 h 2344739"/>
              <a:gd name="connsiteX131" fmla="*/ 6041285 w 12192001"/>
              <a:gd name="connsiteY131" fmla="*/ 2329473 h 2344739"/>
              <a:gd name="connsiteX132" fmla="*/ 6010090 w 12192001"/>
              <a:gd name="connsiteY132" fmla="*/ 2324380 h 2344739"/>
              <a:gd name="connsiteX133" fmla="*/ 5957375 w 12192001"/>
              <a:gd name="connsiteY133" fmla="*/ 2328024 h 2344739"/>
              <a:gd name="connsiteX134" fmla="*/ 5758919 w 12192001"/>
              <a:gd name="connsiteY134" fmla="*/ 2343716 h 2344739"/>
              <a:gd name="connsiteX135" fmla="*/ 5626960 w 12192001"/>
              <a:gd name="connsiteY135" fmla="*/ 2344739 h 2344739"/>
              <a:gd name="connsiteX136" fmla="*/ 5470906 w 12192001"/>
              <a:gd name="connsiteY136" fmla="*/ 2330719 h 2344739"/>
              <a:gd name="connsiteX137" fmla="*/ 5432761 w 12192001"/>
              <a:gd name="connsiteY137" fmla="*/ 2319466 h 2344739"/>
              <a:gd name="connsiteX138" fmla="*/ 5381669 w 12192001"/>
              <a:gd name="connsiteY138" fmla="*/ 2301764 h 2344739"/>
              <a:gd name="connsiteX139" fmla="*/ 5261764 w 12192001"/>
              <a:gd name="connsiteY139" fmla="*/ 2281347 h 2344739"/>
              <a:gd name="connsiteX140" fmla="*/ 5222961 w 12192001"/>
              <a:gd name="connsiteY140" fmla="*/ 2270223 h 2344739"/>
              <a:gd name="connsiteX141" fmla="*/ 5174660 w 12192001"/>
              <a:gd name="connsiteY141" fmla="*/ 2267233 h 2344739"/>
              <a:gd name="connsiteX142" fmla="*/ 5156554 w 12192001"/>
              <a:gd name="connsiteY142" fmla="*/ 2260010 h 2344739"/>
              <a:gd name="connsiteX143" fmla="*/ 5142599 w 12192001"/>
              <a:gd name="connsiteY143" fmla="*/ 2256610 h 2344739"/>
              <a:gd name="connsiteX144" fmla="*/ 5139596 w 12192001"/>
              <a:gd name="connsiteY144" fmla="*/ 2254509 h 2344739"/>
              <a:gd name="connsiteX145" fmla="*/ 5121659 w 12192001"/>
              <a:gd name="connsiteY145" fmla="*/ 2243656 h 2344739"/>
              <a:gd name="connsiteX146" fmla="*/ 5065790 w 12192001"/>
              <a:gd name="connsiteY146" fmla="*/ 2250227 h 2344739"/>
              <a:gd name="connsiteX147" fmla="*/ 5011514 w 12192001"/>
              <a:gd name="connsiteY147" fmla="*/ 2233846 h 2344739"/>
              <a:gd name="connsiteX148" fmla="*/ 4840441 w 12192001"/>
              <a:gd name="connsiteY148" fmla="*/ 2209829 h 2344739"/>
              <a:gd name="connsiteX149" fmla="*/ 4762447 w 12192001"/>
              <a:gd name="connsiteY149" fmla="*/ 2182061 h 2344739"/>
              <a:gd name="connsiteX150" fmla="*/ 4723186 w 12192001"/>
              <a:gd name="connsiteY150" fmla="*/ 2173047 h 2344739"/>
              <a:gd name="connsiteX151" fmla="*/ 4721176 w 12192001"/>
              <a:gd name="connsiteY151" fmla="*/ 2172298 h 2344739"/>
              <a:gd name="connsiteX152" fmla="*/ 4722111 w 12192001"/>
              <a:gd name="connsiteY152" fmla="*/ 2172087 h 2344739"/>
              <a:gd name="connsiteX153" fmla="*/ 4717202 w 12192001"/>
              <a:gd name="connsiteY153" fmla="*/ 2170817 h 2344739"/>
              <a:gd name="connsiteX154" fmla="*/ 4721176 w 12192001"/>
              <a:gd name="connsiteY154" fmla="*/ 2172298 h 2344739"/>
              <a:gd name="connsiteX155" fmla="*/ 4715526 w 12192001"/>
              <a:gd name="connsiteY155" fmla="*/ 2173573 h 2344739"/>
              <a:gd name="connsiteX156" fmla="*/ 4515814 w 12192001"/>
              <a:gd name="connsiteY156" fmla="*/ 2163671 h 2344739"/>
              <a:gd name="connsiteX157" fmla="*/ 4428543 w 12192001"/>
              <a:gd name="connsiteY157" fmla="*/ 2153020 h 2344739"/>
              <a:gd name="connsiteX158" fmla="*/ 4362875 w 12192001"/>
              <a:gd name="connsiteY158" fmla="*/ 2151674 h 2344739"/>
              <a:gd name="connsiteX159" fmla="*/ 4316966 w 12192001"/>
              <a:gd name="connsiteY159" fmla="*/ 2158289 h 2344739"/>
              <a:gd name="connsiteX160" fmla="*/ 4315110 w 12192001"/>
              <a:gd name="connsiteY160" fmla="*/ 2156948 h 2344739"/>
              <a:gd name="connsiteX161" fmla="*/ 4295144 w 12192001"/>
              <a:gd name="connsiteY161" fmla="*/ 2155069 h 2344739"/>
              <a:gd name="connsiteX162" fmla="*/ 4290064 w 12192001"/>
              <a:gd name="connsiteY162" fmla="*/ 2157986 h 2344739"/>
              <a:gd name="connsiteX163" fmla="*/ 4276142 w 12192001"/>
              <a:gd name="connsiteY163" fmla="*/ 2157740 h 2344739"/>
              <a:gd name="connsiteX164" fmla="*/ 4248117 w 12192001"/>
              <a:gd name="connsiteY164" fmla="*/ 2160064 h 2344739"/>
              <a:gd name="connsiteX165" fmla="*/ 4202051 w 12192001"/>
              <a:gd name="connsiteY165" fmla="*/ 2157269 h 2344739"/>
              <a:gd name="connsiteX166" fmla="*/ 4201745 w 12192001"/>
              <a:gd name="connsiteY166" fmla="*/ 2156010 h 2344739"/>
              <a:gd name="connsiteX167" fmla="*/ 4191248 w 12192001"/>
              <a:gd name="connsiteY167" fmla="*/ 2150376 h 2344739"/>
              <a:gd name="connsiteX168" fmla="*/ 4142745 w 12192001"/>
              <a:gd name="connsiteY168" fmla="*/ 2134511 h 2344739"/>
              <a:gd name="connsiteX169" fmla="*/ 4083097 w 12192001"/>
              <a:gd name="connsiteY169" fmla="*/ 2107978 h 2344739"/>
              <a:gd name="connsiteX170" fmla="*/ 4074546 w 12192001"/>
              <a:gd name="connsiteY170" fmla="*/ 2107143 h 2344739"/>
              <a:gd name="connsiteX171" fmla="*/ 4074427 w 12192001"/>
              <a:gd name="connsiteY171" fmla="*/ 2106844 h 2344739"/>
              <a:gd name="connsiteX172" fmla="*/ 4065510 w 12192001"/>
              <a:gd name="connsiteY172" fmla="*/ 2105400 h 2344739"/>
              <a:gd name="connsiteX173" fmla="*/ 4058954 w 12192001"/>
              <a:gd name="connsiteY173" fmla="*/ 2105618 h 2344739"/>
              <a:gd name="connsiteX174" fmla="*/ 4042364 w 12192001"/>
              <a:gd name="connsiteY174" fmla="*/ 2103997 h 2344739"/>
              <a:gd name="connsiteX175" fmla="*/ 4036997 w 12192001"/>
              <a:gd name="connsiteY175" fmla="*/ 2101563 h 2344739"/>
              <a:gd name="connsiteX176" fmla="*/ 4035363 w 12192001"/>
              <a:gd name="connsiteY176" fmla="*/ 2097896 h 2344739"/>
              <a:gd name="connsiteX177" fmla="*/ 4033778 w 12192001"/>
              <a:gd name="connsiteY177" fmla="*/ 2098131 h 2344739"/>
              <a:gd name="connsiteX178" fmla="*/ 4004538 w 12192001"/>
              <a:gd name="connsiteY178" fmla="*/ 2085563 h 2344739"/>
              <a:gd name="connsiteX179" fmla="*/ 3936846 w 12192001"/>
              <a:gd name="connsiteY179" fmla="*/ 2068106 h 2344739"/>
              <a:gd name="connsiteX180" fmla="*/ 3897275 w 12192001"/>
              <a:gd name="connsiteY180" fmla="*/ 2062451 h 2344739"/>
              <a:gd name="connsiteX181" fmla="*/ 3789760 w 12192001"/>
              <a:gd name="connsiteY181" fmla="*/ 2042213 h 2344739"/>
              <a:gd name="connsiteX182" fmla="*/ 3682513 w 12192001"/>
              <a:gd name="connsiteY182" fmla="*/ 2018290 h 2344739"/>
              <a:gd name="connsiteX183" fmla="*/ 3610035 w 12192001"/>
              <a:gd name="connsiteY183" fmla="*/ 1986019 h 2344739"/>
              <a:gd name="connsiteX184" fmla="*/ 3603855 w 12192001"/>
              <a:gd name="connsiteY184" fmla="*/ 1987381 h 2344739"/>
              <a:gd name="connsiteX185" fmla="*/ 3594736 w 12192001"/>
              <a:gd name="connsiteY185" fmla="*/ 1987545 h 2344739"/>
              <a:gd name="connsiteX186" fmla="*/ 3594501 w 12192001"/>
              <a:gd name="connsiteY186" fmla="*/ 1987276 h 2344739"/>
              <a:gd name="connsiteX187" fmla="*/ 3585978 w 12192001"/>
              <a:gd name="connsiteY187" fmla="*/ 1987966 h 2344739"/>
              <a:gd name="connsiteX188" fmla="*/ 3536135 w 12192001"/>
              <a:gd name="connsiteY188" fmla="*/ 1978267 h 2344739"/>
              <a:gd name="connsiteX189" fmla="*/ 3473223 w 12192001"/>
              <a:gd name="connsiteY189" fmla="*/ 1974606 h 2344739"/>
              <a:gd name="connsiteX190" fmla="*/ 3400728 w 12192001"/>
              <a:gd name="connsiteY190" fmla="*/ 1962558 h 2344739"/>
              <a:gd name="connsiteX191" fmla="*/ 3363888 w 12192001"/>
              <a:gd name="connsiteY191" fmla="*/ 1979510 h 2344739"/>
              <a:gd name="connsiteX192" fmla="*/ 3344026 w 12192001"/>
              <a:gd name="connsiteY192" fmla="*/ 1981192 h 2344739"/>
              <a:gd name="connsiteX193" fmla="*/ 3341698 w 12192001"/>
              <a:gd name="connsiteY193" fmla="*/ 1980217 h 2344739"/>
              <a:gd name="connsiteX194" fmla="*/ 3262356 w 12192001"/>
              <a:gd name="connsiteY194" fmla="*/ 1986094 h 2344739"/>
              <a:gd name="connsiteX195" fmla="*/ 3142556 w 12192001"/>
              <a:gd name="connsiteY195" fmla="*/ 1993869 h 2344739"/>
              <a:gd name="connsiteX196" fmla="*/ 3030291 w 12192001"/>
              <a:gd name="connsiteY196" fmla="*/ 1996512 h 2344739"/>
              <a:gd name="connsiteX197" fmla="*/ 2781569 w 12192001"/>
              <a:gd name="connsiteY197" fmla="*/ 2018333 h 2344739"/>
              <a:gd name="connsiteX198" fmla="*/ 2646527 w 12192001"/>
              <a:gd name="connsiteY198" fmla="*/ 2028869 h 2344739"/>
              <a:gd name="connsiteX199" fmla="*/ 2568028 w 12192001"/>
              <a:gd name="connsiteY199" fmla="*/ 2002628 h 2344739"/>
              <a:gd name="connsiteX200" fmla="*/ 2443255 w 12192001"/>
              <a:gd name="connsiteY200" fmla="*/ 2016529 h 2344739"/>
              <a:gd name="connsiteX201" fmla="*/ 2315112 w 12192001"/>
              <a:gd name="connsiteY201" fmla="*/ 2024996 h 2344739"/>
              <a:gd name="connsiteX202" fmla="*/ 2208578 w 12192001"/>
              <a:gd name="connsiteY202" fmla="*/ 2019763 h 2344739"/>
              <a:gd name="connsiteX203" fmla="*/ 2094665 w 12192001"/>
              <a:gd name="connsiteY203" fmla="*/ 2003052 h 2344739"/>
              <a:gd name="connsiteX204" fmla="*/ 1997356 w 12192001"/>
              <a:gd name="connsiteY204" fmla="*/ 1995032 h 2344739"/>
              <a:gd name="connsiteX205" fmla="*/ 1928172 w 12192001"/>
              <a:gd name="connsiteY205" fmla="*/ 2016977 h 2344739"/>
              <a:gd name="connsiteX206" fmla="*/ 1921650 w 12192001"/>
              <a:gd name="connsiteY206" fmla="*/ 2012146 h 2344739"/>
              <a:gd name="connsiteX207" fmla="*/ 1873080 w 12192001"/>
              <a:gd name="connsiteY207" fmla="*/ 2013741 h 2344739"/>
              <a:gd name="connsiteX208" fmla="*/ 1786655 w 12192001"/>
              <a:gd name="connsiteY208" fmla="*/ 2041363 h 2344739"/>
              <a:gd name="connsiteX209" fmla="*/ 1738204 w 12192001"/>
              <a:gd name="connsiteY209" fmla="*/ 2036312 h 2344739"/>
              <a:gd name="connsiteX210" fmla="*/ 1675071 w 12192001"/>
              <a:gd name="connsiteY210" fmla="*/ 2019963 h 2344739"/>
              <a:gd name="connsiteX211" fmla="*/ 1608669 w 12192001"/>
              <a:gd name="connsiteY211" fmla="*/ 2013066 h 2344739"/>
              <a:gd name="connsiteX212" fmla="*/ 1496110 w 12192001"/>
              <a:gd name="connsiteY212" fmla="*/ 1987476 h 2344739"/>
              <a:gd name="connsiteX213" fmla="*/ 1149979 w 12192001"/>
              <a:gd name="connsiteY213" fmla="*/ 1938041 h 2344739"/>
              <a:gd name="connsiteX214" fmla="*/ 858269 w 12192001"/>
              <a:gd name="connsiteY214" fmla="*/ 1928608 h 2344739"/>
              <a:gd name="connsiteX215" fmla="*/ 837540 w 12192001"/>
              <a:gd name="connsiteY215" fmla="*/ 1929821 h 2344739"/>
              <a:gd name="connsiteX216" fmla="*/ 816809 w 12192001"/>
              <a:gd name="connsiteY216" fmla="*/ 1927857 h 2344739"/>
              <a:gd name="connsiteX217" fmla="*/ 811506 w 12192001"/>
              <a:gd name="connsiteY217" fmla="*/ 1930751 h 2344739"/>
              <a:gd name="connsiteX218" fmla="*/ 797041 w 12192001"/>
              <a:gd name="connsiteY218" fmla="*/ 1930446 h 2344739"/>
              <a:gd name="connsiteX219" fmla="*/ 767901 w 12192001"/>
              <a:gd name="connsiteY219" fmla="*/ 1932653 h 2344739"/>
              <a:gd name="connsiteX220" fmla="*/ 763053 w 12192001"/>
              <a:gd name="connsiteY220" fmla="*/ 1930432 h 2344739"/>
              <a:gd name="connsiteX221" fmla="*/ 720047 w 12192001"/>
              <a:gd name="connsiteY221" fmla="*/ 1929661 h 2344739"/>
              <a:gd name="connsiteX222" fmla="*/ 719742 w 12192001"/>
              <a:gd name="connsiteY222" fmla="*/ 1928399 h 2344739"/>
              <a:gd name="connsiteX223" fmla="*/ 708875 w 12192001"/>
              <a:gd name="connsiteY223" fmla="*/ 1922722 h 2344739"/>
              <a:gd name="connsiteX224" fmla="*/ 596792 w 12192001"/>
              <a:gd name="connsiteY224" fmla="*/ 1879864 h 2344739"/>
              <a:gd name="connsiteX225" fmla="*/ 578535 w 12192001"/>
              <a:gd name="connsiteY225" fmla="*/ 1877212 h 2344739"/>
              <a:gd name="connsiteX226" fmla="*/ 571717 w 12192001"/>
              <a:gd name="connsiteY226" fmla="*/ 1877401 h 2344739"/>
              <a:gd name="connsiteX227" fmla="*/ 445099 w 12192001"/>
              <a:gd name="connsiteY227" fmla="*/ 1839371 h 2344739"/>
              <a:gd name="connsiteX228" fmla="*/ 404015 w 12192001"/>
              <a:gd name="connsiteY228" fmla="*/ 1833548 h 2344739"/>
              <a:gd name="connsiteX229" fmla="*/ 292435 w 12192001"/>
              <a:gd name="connsiteY229" fmla="*/ 1812852 h 2344739"/>
              <a:gd name="connsiteX230" fmla="*/ 118381 w 12192001"/>
              <a:gd name="connsiteY230" fmla="*/ 1761047 h 2344739"/>
              <a:gd name="connsiteX231" fmla="*/ 15526 w 12192001"/>
              <a:gd name="connsiteY231" fmla="*/ 1758191 h 2344739"/>
              <a:gd name="connsiteX232" fmla="*/ 2 w 12192001"/>
              <a:gd name="connsiteY232" fmla="*/ 1752722 h 2344739"/>
              <a:gd name="connsiteX233" fmla="*/ 1 w 12192001"/>
              <a:gd name="connsiteY233" fmla="*/ 762497 h 2344739"/>
              <a:gd name="connsiteX234" fmla="*/ 0 w 12192001"/>
              <a:gd name="connsiteY234" fmla="*/ 762497 h 2344739"/>
              <a:gd name="connsiteX235" fmla="*/ 0 w 12192001"/>
              <a:gd name="connsiteY235" fmla="*/ 222213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57107 w 12192001"/>
              <a:gd name="connsiteY22" fmla="*/ 792050 h 2344739"/>
              <a:gd name="connsiteX23" fmla="*/ 11810326 w 12192001"/>
              <a:gd name="connsiteY23" fmla="*/ 799074 h 2344739"/>
              <a:gd name="connsiteX24" fmla="*/ 11595155 w 12192001"/>
              <a:gd name="connsiteY24" fmla="*/ 918898 h 2344739"/>
              <a:gd name="connsiteX25" fmla="*/ 11306392 w 12192001"/>
              <a:gd name="connsiteY25" fmla="*/ 1272239 h 2344739"/>
              <a:gd name="connsiteX26" fmla="*/ 11309326 w 12192001"/>
              <a:gd name="connsiteY26" fmla="*/ 1274846 h 2344739"/>
              <a:gd name="connsiteX27" fmla="*/ 11294224 w 12192001"/>
              <a:gd name="connsiteY27" fmla="*/ 1283683 h 2344739"/>
              <a:gd name="connsiteX28" fmla="*/ 11245526 w 12192001"/>
              <a:gd name="connsiteY28" fmla="*/ 1274060 h 2344739"/>
              <a:gd name="connsiteX29" fmla="*/ 11227161 w 12192001"/>
              <a:gd name="connsiteY29" fmla="*/ 1276236 h 2344739"/>
              <a:gd name="connsiteX30" fmla="*/ 11216939 w 12192001"/>
              <a:gd name="connsiteY30" fmla="*/ 1275961 h 2344739"/>
              <a:gd name="connsiteX31" fmla="*/ 11216036 w 12192001"/>
              <a:gd name="connsiteY31" fmla="*/ 1275018 h 2344739"/>
              <a:gd name="connsiteX32" fmla="*/ 11187737 w 12192001"/>
              <a:gd name="connsiteY32" fmla="*/ 1292383 h 2344739"/>
              <a:gd name="connsiteX33" fmla="*/ 11183353 w 12192001"/>
              <a:gd name="connsiteY33" fmla="*/ 1292525 h 2344739"/>
              <a:gd name="connsiteX34" fmla="*/ 11165706 w 12192001"/>
              <a:gd name="connsiteY34" fmla="*/ 1306612 h 2344739"/>
              <a:gd name="connsiteX35" fmla="*/ 11156163 w 12192001"/>
              <a:gd name="connsiteY35" fmla="*/ 1312414 h 2344739"/>
              <a:gd name="connsiteX36" fmla="*/ 11154348 w 12192001"/>
              <a:gd name="connsiteY36" fmla="*/ 1317097 h 2344739"/>
              <a:gd name="connsiteX37" fmla="*/ 11139813 w 12192001"/>
              <a:gd name="connsiteY37" fmla="*/ 1324115 h 2344739"/>
              <a:gd name="connsiteX38" fmla="*/ 11137813 w 12192001"/>
              <a:gd name="connsiteY38" fmla="*/ 1323772 h 2344739"/>
              <a:gd name="connsiteX39" fmla="*/ 11127060 w 12192001"/>
              <a:gd name="connsiteY39" fmla="*/ 1333832 h 2344739"/>
              <a:gd name="connsiteX40" fmla="*/ 11119543 w 12192001"/>
              <a:gd name="connsiteY40" fmla="*/ 1347424 h 2344739"/>
              <a:gd name="connsiteX41" fmla="*/ 10893535 w 12192001"/>
              <a:gd name="connsiteY41" fmla="*/ 1473399 h 2344739"/>
              <a:gd name="connsiteX42" fmla="*/ 10772152 w 12192001"/>
              <a:gd name="connsiteY42" fmla="*/ 1523191 h 2344739"/>
              <a:gd name="connsiteX43" fmla="*/ 10626520 w 12192001"/>
              <a:gd name="connsiteY43" fmla="*/ 1559229 h 2344739"/>
              <a:gd name="connsiteX44" fmla="*/ 10580747 w 12192001"/>
              <a:gd name="connsiteY44" fmla="*/ 1568689 h 2344739"/>
              <a:gd name="connsiteX45" fmla="*/ 10546642 w 12192001"/>
              <a:gd name="connsiteY45" fmla="*/ 1598423 h 2344739"/>
              <a:gd name="connsiteX46" fmla="*/ 10528495 w 12192001"/>
              <a:gd name="connsiteY46" fmla="*/ 1596907 h 2344739"/>
              <a:gd name="connsiteX47" fmla="*/ 10525298 w 12192001"/>
              <a:gd name="connsiteY47" fmla="*/ 1596411 h 2344739"/>
              <a:gd name="connsiteX48" fmla="*/ 10513981 w 12192001"/>
              <a:gd name="connsiteY48" fmla="*/ 1599537 h 2344739"/>
              <a:gd name="connsiteX49" fmla="*/ 10490587 w 12192001"/>
              <a:gd name="connsiteY49" fmla="*/ 1594156 h 2344739"/>
              <a:gd name="connsiteX50" fmla="*/ 10470270 w 12192001"/>
              <a:gd name="connsiteY50" fmla="*/ 1601693 h 2344739"/>
              <a:gd name="connsiteX51" fmla="*/ 10375894 w 12192001"/>
              <a:gd name="connsiteY51" fmla="*/ 1644598 h 2344739"/>
              <a:gd name="connsiteX52" fmla="*/ 10318190 w 12192001"/>
              <a:gd name="connsiteY52" fmla="*/ 1666221 h 2344739"/>
              <a:gd name="connsiteX53" fmla="*/ 10294319 w 12192001"/>
              <a:gd name="connsiteY53" fmla="*/ 1668079 h 2344739"/>
              <a:gd name="connsiteX54" fmla="*/ 10262295 w 12192001"/>
              <a:gd name="connsiteY54" fmla="*/ 1674948 h 2344739"/>
              <a:gd name="connsiteX55" fmla="*/ 10204270 w 12192001"/>
              <a:gd name="connsiteY55" fmla="*/ 1682149 h 2344739"/>
              <a:gd name="connsiteX56" fmla="*/ 10176611 w 12192001"/>
              <a:gd name="connsiteY56" fmla="*/ 1692943 h 2344739"/>
              <a:gd name="connsiteX57" fmla="*/ 10163922 w 12192001"/>
              <a:gd name="connsiteY57" fmla="*/ 1693739 h 2344739"/>
              <a:gd name="connsiteX58" fmla="*/ 10155160 w 12192001"/>
              <a:gd name="connsiteY58" fmla="*/ 1707487 h 2344739"/>
              <a:gd name="connsiteX59" fmla="*/ 10117119 w 12192001"/>
              <a:gd name="connsiteY59" fmla="*/ 1731142 h 2344739"/>
              <a:gd name="connsiteX60" fmla="*/ 10100445 w 12192001"/>
              <a:gd name="connsiteY60" fmla="*/ 1742432 h 2344739"/>
              <a:gd name="connsiteX61" fmla="*/ 10082169 w 12192001"/>
              <a:gd name="connsiteY61" fmla="*/ 1743296 h 2344739"/>
              <a:gd name="connsiteX62" fmla="*/ 10039240 w 12192001"/>
              <a:gd name="connsiteY62" fmla="*/ 1741632 h 2344739"/>
              <a:gd name="connsiteX63" fmla="*/ 9960019 w 12192001"/>
              <a:gd name="connsiteY63" fmla="*/ 1757147 h 2344739"/>
              <a:gd name="connsiteX64" fmla="*/ 9847792 w 12192001"/>
              <a:gd name="connsiteY64" fmla="*/ 1763915 h 2344739"/>
              <a:gd name="connsiteX65" fmla="*/ 9728309 w 12192001"/>
              <a:gd name="connsiteY65" fmla="*/ 1784122 h 2344739"/>
              <a:gd name="connsiteX66" fmla="*/ 9584507 w 12192001"/>
              <a:gd name="connsiteY66" fmla="*/ 1795542 h 2344739"/>
              <a:gd name="connsiteX67" fmla="*/ 9343052 w 12192001"/>
              <a:gd name="connsiteY67" fmla="*/ 1841244 h 2344739"/>
              <a:gd name="connsiteX68" fmla="*/ 9231370 w 12192001"/>
              <a:gd name="connsiteY68" fmla="*/ 1893149 h 2344739"/>
              <a:gd name="connsiteX69" fmla="*/ 9194810 w 12192001"/>
              <a:gd name="connsiteY69" fmla="*/ 1903228 h 2344739"/>
              <a:gd name="connsiteX70" fmla="*/ 9189246 w 12192001"/>
              <a:gd name="connsiteY70" fmla="*/ 1912467 h 2344739"/>
              <a:gd name="connsiteX71" fmla="*/ 9151232 w 12192001"/>
              <a:gd name="connsiteY71" fmla="*/ 1923669 h 2344739"/>
              <a:gd name="connsiteX72" fmla="*/ 9150210 w 12192001"/>
              <a:gd name="connsiteY72" fmla="*/ 1922604 h 2344739"/>
              <a:gd name="connsiteX73" fmla="*/ 9137318 w 12192001"/>
              <a:gd name="connsiteY73" fmla="*/ 1920435 h 2344739"/>
              <a:gd name="connsiteX74" fmla="*/ 9113812 w 12192001"/>
              <a:gd name="connsiteY74" fmla="*/ 1919069 h 2344739"/>
              <a:gd name="connsiteX75" fmla="*/ 9053453 w 12192001"/>
              <a:gd name="connsiteY75" fmla="*/ 1910755 h 2344739"/>
              <a:gd name="connsiteX76" fmla="*/ 9005486 w 12192001"/>
              <a:gd name="connsiteY76" fmla="*/ 1914040 h 2344739"/>
              <a:gd name="connsiteX77" fmla="*/ 9005201 w 12192001"/>
              <a:gd name="connsiteY77" fmla="*/ 1913800 h 2344739"/>
              <a:gd name="connsiteX78" fmla="*/ 8996232 w 12192001"/>
              <a:gd name="connsiteY78" fmla="*/ 1915011 h 2344739"/>
              <a:gd name="connsiteX79" fmla="*/ 8990394 w 12192001"/>
              <a:gd name="connsiteY79" fmla="*/ 1917072 h 2344739"/>
              <a:gd name="connsiteX80" fmla="*/ 8974337 w 12192001"/>
              <a:gd name="connsiteY80" fmla="*/ 1920298 h 2344739"/>
              <a:gd name="connsiteX81" fmla="*/ 8968011 w 12192001"/>
              <a:gd name="connsiteY81" fmla="*/ 1919598 h 2344739"/>
              <a:gd name="connsiteX82" fmla="*/ 8963048 w 12192001"/>
              <a:gd name="connsiteY82" fmla="*/ 1917373 h 2344739"/>
              <a:gd name="connsiteX83" fmla="*/ 8928988 w 12192001"/>
              <a:gd name="connsiteY83" fmla="*/ 1914185 h 2344739"/>
              <a:gd name="connsiteX84" fmla="*/ 8752444 w 12192001"/>
              <a:gd name="connsiteY84" fmla="*/ 1933417 h 2344739"/>
              <a:gd name="connsiteX85" fmla="*/ 8707847 w 12192001"/>
              <a:gd name="connsiteY85" fmla="*/ 1935518 h 2344739"/>
              <a:gd name="connsiteX86" fmla="*/ 8596071 w 12192001"/>
              <a:gd name="connsiteY86" fmla="*/ 1944090 h 2344739"/>
              <a:gd name="connsiteX87" fmla="*/ 8525230 w 12192001"/>
              <a:gd name="connsiteY87" fmla="*/ 1929248 h 2344739"/>
              <a:gd name="connsiteX88" fmla="*/ 8510983 w 12192001"/>
              <a:gd name="connsiteY88" fmla="*/ 1935163 h 2344739"/>
              <a:gd name="connsiteX89" fmla="*/ 8506167 w 12192001"/>
              <a:gd name="connsiteY89" fmla="*/ 1938164 h 2344739"/>
              <a:gd name="connsiteX90" fmla="*/ 8497968 w 12192001"/>
              <a:gd name="connsiteY90" fmla="*/ 1940902 h 2344739"/>
              <a:gd name="connsiteX91" fmla="*/ 8497594 w 12192001"/>
              <a:gd name="connsiteY91" fmla="*/ 1940723 h 2344739"/>
              <a:gd name="connsiteX92" fmla="*/ 8490249 w 12192001"/>
              <a:gd name="connsiteY92" fmla="*/ 1943773 h 2344739"/>
              <a:gd name="connsiteX93" fmla="*/ 8367182 w 12192001"/>
              <a:gd name="connsiteY93" fmla="*/ 1957815 h 2344739"/>
              <a:gd name="connsiteX94" fmla="*/ 8353799 w 12192001"/>
              <a:gd name="connsiteY94" fmla="*/ 1958009 h 2344739"/>
              <a:gd name="connsiteX95" fmla="*/ 8352373 w 12192001"/>
              <a:gd name="connsiteY95" fmla="*/ 1957169 h 2344739"/>
              <a:gd name="connsiteX96" fmla="*/ 8320104 w 12192001"/>
              <a:gd name="connsiteY96" fmla="*/ 1974587 h 2344739"/>
              <a:gd name="connsiteX97" fmla="*/ 8314433 w 12192001"/>
              <a:gd name="connsiteY97" fmla="*/ 1974913 h 2344739"/>
              <a:gd name="connsiteX98" fmla="*/ 8295174 w 12192001"/>
              <a:gd name="connsiteY98" fmla="*/ 1988808 h 2344739"/>
              <a:gd name="connsiteX99" fmla="*/ 8284276 w 12192001"/>
              <a:gd name="connsiteY99" fmla="*/ 1994631 h 2344739"/>
              <a:gd name="connsiteX100" fmla="*/ 8283150 w 12192001"/>
              <a:gd name="connsiteY100" fmla="*/ 1999074 h 2344739"/>
              <a:gd name="connsiteX101" fmla="*/ 8266076 w 12192001"/>
              <a:gd name="connsiteY101" fmla="*/ 2006249 h 2344739"/>
              <a:gd name="connsiteX102" fmla="*/ 8263377 w 12192001"/>
              <a:gd name="connsiteY102" fmla="*/ 2006019 h 2344739"/>
              <a:gd name="connsiteX103" fmla="*/ 8252033 w 12192001"/>
              <a:gd name="connsiteY103" fmla="*/ 2015862 h 2344739"/>
              <a:gd name="connsiteX104" fmla="*/ 8245834 w 12192001"/>
              <a:gd name="connsiteY104" fmla="*/ 2028854 h 2344739"/>
              <a:gd name="connsiteX105" fmla="*/ 8090272 w 12192001"/>
              <a:gd name="connsiteY105" fmla="*/ 2075015 h 2344739"/>
              <a:gd name="connsiteX106" fmla="*/ 7905407 w 12192001"/>
              <a:gd name="connsiteY106" fmla="*/ 2116988 h 2344739"/>
              <a:gd name="connsiteX107" fmla="*/ 7718745 w 12192001"/>
              <a:gd name="connsiteY107" fmla="*/ 2142703 h 2344739"/>
              <a:gd name="connsiteX108" fmla="*/ 7614347 w 12192001"/>
              <a:gd name="connsiteY108" fmla="*/ 2139232 h 2344739"/>
              <a:gd name="connsiteX109" fmla="*/ 7527543 w 12192001"/>
              <a:gd name="connsiteY109" fmla="*/ 2145060 h 2344739"/>
              <a:gd name="connsiteX110" fmla="*/ 7519571 w 12192001"/>
              <a:gd name="connsiteY110" fmla="*/ 2147613 h 2344739"/>
              <a:gd name="connsiteX111" fmla="*/ 7507411 w 12192001"/>
              <a:gd name="connsiteY111" fmla="*/ 2148948 h 2344739"/>
              <a:gd name="connsiteX112" fmla="*/ 7507040 w 12192001"/>
              <a:gd name="connsiteY112" fmla="*/ 2148621 h 2344739"/>
              <a:gd name="connsiteX113" fmla="*/ 7495795 w 12192001"/>
              <a:gd name="connsiteY113" fmla="*/ 2150573 h 2344739"/>
              <a:gd name="connsiteX114" fmla="*/ 7405391 w 12192001"/>
              <a:gd name="connsiteY114" fmla="*/ 2142468 h 2344739"/>
              <a:gd name="connsiteX115" fmla="*/ 7312180 w 12192001"/>
              <a:gd name="connsiteY115" fmla="*/ 2132873 h 2344739"/>
              <a:gd name="connsiteX116" fmla="*/ 7310853 w 12192001"/>
              <a:gd name="connsiteY116" fmla="*/ 2131431 h 2344739"/>
              <a:gd name="connsiteX117" fmla="*/ 7218559 w 12192001"/>
              <a:gd name="connsiteY117" fmla="*/ 2156680 h 2344739"/>
              <a:gd name="connsiteX118" fmla="*/ 7201101 w 12192001"/>
              <a:gd name="connsiteY118" fmla="*/ 2161230 h 2344739"/>
              <a:gd name="connsiteX119" fmla="*/ 7197004 w 12192001"/>
              <a:gd name="connsiteY119" fmla="*/ 2166588 h 2344739"/>
              <a:gd name="connsiteX120" fmla="*/ 7170808 w 12192001"/>
              <a:gd name="connsiteY120" fmla="*/ 2171236 h 2344739"/>
              <a:gd name="connsiteX121" fmla="*/ 7096988 w 12192001"/>
              <a:gd name="connsiteY121" fmla="*/ 2183464 h 2344739"/>
              <a:gd name="connsiteX122" fmla="*/ 7018496 w 12192001"/>
              <a:gd name="connsiteY122" fmla="*/ 2183090 h 2344739"/>
              <a:gd name="connsiteX123" fmla="*/ 6904146 w 12192001"/>
              <a:gd name="connsiteY123" fmla="*/ 2212596 h 2344739"/>
              <a:gd name="connsiteX124" fmla="*/ 6708222 w 12192001"/>
              <a:gd name="connsiteY124" fmla="*/ 2240551 h 2344739"/>
              <a:gd name="connsiteX125" fmla="*/ 6549454 w 12192001"/>
              <a:gd name="connsiteY125" fmla="*/ 2269327 h 2344739"/>
              <a:gd name="connsiteX126" fmla="*/ 6317560 w 12192001"/>
              <a:gd name="connsiteY126" fmla="*/ 2316127 h 2344739"/>
              <a:gd name="connsiteX127" fmla="*/ 6168674 w 12192001"/>
              <a:gd name="connsiteY127" fmla="*/ 2318214 h 2344739"/>
              <a:gd name="connsiteX128" fmla="*/ 6073848 w 12192001"/>
              <a:gd name="connsiteY128" fmla="*/ 2338676 h 2344739"/>
              <a:gd name="connsiteX129" fmla="*/ 6068529 w 12192001"/>
              <a:gd name="connsiteY129" fmla="*/ 2337139 h 2344739"/>
              <a:gd name="connsiteX130" fmla="*/ 6048638 w 12192001"/>
              <a:gd name="connsiteY130" fmla="*/ 2337822 h 2344739"/>
              <a:gd name="connsiteX131" fmla="*/ 6041285 w 12192001"/>
              <a:gd name="connsiteY131" fmla="*/ 2329473 h 2344739"/>
              <a:gd name="connsiteX132" fmla="*/ 6010090 w 12192001"/>
              <a:gd name="connsiteY132" fmla="*/ 2324380 h 2344739"/>
              <a:gd name="connsiteX133" fmla="*/ 5957375 w 12192001"/>
              <a:gd name="connsiteY133" fmla="*/ 2328024 h 2344739"/>
              <a:gd name="connsiteX134" fmla="*/ 5758919 w 12192001"/>
              <a:gd name="connsiteY134" fmla="*/ 2343716 h 2344739"/>
              <a:gd name="connsiteX135" fmla="*/ 5626960 w 12192001"/>
              <a:gd name="connsiteY135" fmla="*/ 2344739 h 2344739"/>
              <a:gd name="connsiteX136" fmla="*/ 5470906 w 12192001"/>
              <a:gd name="connsiteY136" fmla="*/ 2330719 h 2344739"/>
              <a:gd name="connsiteX137" fmla="*/ 5432761 w 12192001"/>
              <a:gd name="connsiteY137" fmla="*/ 2319466 h 2344739"/>
              <a:gd name="connsiteX138" fmla="*/ 5381669 w 12192001"/>
              <a:gd name="connsiteY138" fmla="*/ 2301764 h 2344739"/>
              <a:gd name="connsiteX139" fmla="*/ 5261764 w 12192001"/>
              <a:gd name="connsiteY139" fmla="*/ 2281347 h 2344739"/>
              <a:gd name="connsiteX140" fmla="*/ 5222961 w 12192001"/>
              <a:gd name="connsiteY140" fmla="*/ 2270223 h 2344739"/>
              <a:gd name="connsiteX141" fmla="*/ 5174660 w 12192001"/>
              <a:gd name="connsiteY141" fmla="*/ 2267233 h 2344739"/>
              <a:gd name="connsiteX142" fmla="*/ 5156554 w 12192001"/>
              <a:gd name="connsiteY142" fmla="*/ 2260010 h 2344739"/>
              <a:gd name="connsiteX143" fmla="*/ 5142599 w 12192001"/>
              <a:gd name="connsiteY143" fmla="*/ 2256610 h 2344739"/>
              <a:gd name="connsiteX144" fmla="*/ 5139596 w 12192001"/>
              <a:gd name="connsiteY144" fmla="*/ 2254509 h 2344739"/>
              <a:gd name="connsiteX145" fmla="*/ 5121659 w 12192001"/>
              <a:gd name="connsiteY145" fmla="*/ 2243656 h 2344739"/>
              <a:gd name="connsiteX146" fmla="*/ 5065790 w 12192001"/>
              <a:gd name="connsiteY146" fmla="*/ 2250227 h 2344739"/>
              <a:gd name="connsiteX147" fmla="*/ 5011514 w 12192001"/>
              <a:gd name="connsiteY147" fmla="*/ 2233846 h 2344739"/>
              <a:gd name="connsiteX148" fmla="*/ 4840441 w 12192001"/>
              <a:gd name="connsiteY148" fmla="*/ 2209829 h 2344739"/>
              <a:gd name="connsiteX149" fmla="*/ 4762447 w 12192001"/>
              <a:gd name="connsiteY149" fmla="*/ 2182061 h 2344739"/>
              <a:gd name="connsiteX150" fmla="*/ 4723186 w 12192001"/>
              <a:gd name="connsiteY150" fmla="*/ 2173047 h 2344739"/>
              <a:gd name="connsiteX151" fmla="*/ 4721176 w 12192001"/>
              <a:gd name="connsiteY151" fmla="*/ 2172298 h 2344739"/>
              <a:gd name="connsiteX152" fmla="*/ 4722111 w 12192001"/>
              <a:gd name="connsiteY152" fmla="*/ 2172087 h 2344739"/>
              <a:gd name="connsiteX153" fmla="*/ 4717202 w 12192001"/>
              <a:gd name="connsiteY153" fmla="*/ 2170817 h 2344739"/>
              <a:gd name="connsiteX154" fmla="*/ 4721176 w 12192001"/>
              <a:gd name="connsiteY154" fmla="*/ 2172298 h 2344739"/>
              <a:gd name="connsiteX155" fmla="*/ 4715526 w 12192001"/>
              <a:gd name="connsiteY155" fmla="*/ 2173573 h 2344739"/>
              <a:gd name="connsiteX156" fmla="*/ 4515814 w 12192001"/>
              <a:gd name="connsiteY156" fmla="*/ 2163671 h 2344739"/>
              <a:gd name="connsiteX157" fmla="*/ 4428543 w 12192001"/>
              <a:gd name="connsiteY157" fmla="*/ 2153020 h 2344739"/>
              <a:gd name="connsiteX158" fmla="*/ 4362875 w 12192001"/>
              <a:gd name="connsiteY158" fmla="*/ 2151674 h 2344739"/>
              <a:gd name="connsiteX159" fmla="*/ 4316966 w 12192001"/>
              <a:gd name="connsiteY159" fmla="*/ 2158289 h 2344739"/>
              <a:gd name="connsiteX160" fmla="*/ 4315110 w 12192001"/>
              <a:gd name="connsiteY160" fmla="*/ 2156948 h 2344739"/>
              <a:gd name="connsiteX161" fmla="*/ 4295144 w 12192001"/>
              <a:gd name="connsiteY161" fmla="*/ 2155069 h 2344739"/>
              <a:gd name="connsiteX162" fmla="*/ 4290064 w 12192001"/>
              <a:gd name="connsiteY162" fmla="*/ 2157986 h 2344739"/>
              <a:gd name="connsiteX163" fmla="*/ 4276142 w 12192001"/>
              <a:gd name="connsiteY163" fmla="*/ 2157740 h 2344739"/>
              <a:gd name="connsiteX164" fmla="*/ 4248117 w 12192001"/>
              <a:gd name="connsiteY164" fmla="*/ 2160064 h 2344739"/>
              <a:gd name="connsiteX165" fmla="*/ 4202051 w 12192001"/>
              <a:gd name="connsiteY165" fmla="*/ 2157269 h 2344739"/>
              <a:gd name="connsiteX166" fmla="*/ 4201745 w 12192001"/>
              <a:gd name="connsiteY166" fmla="*/ 2156010 h 2344739"/>
              <a:gd name="connsiteX167" fmla="*/ 4191248 w 12192001"/>
              <a:gd name="connsiteY167" fmla="*/ 2150376 h 2344739"/>
              <a:gd name="connsiteX168" fmla="*/ 4142745 w 12192001"/>
              <a:gd name="connsiteY168" fmla="*/ 2134511 h 2344739"/>
              <a:gd name="connsiteX169" fmla="*/ 4083097 w 12192001"/>
              <a:gd name="connsiteY169" fmla="*/ 2107978 h 2344739"/>
              <a:gd name="connsiteX170" fmla="*/ 4074546 w 12192001"/>
              <a:gd name="connsiteY170" fmla="*/ 2107143 h 2344739"/>
              <a:gd name="connsiteX171" fmla="*/ 4074427 w 12192001"/>
              <a:gd name="connsiteY171" fmla="*/ 2106844 h 2344739"/>
              <a:gd name="connsiteX172" fmla="*/ 4065510 w 12192001"/>
              <a:gd name="connsiteY172" fmla="*/ 2105400 h 2344739"/>
              <a:gd name="connsiteX173" fmla="*/ 4058954 w 12192001"/>
              <a:gd name="connsiteY173" fmla="*/ 2105618 h 2344739"/>
              <a:gd name="connsiteX174" fmla="*/ 4042364 w 12192001"/>
              <a:gd name="connsiteY174" fmla="*/ 2103997 h 2344739"/>
              <a:gd name="connsiteX175" fmla="*/ 4036997 w 12192001"/>
              <a:gd name="connsiteY175" fmla="*/ 2101563 h 2344739"/>
              <a:gd name="connsiteX176" fmla="*/ 4035363 w 12192001"/>
              <a:gd name="connsiteY176" fmla="*/ 2097896 h 2344739"/>
              <a:gd name="connsiteX177" fmla="*/ 4033778 w 12192001"/>
              <a:gd name="connsiteY177" fmla="*/ 2098131 h 2344739"/>
              <a:gd name="connsiteX178" fmla="*/ 4004538 w 12192001"/>
              <a:gd name="connsiteY178" fmla="*/ 2085563 h 2344739"/>
              <a:gd name="connsiteX179" fmla="*/ 3936846 w 12192001"/>
              <a:gd name="connsiteY179" fmla="*/ 2068106 h 2344739"/>
              <a:gd name="connsiteX180" fmla="*/ 3897275 w 12192001"/>
              <a:gd name="connsiteY180" fmla="*/ 2062451 h 2344739"/>
              <a:gd name="connsiteX181" fmla="*/ 3789760 w 12192001"/>
              <a:gd name="connsiteY181" fmla="*/ 2042213 h 2344739"/>
              <a:gd name="connsiteX182" fmla="*/ 3682513 w 12192001"/>
              <a:gd name="connsiteY182" fmla="*/ 2018290 h 2344739"/>
              <a:gd name="connsiteX183" fmla="*/ 3610035 w 12192001"/>
              <a:gd name="connsiteY183" fmla="*/ 1986019 h 2344739"/>
              <a:gd name="connsiteX184" fmla="*/ 3603855 w 12192001"/>
              <a:gd name="connsiteY184" fmla="*/ 1987381 h 2344739"/>
              <a:gd name="connsiteX185" fmla="*/ 3594736 w 12192001"/>
              <a:gd name="connsiteY185" fmla="*/ 1987545 h 2344739"/>
              <a:gd name="connsiteX186" fmla="*/ 3594501 w 12192001"/>
              <a:gd name="connsiteY186" fmla="*/ 1987276 h 2344739"/>
              <a:gd name="connsiteX187" fmla="*/ 3585978 w 12192001"/>
              <a:gd name="connsiteY187" fmla="*/ 1987966 h 2344739"/>
              <a:gd name="connsiteX188" fmla="*/ 3536135 w 12192001"/>
              <a:gd name="connsiteY188" fmla="*/ 1978267 h 2344739"/>
              <a:gd name="connsiteX189" fmla="*/ 3473223 w 12192001"/>
              <a:gd name="connsiteY189" fmla="*/ 1974606 h 2344739"/>
              <a:gd name="connsiteX190" fmla="*/ 3400728 w 12192001"/>
              <a:gd name="connsiteY190" fmla="*/ 1962558 h 2344739"/>
              <a:gd name="connsiteX191" fmla="*/ 3363888 w 12192001"/>
              <a:gd name="connsiteY191" fmla="*/ 1979510 h 2344739"/>
              <a:gd name="connsiteX192" fmla="*/ 3344026 w 12192001"/>
              <a:gd name="connsiteY192" fmla="*/ 1981192 h 2344739"/>
              <a:gd name="connsiteX193" fmla="*/ 3341698 w 12192001"/>
              <a:gd name="connsiteY193" fmla="*/ 1980217 h 2344739"/>
              <a:gd name="connsiteX194" fmla="*/ 3262356 w 12192001"/>
              <a:gd name="connsiteY194" fmla="*/ 1986094 h 2344739"/>
              <a:gd name="connsiteX195" fmla="*/ 3142556 w 12192001"/>
              <a:gd name="connsiteY195" fmla="*/ 1993869 h 2344739"/>
              <a:gd name="connsiteX196" fmla="*/ 3030291 w 12192001"/>
              <a:gd name="connsiteY196" fmla="*/ 1996512 h 2344739"/>
              <a:gd name="connsiteX197" fmla="*/ 2781569 w 12192001"/>
              <a:gd name="connsiteY197" fmla="*/ 2018333 h 2344739"/>
              <a:gd name="connsiteX198" fmla="*/ 2646527 w 12192001"/>
              <a:gd name="connsiteY198" fmla="*/ 2028869 h 2344739"/>
              <a:gd name="connsiteX199" fmla="*/ 2568028 w 12192001"/>
              <a:gd name="connsiteY199" fmla="*/ 2002628 h 2344739"/>
              <a:gd name="connsiteX200" fmla="*/ 2443255 w 12192001"/>
              <a:gd name="connsiteY200" fmla="*/ 2016529 h 2344739"/>
              <a:gd name="connsiteX201" fmla="*/ 2315112 w 12192001"/>
              <a:gd name="connsiteY201" fmla="*/ 2024996 h 2344739"/>
              <a:gd name="connsiteX202" fmla="*/ 2208578 w 12192001"/>
              <a:gd name="connsiteY202" fmla="*/ 2019763 h 2344739"/>
              <a:gd name="connsiteX203" fmla="*/ 2094665 w 12192001"/>
              <a:gd name="connsiteY203" fmla="*/ 2003052 h 2344739"/>
              <a:gd name="connsiteX204" fmla="*/ 1997356 w 12192001"/>
              <a:gd name="connsiteY204" fmla="*/ 1995032 h 2344739"/>
              <a:gd name="connsiteX205" fmla="*/ 1928172 w 12192001"/>
              <a:gd name="connsiteY205" fmla="*/ 2016977 h 2344739"/>
              <a:gd name="connsiteX206" fmla="*/ 1921650 w 12192001"/>
              <a:gd name="connsiteY206" fmla="*/ 2012146 h 2344739"/>
              <a:gd name="connsiteX207" fmla="*/ 1873080 w 12192001"/>
              <a:gd name="connsiteY207" fmla="*/ 2013741 h 2344739"/>
              <a:gd name="connsiteX208" fmla="*/ 1786655 w 12192001"/>
              <a:gd name="connsiteY208" fmla="*/ 2041363 h 2344739"/>
              <a:gd name="connsiteX209" fmla="*/ 1738204 w 12192001"/>
              <a:gd name="connsiteY209" fmla="*/ 2036312 h 2344739"/>
              <a:gd name="connsiteX210" fmla="*/ 1675071 w 12192001"/>
              <a:gd name="connsiteY210" fmla="*/ 2019963 h 2344739"/>
              <a:gd name="connsiteX211" fmla="*/ 1608669 w 12192001"/>
              <a:gd name="connsiteY211" fmla="*/ 2013066 h 2344739"/>
              <a:gd name="connsiteX212" fmla="*/ 1496110 w 12192001"/>
              <a:gd name="connsiteY212" fmla="*/ 1987476 h 2344739"/>
              <a:gd name="connsiteX213" fmla="*/ 1149979 w 12192001"/>
              <a:gd name="connsiteY213" fmla="*/ 1938041 h 2344739"/>
              <a:gd name="connsiteX214" fmla="*/ 858269 w 12192001"/>
              <a:gd name="connsiteY214" fmla="*/ 1928608 h 2344739"/>
              <a:gd name="connsiteX215" fmla="*/ 837540 w 12192001"/>
              <a:gd name="connsiteY215" fmla="*/ 1929821 h 2344739"/>
              <a:gd name="connsiteX216" fmla="*/ 816809 w 12192001"/>
              <a:gd name="connsiteY216" fmla="*/ 1927857 h 2344739"/>
              <a:gd name="connsiteX217" fmla="*/ 811506 w 12192001"/>
              <a:gd name="connsiteY217" fmla="*/ 1930751 h 2344739"/>
              <a:gd name="connsiteX218" fmla="*/ 797041 w 12192001"/>
              <a:gd name="connsiteY218" fmla="*/ 1930446 h 2344739"/>
              <a:gd name="connsiteX219" fmla="*/ 767901 w 12192001"/>
              <a:gd name="connsiteY219" fmla="*/ 1932653 h 2344739"/>
              <a:gd name="connsiteX220" fmla="*/ 763053 w 12192001"/>
              <a:gd name="connsiteY220" fmla="*/ 1930432 h 2344739"/>
              <a:gd name="connsiteX221" fmla="*/ 720047 w 12192001"/>
              <a:gd name="connsiteY221" fmla="*/ 1929661 h 2344739"/>
              <a:gd name="connsiteX222" fmla="*/ 719742 w 12192001"/>
              <a:gd name="connsiteY222" fmla="*/ 1928399 h 2344739"/>
              <a:gd name="connsiteX223" fmla="*/ 708875 w 12192001"/>
              <a:gd name="connsiteY223" fmla="*/ 1922722 h 2344739"/>
              <a:gd name="connsiteX224" fmla="*/ 596792 w 12192001"/>
              <a:gd name="connsiteY224" fmla="*/ 1879864 h 2344739"/>
              <a:gd name="connsiteX225" fmla="*/ 578535 w 12192001"/>
              <a:gd name="connsiteY225" fmla="*/ 1877212 h 2344739"/>
              <a:gd name="connsiteX226" fmla="*/ 571717 w 12192001"/>
              <a:gd name="connsiteY226" fmla="*/ 1877401 h 2344739"/>
              <a:gd name="connsiteX227" fmla="*/ 445099 w 12192001"/>
              <a:gd name="connsiteY227" fmla="*/ 1839371 h 2344739"/>
              <a:gd name="connsiteX228" fmla="*/ 404015 w 12192001"/>
              <a:gd name="connsiteY228" fmla="*/ 1833548 h 2344739"/>
              <a:gd name="connsiteX229" fmla="*/ 292435 w 12192001"/>
              <a:gd name="connsiteY229" fmla="*/ 1812852 h 2344739"/>
              <a:gd name="connsiteX230" fmla="*/ 118381 w 12192001"/>
              <a:gd name="connsiteY230" fmla="*/ 1761047 h 2344739"/>
              <a:gd name="connsiteX231" fmla="*/ 15526 w 12192001"/>
              <a:gd name="connsiteY231" fmla="*/ 1758191 h 2344739"/>
              <a:gd name="connsiteX232" fmla="*/ 2 w 12192001"/>
              <a:gd name="connsiteY232" fmla="*/ 1752722 h 2344739"/>
              <a:gd name="connsiteX233" fmla="*/ 1 w 12192001"/>
              <a:gd name="connsiteY233" fmla="*/ 762497 h 2344739"/>
              <a:gd name="connsiteX234" fmla="*/ 0 w 12192001"/>
              <a:gd name="connsiteY234" fmla="*/ 762497 h 2344739"/>
              <a:gd name="connsiteX235" fmla="*/ 0 w 12192001"/>
              <a:gd name="connsiteY235" fmla="*/ 222213 h 2344739"/>
              <a:gd name="connsiteX236" fmla="*/ 0 w 12192001"/>
              <a:gd name="connsiteY236"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57107 w 12192001"/>
              <a:gd name="connsiteY22" fmla="*/ 792050 h 2344739"/>
              <a:gd name="connsiteX23" fmla="*/ 11748619 w 12192001"/>
              <a:gd name="connsiteY23" fmla="*/ 872002 h 2344739"/>
              <a:gd name="connsiteX24" fmla="*/ 11595155 w 12192001"/>
              <a:gd name="connsiteY24" fmla="*/ 918898 h 2344739"/>
              <a:gd name="connsiteX25" fmla="*/ 11306392 w 12192001"/>
              <a:gd name="connsiteY25" fmla="*/ 1272239 h 2344739"/>
              <a:gd name="connsiteX26" fmla="*/ 11309326 w 12192001"/>
              <a:gd name="connsiteY26" fmla="*/ 1274846 h 2344739"/>
              <a:gd name="connsiteX27" fmla="*/ 11294224 w 12192001"/>
              <a:gd name="connsiteY27" fmla="*/ 1283683 h 2344739"/>
              <a:gd name="connsiteX28" fmla="*/ 11245526 w 12192001"/>
              <a:gd name="connsiteY28" fmla="*/ 1274060 h 2344739"/>
              <a:gd name="connsiteX29" fmla="*/ 11227161 w 12192001"/>
              <a:gd name="connsiteY29" fmla="*/ 1276236 h 2344739"/>
              <a:gd name="connsiteX30" fmla="*/ 11216939 w 12192001"/>
              <a:gd name="connsiteY30" fmla="*/ 1275961 h 2344739"/>
              <a:gd name="connsiteX31" fmla="*/ 11216036 w 12192001"/>
              <a:gd name="connsiteY31" fmla="*/ 1275018 h 2344739"/>
              <a:gd name="connsiteX32" fmla="*/ 11187737 w 12192001"/>
              <a:gd name="connsiteY32" fmla="*/ 1292383 h 2344739"/>
              <a:gd name="connsiteX33" fmla="*/ 11183353 w 12192001"/>
              <a:gd name="connsiteY33" fmla="*/ 1292525 h 2344739"/>
              <a:gd name="connsiteX34" fmla="*/ 11165706 w 12192001"/>
              <a:gd name="connsiteY34" fmla="*/ 1306612 h 2344739"/>
              <a:gd name="connsiteX35" fmla="*/ 11156163 w 12192001"/>
              <a:gd name="connsiteY35" fmla="*/ 1312414 h 2344739"/>
              <a:gd name="connsiteX36" fmla="*/ 11154348 w 12192001"/>
              <a:gd name="connsiteY36" fmla="*/ 1317097 h 2344739"/>
              <a:gd name="connsiteX37" fmla="*/ 11139813 w 12192001"/>
              <a:gd name="connsiteY37" fmla="*/ 1324115 h 2344739"/>
              <a:gd name="connsiteX38" fmla="*/ 11137813 w 12192001"/>
              <a:gd name="connsiteY38" fmla="*/ 1323772 h 2344739"/>
              <a:gd name="connsiteX39" fmla="*/ 11127060 w 12192001"/>
              <a:gd name="connsiteY39" fmla="*/ 1333832 h 2344739"/>
              <a:gd name="connsiteX40" fmla="*/ 11119543 w 12192001"/>
              <a:gd name="connsiteY40" fmla="*/ 1347424 h 2344739"/>
              <a:gd name="connsiteX41" fmla="*/ 10893535 w 12192001"/>
              <a:gd name="connsiteY41" fmla="*/ 1473399 h 2344739"/>
              <a:gd name="connsiteX42" fmla="*/ 10772152 w 12192001"/>
              <a:gd name="connsiteY42" fmla="*/ 1523191 h 2344739"/>
              <a:gd name="connsiteX43" fmla="*/ 10626520 w 12192001"/>
              <a:gd name="connsiteY43" fmla="*/ 1559229 h 2344739"/>
              <a:gd name="connsiteX44" fmla="*/ 10580747 w 12192001"/>
              <a:gd name="connsiteY44" fmla="*/ 1568689 h 2344739"/>
              <a:gd name="connsiteX45" fmla="*/ 10546642 w 12192001"/>
              <a:gd name="connsiteY45" fmla="*/ 1598423 h 2344739"/>
              <a:gd name="connsiteX46" fmla="*/ 10528495 w 12192001"/>
              <a:gd name="connsiteY46" fmla="*/ 1596907 h 2344739"/>
              <a:gd name="connsiteX47" fmla="*/ 10525298 w 12192001"/>
              <a:gd name="connsiteY47" fmla="*/ 1596411 h 2344739"/>
              <a:gd name="connsiteX48" fmla="*/ 10513981 w 12192001"/>
              <a:gd name="connsiteY48" fmla="*/ 1599537 h 2344739"/>
              <a:gd name="connsiteX49" fmla="*/ 10490587 w 12192001"/>
              <a:gd name="connsiteY49" fmla="*/ 1594156 h 2344739"/>
              <a:gd name="connsiteX50" fmla="*/ 10470270 w 12192001"/>
              <a:gd name="connsiteY50" fmla="*/ 1601693 h 2344739"/>
              <a:gd name="connsiteX51" fmla="*/ 10375894 w 12192001"/>
              <a:gd name="connsiteY51" fmla="*/ 1644598 h 2344739"/>
              <a:gd name="connsiteX52" fmla="*/ 10318190 w 12192001"/>
              <a:gd name="connsiteY52" fmla="*/ 1666221 h 2344739"/>
              <a:gd name="connsiteX53" fmla="*/ 10294319 w 12192001"/>
              <a:gd name="connsiteY53" fmla="*/ 1668079 h 2344739"/>
              <a:gd name="connsiteX54" fmla="*/ 10262295 w 12192001"/>
              <a:gd name="connsiteY54" fmla="*/ 1674948 h 2344739"/>
              <a:gd name="connsiteX55" fmla="*/ 10204270 w 12192001"/>
              <a:gd name="connsiteY55" fmla="*/ 1682149 h 2344739"/>
              <a:gd name="connsiteX56" fmla="*/ 10176611 w 12192001"/>
              <a:gd name="connsiteY56" fmla="*/ 1692943 h 2344739"/>
              <a:gd name="connsiteX57" fmla="*/ 10163922 w 12192001"/>
              <a:gd name="connsiteY57" fmla="*/ 1693739 h 2344739"/>
              <a:gd name="connsiteX58" fmla="*/ 10155160 w 12192001"/>
              <a:gd name="connsiteY58" fmla="*/ 1707487 h 2344739"/>
              <a:gd name="connsiteX59" fmla="*/ 10117119 w 12192001"/>
              <a:gd name="connsiteY59" fmla="*/ 1731142 h 2344739"/>
              <a:gd name="connsiteX60" fmla="*/ 10100445 w 12192001"/>
              <a:gd name="connsiteY60" fmla="*/ 1742432 h 2344739"/>
              <a:gd name="connsiteX61" fmla="*/ 10082169 w 12192001"/>
              <a:gd name="connsiteY61" fmla="*/ 1743296 h 2344739"/>
              <a:gd name="connsiteX62" fmla="*/ 10039240 w 12192001"/>
              <a:gd name="connsiteY62" fmla="*/ 1741632 h 2344739"/>
              <a:gd name="connsiteX63" fmla="*/ 9960019 w 12192001"/>
              <a:gd name="connsiteY63" fmla="*/ 1757147 h 2344739"/>
              <a:gd name="connsiteX64" fmla="*/ 9847792 w 12192001"/>
              <a:gd name="connsiteY64" fmla="*/ 1763915 h 2344739"/>
              <a:gd name="connsiteX65" fmla="*/ 9728309 w 12192001"/>
              <a:gd name="connsiteY65" fmla="*/ 1784122 h 2344739"/>
              <a:gd name="connsiteX66" fmla="*/ 9584507 w 12192001"/>
              <a:gd name="connsiteY66" fmla="*/ 1795542 h 2344739"/>
              <a:gd name="connsiteX67" fmla="*/ 9343052 w 12192001"/>
              <a:gd name="connsiteY67" fmla="*/ 1841244 h 2344739"/>
              <a:gd name="connsiteX68" fmla="*/ 9231370 w 12192001"/>
              <a:gd name="connsiteY68" fmla="*/ 1893149 h 2344739"/>
              <a:gd name="connsiteX69" fmla="*/ 9194810 w 12192001"/>
              <a:gd name="connsiteY69" fmla="*/ 1903228 h 2344739"/>
              <a:gd name="connsiteX70" fmla="*/ 9189246 w 12192001"/>
              <a:gd name="connsiteY70" fmla="*/ 1912467 h 2344739"/>
              <a:gd name="connsiteX71" fmla="*/ 9151232 w 12192001"/>
              <a:gd name="connsiteY71" fmla="*/ 1923669 h 2344739"/>
              <a:gd name="connsiteX72" fmla="*/ 9150210 w 12192001"/>
              <a:gd name="connsiteY72" fmla="*/ 1922604 h 2344739"/>
              <a:gd name="connsiteX73" fmla="*/ 9137318 w 12192001"/>
              <a:gd name="connsiteY73" fmla="*/ 1920435 h 2344739"/>
              <a:gd name="connsiteX74" fmla="*/ 9113812 w 12192001"/>
              <a:gd name="connsiteY74" fmla="*/ 1919069 h 2344739"/>
              <a:gd name="connsiteX75" fmla="*/ 9053453 w 12192001"/>
              <a:gd name="connsiteY75" fmla="*/ 1910755 h 2344739"/>
              <a:gd name="connsiteX76" fmla="*/ 9005486 w 12192001"/>
              <a:gd name="connsiteY76" fmla="*/ 1914040 h 2344739"/>
              <a:gd name="connsiteX77" fmla="*/ 9005201 w 12192001"/>
              <a:gd name="connsiteY77" fmla="*/ 1913800 h 2344739"/>
              <a:gd name="connsiteX78" fmla="*/ 8996232 w 12192001"/>
              <a:gd name="connsiteY78" fmla="*/ 1915011 h 2344739"/>
              <a:gd name="connsiteX79" fmla="*/ 8990394 w 12192001"/>
              <a:gd name="connsiteY79" fmla="*/ 1917072 h 2344739"/>
              <a:gd name="connsiteX80" fmla="*/ 8974337 w 12192001"/>
              <a:gd name="connsiteY80" fmla="*/ 1920298 h 2344739"/>
              <a:gd name="connsiteX81" fmla="*/ 8968011 w 12192001"/>
              <a:gd name="connsiteY81" fmla="*/ 1919598 h 2344739"/>
              <a:gd name="connsiteX82" fmla="*/ 8963048 w 12192001"/>
              <a:gd name="connsiteY82" fmla="*/ 1917373 h 2344739"/>
              <a:gd name="connsiteX83" fmla="*/ 8928988 w 12192001"/>
              <a:gd name="connsiteY83" fmla="*/ 1914185 h 2344739"/>
              <a:gd name="connsiteX84" fmla="*/ 8752444 w 12192001"/>
              <a:gd name="connsiteY84" fmla="*/ 1933417 h 2344739"/>
              <a:gd name="connsiteX85" fmla="*/ 8707847 w 12192001"/>
              <a:gd name="connsiteY85" fmla="*/ 1935518 h 2344739"/>
              <a:gd name="connsiteX86" fmla="*/ 8596071 w 12192001"/>
              <a:gd name="connsiteY86" fmla="*/ 1944090 h 2344739"/>
              <a:gd name="connsiteX87" fmla="*/ 8525230 w 12192001"/>
              <a:gd name="connsiteY87" fmla="*/ 1929248 h 2344739"/>
              <a:gd name="connsiteX88" fmla="*/ 8510983 w 12192001"/>
              <a:gd name="connsiteY88" fmla="*/ 1935163 h 2344739"/>
              <a:gd name="connsiteX89" fmla="*/ 8506167 w 12192001"/>
              <a:gd name="connsiteY89" fmla="*/ 1938164 h 2344739"/>
              <a:gd name="connsiteX90" fmla="*/ 8497968 w 12192001"/>
              <a:gd name="connsiteY90" fmla="*/ 1940902 h 2344739"/>
              <a:gd name="connsiteX91" fmla="*/ 8497594 w 12192001"/>
              <a:gd name="connsiteY91" fmla="*/ 1940723 h 2344739"/>
              <a:gd name="connsiteX92" fmla="*/ 8490249 w 12192001"/>
              <a:gd name="connsiteY92" fmla="*/ 1943773 h 2344739"/>
              <a:gd name="connsiteX93" fmla="*/ 8367182 w 12192001"/>
              <a:gd name="connsiteY93" fmla="*/ 1957815 h 2344739"/>
              <a:gd name="connsiteX94" fmla="*/ 8353799 w 12192001"/>
              <a:gd name="connsiteY94" fmla="*/ 1958009 h 2344739"/>
              <a:gd name="connsiteX95" fmla="*/ 8352373 w 12192001"/>
              <a:gd name="connsiteY95" fmla="*/ 1957169 h 2344739"/>
              <a:gd name="connsiteX96" fmla="*/ 8320104 w 12192001"/>
              <a:gd name="connsiteY96" fmla="*/ 1974587 h 2344739"/>
              <a:gd name="connsiteX97" fmla="*/ 8314433 w 12192001"/>
              <a:gd name="connsiteY97" fmla="*/ 1974913 h 2344739"/>
              <a:gd name="connsiteX98" fmla="*/ 8295174 w 12192001"/>
              <a:gd name="connsiteY98" fmla="*/ 1988808 h 2344739"/>
              <a:gd name="connsiteX99" fmla="*/ 8284276 w 12192001"/>
              <a:gd name="connsiteY99" fmla="*/ 1994631 h 2344739"/>
              <a:gd name="connsiteX100" fmla="*/ 8283150 w 12192001"/>
              <a:gd name="connsiteY100" fmla="*/ 1999074 h 2344739"/>
              <a:gd name="connsiteX101" fmla="*/ 8266076 w 12192001"/>
              <a:gd name="connsiteY101" fmla="*/ 2006249 h 2344739"/>
              <a:gd name="connsiteX102" fmla="*/ 8263377 w 12192001"/>
              <a:gd name="connsiteY102" fmla="*/ 2006019 h 2344739"/>
              <a:gd name="connsiteX103" fmla="*/ 8252033 w 12192001"/>
              <a:gd name="connsiteY103" fmla="*/ 2015862 h 2344739"/>
              <a:gd name="connsiteX104" fmla="*/ 8245834 w 12192001"/>
              <a:gd name="connsiteY104" fmla="*/ 2028854 h 2344739"/>
              <a:gd name="connsiteX105" fmla="*/ 8090272 w 12192001"/>
              <a:gd name="connsiteY105" fmla="*/ 2075015 h 2344739"/>
              <a:gd name="connsiteX106" fmla="*/ 7905407 w 12192001"/>
              <a:gd name="connsiteY106" fmla="*/ 2116988 h 2344739"/>
              <a:gd name="connsiteX107" fmla="*/ 7718745 w 12192001"/>
              <a:gd name="connsiteY107" fmla="*/ 2142703 h 2344739"/>
              <a:gd name="connsiteX108" fmla="*/ 7614347 w 12192001"/>
              <a:gd name="connsiteY108" fmla="*/ 2139232 h 2344739"/>
              <a:gd name="connsiteX109" fmla="*/ 7527543 w 12192001"/>
              <a:gd name="connsiteY109" fmla="*/ 2145060 h 2344739"/>
              <a:gd name="connsiteX110" fmla="*/ 7519571 w 12192001"/>
              <a:gd name="connsiteY110" fmla="*/ 2147613 h 2344739"/>
              <a:gd name="connsiteX111" fmla="*/ 7507411 w 12192001"/>
              <a:gd name="connsiteY111" fmla="*/ 2148948 h 2344739"/>
              <a:gd name="connsiteX112" fmla="*/ 7507040 w 12192001"/>
              <a:gd name="connsiteY112" fmla="*/ 2148621 h 2344739"/>
              <a:gd name="connsiteX113" fmla="*/ 7495795 w 12192001"/>
              <a:gd name="connsiteY113" fmla="*/ 2150573 h 2344739"/>
              <a:gd name="connsiteX114" fmla="*/ 7405391 w 12192001"/>
              <a:gd name="connsiteY114" fmla="*/ 2142468 h 2344739"/>
              <a:gd name="connsiteX115" fmla="*/ 7312180 w 12192001"/>
              <a:gd name="connsiteY115" fmla="*/ 2132873 h 2344739"/>
              <a:gd name="connsiteX116" fmla="*/ 7310853 w 12192001"/>
              <a:gd name="connsiteY116" fmla="*/ 2131431 h 2344739"/>
              <a:gd name="connsiteX117" fmla="*/ 7218559 w 12192001"/>
              <a:gd name="connsiteY117" fmla="*/ 2156680 h 2344739"/>
              <a:gd name="connsiteX118" fmla="*/ 7201101 w 12192001"/>
              <a:gd name="connsiteY118" fmla="*/ 2161230 h 2344739"/>
              <a:gd name="connsiteX119" fmla="*/ 7197004 w 12192001"/>
              <a:gd name="connsiteY119" fmla="*/ 2166588 h 2344739"/>
              <a:gd name="connsiteX120" fmla="*/ 7170808 w 12192001"/>
              <a:gd name="connsiteY120" fmla="*/ 2171236 h 2344739"/>
              <a:gd name="connsiteX121" fmla="*/ 7096988 w 12192001"/>
              <a:gd name="connsiteY121" fmla="*/ 2183464 h 2344739"/>
              <a:gd name="connsiteX122" fmla="*/ 7018496 w 12192001"/>
              <a:gd name="connsiteY122" fmla="*/ 2183090 h 2344739"/>
              <a:gd name="connsiteX123" fmla="*/ 6904146 w 12192001"/>
              <a:gd name="connsiteY123" fmla="*/ 2212596 h 2344739"/>
              <a:gd name="connsiteX124" fmla="*/ 6708222 w 12192001"/>
              <a:gd name="connsiteY124" fmla="*/ 2240551 h 2344739"/>
              <a:gd name="connsiteX125" fmla="*/ 6549454 w 12192001"/>
              <a:gd name="connsiteY125" fmla="*/ 2269327 h 2344739"/>
              <a:gd name="connsiteX126" fmla="*/ 6317560 w 12192001"/>
              <a:gd name="connsiteY126" fmla="*/ 2316127 h 2344739"/>
              <a:gd name="connsiteX127" fmla="*/ 6168674 w 12192001"/>
              <a:gd name="connsiteY127" fmla="*/ 2318214 h 2344739"/>
              <a:gd name="connsiteX128" fmla="*/ 6073848 w 12192001"/>
              <a:gd name="connsiteY128" fmla="*/ 2338676 h 2344739"/>
              <a:gd name="connsiteX129" fmla="*/ 6068529 w 12192001"/>
              <a:gd name="connsiteY129" fmla="*/ 2337139 h 2344739"/>
              <a:gd name="connsiteX130" fmla="*/ 6048638 w 12192001"/>
              <a:gd name="connsiteY130" fmla="*/ 2337822 h 2344739"/>
              <a:gd name="connsiteX131" fmla="*/ 6041285 w 12192001"/>
              <a:gd name="connsiteY131" fmla="*/ 2329473 h 2344739"/>
              <a:gd name="connsiteX132" fmla="*/ 6010090 w 12192001"/>
              <a:gd name="connsiteY132" fmla="*/ 2324380 h 2344739"/>
              <a:gd name="connsiteX133" fmla="*/ 5957375 w 12192001"/>
              <a:gd name="connsiteY133" fmla="*/ 2328024 h 2344739"/>
              <a:gd name="connsiteX134" fmla="*/ 5758919 w 12192001"/>
              <a:gd name="connsiteY134" fmla="*/ 2343716 h 2344739"/>
              <a:gd name="connsiteX135" fmla="*/ 5626960 w 12192001"/>
              <a:gd name="connsiteY135" fmla="*/ 2344739 h 2344739"/>
              <a:gd name="connsiteX136" fmla="*/ 5470906 w 12192001"/>
              <a:gd name="connsiteY136" fmla="*/ 2330719 h 2344739"/>
              <a:gd name="connsiteX137" fmla="*/ 5432761 w 12192001"/>
              <a:gd name="connsiteY137" fmla="*/ 2319466 h 2344739"/>
              <a:gd name="connsiteX138" fmla="*/ 5381669 w 12192001"/>
              <a:gd name="connsiteY138" fmla="*/ 2301764 h 2344739"/>
              <a:gd name="connsiteX139" fmla="*/ 5261764 w 12192001"/>
              <a:gd name="connsiteY139" fmla="*/ 2281347 h 2344739"/>
              <a:gd name="connsiteX140" fmla="*/ 5222961 w 12192001"/>
              <a:gd name="connsiteY140" fmla="*/ 2270223 h 2344739"/>
              <a:gd name="connsiteX141" fmla="*/ 5174660 w 12192001"/>
              <a:gd name="connsiteY141" fmla="*/ 2267233 h 2344739"/>
              <a:gd name="connsiteX142" fmla="*/ 5156554 w 12192001"/>
              <a:gd name="connsiteY142" fmla="*/ 2260010 h 2344739"/>
              <a:gd name="connsiteX143" fmla="*/ 5142599 w 12192001"/>
              <a:gd name="connsiteY143" fmla="*/ 2256610 h 2344739"/>
              <a:gd name="connsiteX144" fmla="*/ 5139596 w 12192001"/>
              <a:gd name="connsiteY144" fmla="*/ 2254509 h 2344739"/>
              <a:gd name="connsiteX145" fmla="*/ 5121659 w 12192001"/>
              <a:gd name="connsiteY145" fmla="*/ 2243656 h 2344739"/>
              <a:gd name="connsiteX146" fmla="*/ 5065790 w 12192001"/>
              <a:gd name="connsiteY146" fmla="*/ 2250227 h 2344739"/>
              <a:gd name="connsiteX147" fmla="*/ 5011514 w 12192001"/>
              <a:gd name="connsiteY147" fmla="*/ 2233846 h 2344739"/>
              <a:gd name="connsiteX148" fmla="*/ 4840441 w 12192001"/>
              <a:gd name="connsiteY148" fmla="*/ 2209829 h 2344739"/>
              <a:gd name="connsiteX149" fmla="*/ 4762447 w 12192001"/>
              <a:gd name="connsiteY149" fmla="*/ 2182061 h 2344739"/>
              <a:gd name="connsiteX150" fmla="*/ 4723186 w 12192001"/>
              <a:gd name="connsiteY150" fmla="*/ 2173047 h 2344739"/>
              <a:gd name="connsiteX151" fmla="*/ 4721176 w 12192001"/>
              <a:gd name="connsiteY151" fmla="*/ 2172298 h 2344739"/>
              <a:gd name="connsiteX152" fmla="*/ 4722111 w 12192001"/>
              <a:gd name="connsiteY152" fmla="*/ 2172087 h 2344739"/>
              <a:gd name="connsiteX153" fmla="*/ 4717202 w 12192001"/>
              <a:gd name="connsiteY153" fmla="*/ 2170817 h 2344739"/>
              <a:gd name="connsiteX154" fmla="*/ 4721176 w 12192001"/>
              <a:gd name="connsiteY154" fmla="*/ 2172298 h 2344739"/>
              <a:gd name="connsiteX155" fmla="*/ 4715526 w 12192001"/>
              <a:gd name="connsiteY155" fmla="*/ 2173573 h 2344739"/>
              <a:gd name="connsiteX156" fmla="*/ 4515814 w 12192001"/>
              <a:gd name="connsiteY156" fmla="*/ 2163671 h 2344739"/>
              <a:gd name="connsiteX157" fmla="*/ 4428543 w 12192001"/>
              <a:gd name="connsiteY157" fmla="*/ 2153020 h 2344739"/>
              <a:gd name="connsiteX158" fmla="*/ 4362875 w 12192001"/>
              <a:gd name="connsiteY158" fmla="*/ 2151674 h 2344739"/>
              <a:gd name="connsiteX159" fmla="*/ 4316966 w 12192001"/>
              <a:gd name="connsiteY159" fmla="*/ 2158289 h 2344739"/>
              <a:gd name="connsiteX160" fmla="*/ 4315110 w 12192001"/>
              <a:gd name="connsiteY160" fmla="*/ 2156948 h 2344739"/>
              <a:gd name="connsiteX161" fmla="*/ 4295144 w 12192001"/>
              <a:gd name="connsiteY161" fmla="*/ 2155069 h 2344739"/>
              <a:gd name="connsiteX162" fmla="*/ 4290064 w 12192001"/>
              <a:gd name="connsiteY162" fmla="*/ 2157986 h 2344739"/>
              <a:gd name="connsiteX163" fmla="*/ 4276142 w 12192001"/>
              <a:gd name="connsiteY163" fmla="*/ 2157740 h 2344739"/>
              <a:gd name="connsiteX164" fmla="*/ 4248117 w 12192001"/>
              <a:gd name="connsiteY164" fmla="*/ 2160064 h 2344739"/>
              <a:gd name="connsiteX165" fmla="*/ 4202051 w 12192001"/>
              <a:gd name="connsiteY165" fmla="*/ 2157269 h 2344739"/>
              <a:gd name="connsiteX166" fmla="*/ 4201745 w 12192001"/>
              <a:gd name="connsiteY166" fmla="*/ 2156010 h 2344739"/>
              <a:gd name="connsiteX167" fmla="*/ 4191248 w 12192001"/>
              <a:gd name="connsiteY167" fmla="*/ 2150376 h 2344739"/>
              <a:gd name="connsiteX168" fmla="*/ 4142745 w 12192001"/>
              <a:gd name="connsiteY168" fmla="*/ 2134511 h 2344739"/>
              <a:gd name="connsiteX169" fmla="*/ 4083097 w 12192001"/>
              <a:gd name="connsiteY169" fmla="*/ 2107978 h 2344739"/>
              <a:gd name="connsiteX170" fmla="*/ 4074546 w 12192001"/>
              <a:gd name="connsiteY170" fmla="*/ 2107143 h 2344739"/>
              <a:gd name="connsiteX171" fmla="*/ 4074427 w 12192001"/>
              <a:gd name="connsiteY171" fmla="*/ 2106844 h 2344739"/>
              <a:gd name="connsiteX172" fmla="*/ 4065510 w 12192001"/>
              <a:gd name="connsiteY172" fmla="*/ 2105400 h 2344739"/>
              <a:gd name="connsiteX173" fmla="*/ 4058954 w 12192001"/>
              <a:gd name="connsiteY173" fmla="*/ 2105618 h 2344739"/>
              <a:gd name="connsiteX174" fmla="*/ 4042364 w 12192001"/>
              <a:gd name="connsiteY174" fmla="*/ 2103997 h 2344739"/>
              <a:gd name="connsiteX175" fmla="*/ 4036997 w 12192001"/>
              <a:gd name="connsiteY175" fmla="*/ 2101563 h 2344739"/>
              <a:gd name="connsiteX176" fmla="*/ 4035363 w 12192001"/>
              <a:gd name="connsiteY176" fmla="*/ 2097896 h 2344739"/>
              <a:gd name="connsiteX177" fmla="*/ 4033778 w 12192001"/>
              <a:gd name="connsiteY177" fmla="*/ 2098131 h 2344739"/>
              <a:gd name="connsiteX178" fmla="*/ 4004538 w 12192001"/>
              <a:gd name="connsiteY178" fmla="*/ 2085563 h 2344739"/>
              <a:gd name="connsiteX179" fmla="*/ 3936846 w 12192001"/>
              <a:gd name="connsiteY179" fmla="*/ 2068106 h 2344739"/>
              <a:gd name="connsiteX180" fmla="*/ 3897275 w 12192001"/>
              <a:gd name="connsiteY180" fmla="*/ 2062451 h 2344739"/>
              <a:gd name="connsiteX181" fmla="*/ 3789760 w 12192001"/>
              <a:gd name="connsiteY181" fmla="*/ 2042213 h 2344739"/>
              <a:gd name="connsiteX182" fmla="*/ 3682513 w 12192001"/>
              <a:gd name="connsiteY182" fmla="*/ 2018290 h 2344739"/>
              <a:gd name="connsiteX183" fmla="*/ 3610035 w 12192001"/>
              <a:gd name="connsiteY183" fmla="*/ 1986019 h 2344739"/>
              <a:gd name="connsiteX184" fmla="*/ 3603855 w 12192001"/>
              <a:gd name="connsiteY184" fmla="*/ 1987381 h 2344739"/>
              <a:gd name="connsiteX185" fmla="*/ 3594736 w 12192001"/>
              <a:gd name="connsiteY185" fmla="*/ 1987545 h 2344739"/>
              <a:gd name="connsiteX186" fmla="*/ 3594501 w 12192001"/>
              <a:gd name="connsiteY186" fmla="*/ 1987276 h 2344739"/>
              <a:gd name="connsiteX187" fmla="*/ 3585978 w 12192001"/>
              <a:gd name="connsiteY187" fmla="*/ 1987966 h 2344739"/>
              <a:gd name="connsiteX188" fmla="*/ 3536135 w 12192001"/>
              <a:gd name="connsiteY188" fmla="*/ 1978267 h 2344739"/>
              <a:gd name="connsiteX189" fmla="*/ 3473223 w 12192001"/>
              <a:gd name="connsiteY189" fmla="*/ 1974606 h 2344739"/>
              <a:gd name="connsiteX190" fmla="*/ 3400728 w 12192001"/>
              <a:gd name="connsiteY190" fmla="*/ 1962558 h 2344739"/>
              <a:gd name="connsiteX191" fmla="*/ 3363888 w 12192001"/>
              <a:gd name="connsiteY191" fmla="*/ 1979510 h 2344739"/>
              <a:gd name="connsiteX192" fmla="*/ 3344026 w 12192001"/>
              <a:gd name="connsiteY192" fmla="*/ 1981192 h 2344739"/>
              <a:gd name="connsiteX193" fmla="*/ 3341698 w 12192001"/>
              <a:gd name="connsiteY193" fmla="*/ 1980217 h 2344739"/>
              <a:gd name="connsiteX194" fmla="*/ 3262356 w 12192001"/>
              <a:gd name="connsiteY194" fmla="*/ 1986094 h 2344739"/>
              <a:gd name="connsiteX195" fmla="*/ 3142556 w 12192001"/>
              <a:gd name="connsiteY195" fmla="*/ 1993869 h 2344739"/>
              <a:gd name="connsiteX196" fmla="*/ 3030291 w 12192001"/>
              <a:gd name="connsiteY196" fmla="*/ 1996512 h 2344739"/>
              <a:gd name="connsiteX197" fmla="*/ 2781569 w 12192001"/>
              <a:gd name="connsiteY197" fmla="*/ 2018333 h 2344739"/>
              <a:gd name="connsiteX198" fmla="*/ 2646527 w 12192001"/>
              <a:gd name="connsiteY198" fmla="*/ 2028869 h 2344739"/>
              <a:gd name="connsiteX199" fmla="*/ 2568028 w 12192001"/>
              <a:gd name="connsiteY199" fmla="*/ 2002628 h 2344739"/>
              <a:gd name="connsiteX200" fmla="*/ 2443255 w 12192001"/>
              <a:gd name="connsiteY200" fmla="*/ 2016529 h 2344739"/>
              <a:gd name="connsiteX201" fmla="*/ 2315112 w 12192001"/>
              <a:gd name="connsiteY201" fmla="*/ 2024996 h 2344739"/>
              <a:gd name="connsiteX202" fmla="*/ 2208578 w 12192001"/>
              <a:gd name="connsiteY202" fmla="*/ 2019763 h 2344739"/>
              <a:gd name="connsiteX203" fmla="*/ 2094665 w 12192001"/>
              <a:gd name="connsiteY203" fmla="*/ 2003052 h 2344739"/>
              <a:gd name="connsiteX204" fmla="*/ 1997356 w 12192001"/>
              <a:gd name="connsiteY204" fmla="*/ 1995032 h 2344739"/>
              <a:gd name="connsiteX205" fmla="*/ 1928172 w 12192001"/>
              <a:gd name="connsiteY205" fmla="*/ 2016977 h 2344739"/>
              <a:gd name="connsiteX206" fmla="*/ 1921650 w 12192001"/>
              <a:gd name="connsiteY206" fmla="*/ 2012146 h 2344739"/>
              <a:gd name="connsiteX207" fmla="*/ 1873080 w 12192001"/>
              <a:gd name="connsiteY207" fmla="*/ 2013741 h 2344739"/>
              <a:gd name="connsiteX208" fmla="*/ 1786655 w 12192001"/>
              <a:gd name="connsiteY208" fmla="*/ 2041363 h 2344739"/>
              <a:gd name="connsiteX209" fmla="*/ 1738204 w 12192001"/>
              <a:gd name="connsiteY209" fmla="*/ 2036312 h 2344739"/>
              <a:gd name="connsiteX210" fmla="*/ 1675071 w 12192001"/>
              <a:gd name="connsiteY210" fmla="*/ 2019963 h 2344739"/>
              <a:gd name="connsiteX211" fmla="*/ 1608669 w 12192001"/>
              <a:gd name="connsiteY211" fmla="*/ 2013066 h 2344739"/>
              <a:gd name="connsiteX212" fmla="*/ 1496110 w 12192001"/>
              <a:gd name="connsiteY212" fmla="*/ 1987476 h 2344739"/>
              <a:gd name="connsiteX213" fmla="*/ 1149979 w 12192001"/>
              <a:gd name="connsiteY213" fmla="*/ 1938041 h 2344739"/>
              <a:gd name="connsiteX214" fmla="*/ 858269 w 12192001"/>
              <a:gd name="connsiteY214" fmla="*/ 1928608 h 2344739"/>
              <a:gd name="connsiteX215" fmla="*/ 837540 w 12192001"/>
              <a:gd name="connsiteY215" fmla="*/ 1929821 h 2344739"/>
              <a:gd name="connsiteX216" fmla="*/ 816809 w 12192001"/>
              <a:gd name="connsiteY216" fmla="*/ 1927857 h 2344739"/>
              <a:gd name="connsiteX217" fmla="*/ 811506 w 12192001"/>
              <a:gd name="connsiteY217" fmla="*/ 1930751 h 2344739"/>
              <a:gd name="connsiteX218" fmla="*/ 797041 w 12192001"/>
              <a:gd name="connsiteY218" fmla="*/ 1930446 h 2344739"/>
              <a:gd name="connsiteX219" fmla="*/ 767901 w 12192001"/>
              <a:gd name="connsiteY219" fmla="*/ 1932653 h 2344739"/>
              <a:gd name="connsiteX220" fmla="*/ 763053 w 12192001"/>
              <a:gd name="connsiteY220" fmla="*/ 1930432 h 2344739"/>
              <a:gd name="connsiteX221" fmla="*/ 720047 w 12192001"/>
              <a:gd name="connsiteY221" fmla="*/ 1929661 h 2344739"/>
              <a:gd name="connsiteX222" fmla="*/ 719742 w 12192001"/>
              <a:gd name="connsiteY222" fmla="*/ 1928399 h 2344739"/>
              <a:gd name="connsiteX223" fmla="*/ 708875 w 12192001"/>
              <a:gd name="connsiteY223" fmla="*/ 1922722 h 2344739"/>
              <a:gd name="connsiteX224" fmla="*/ 596792 w 12192001"/>
              <a:gd name="connsiteY224" fmla="*/ 1879864 h 2344739"/>
              <a:gd name="connsiteX225" fmla="*/ 578535 w 12192001"/>
              <a:gd name="connsiteY225" fmla="*/ 1877212 h 2344739"/>
              <a:gd name="connsiteX226" fmla="*/ 571717 w 12192001"/>
              <a:gd name="connsiteY226" fmla="*/ 1877401 h 2344739"/>
              <a:gd name="connsiteX227" fmla="*/ 445099 w 12192001"/>
              <a:gd name="connsiteY227" fmla="*/ 1839371 h 2344739"/>
              <a:gd name="connsiteX228" fmla="*/ 404015 w 12192001"/>
              <a:gd name="connsiteY228" fmla="*/ 1833548 h 2344739"/>
              <a:gd name="connsiteX229" fmla="*/ 292435 w 12192001"/>
              <a:gd name="connsiteY229" fmla="*/ 1812852 h 2344739"/>
              <a:gd name="connsiteX230" fmla="*/ 118381 w 12192001"/>
              <a:gd name="connsiteY230" fmla="*/ 1761047 h 2344739"/>
              <a:gd name="connsiteX231" fmla="*/ 15526 w 12192001"/>
              <a:gd name="connsiteY231" fmla="*/ 1758191 h 2344739"/>
              <a:gd name="connsiteX232" fmla="*/ 2 w 12192001"/>
              <a:gd name="connsiteY232" fmla="*/ 1752722 h 2344739"/>
              <a:gd name="connsiteX233" fmla="*/ 1 w 12192001"/>
              <a:gd name="connsiteY233" fmla="*/ 762497 h 2344739"/>
              <a:gd name="connsiteX234" fmla="*/ 0 w 12192001"/>
              <a:gd name="connsiteY234" fmla="*/ 762497 h 2344739"/>
              <a:gd name="connsiteX235" fmla="*/ 0 w 12192001"/>
              <a:gd name="connsiteY235" fmla="*/ 222213 h 2344739"/>
              <a:gd name="connsiteX236" fmla="*/ 0 w 12192001"/>
              <a:gd name="connsiteY236"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12228 w 12192001"/>
              <a:gd name="connsiteY22" fmla="*/ 797659 h 2344739"/>
              <a:gd name="connsiteX23" fmla="*/ 11748619 w 12192001"/>
              <a:gd name="connsiteY23" fmla="*/ 872002 h 2344739"/>
              <a:gd name="connsiteX24" fmla="*/ 11595155 w 12192001"/>
              <a:gd name="connsiteY24" fmla="*/ 918898 h 2344739"/>
              <a:gd name="connsiteX25" fmla="*/ 11306392 w 12192001"/>
              <a:gd name="connsiteY25" fmla="*/ 1272239 h 2344739"/>
              <a:gd name="connsiteX26" fmla="*/ 11309326 w 12192001"/>
              <a:gd name="connsiteY26" fmla="*/ 1274846 h 2344739"/>
              <a:gd name="connsiteX27" fmla="*/ 11294224 w 12192001"/>
              <a:gd name="connsiteY27" fmla="*/ 1283683 h 2344739"/>
              <a:gd name="connsiteX28" fmla="*/ 11245526 w 12192001"/>
              <a:gd name="connsiteY28" fmla="*/ 1274060 h 2344739"/>
              <a:gd name="connsiteX29" fmla="*/ 11227161 w 12192001"/>
              <a:gd name="connsiteY29" fmla="*/ 1276236 h 2344739"/>
              <a:gd name="connsiteX30" fmla="*/ 11216939 w 12192001"/>
              <a:gd name="connsiteY30" fmla="*/ 1275961 h 2344739"/>
              <a:gd name="connsiteX31" fmla="*/ 11216036 w 12192001"/>
              <a:gd name="connsiteY31" fmla="*/ 1275018 h 2344739"/>
              <a:gd name="connsiteX32" fmla="*/ 11187737 w 12192001"/>
              <a:gd name="connsiteY32" fmla="*/ 1292383 h 2344739"/>
              <a:gd name="connsiteX33" fmla="*/ 11183353 w 12192001"/>
              <a:gd name="connsiteY33" fmla="*/ 1292525 h 2344739"/>
              <a:gd name="connsiteX34" fmla="*/ 11165706 w 12192001"/>
              <a:gd name="connsiteY34" fmla="*/ 1306612 h 2344739"/>
              <a:gd name="connsiteX35" fmla="*/ 11156163 w 12192001"/>
              <a:gd name="connsiteY35" fmla="*/ 1312414 h 2344739"/>
              <a:gd name="connsiteX36" fmla="*/ 11154348 w 12192001"/>
              <a:gd name="connsiteY36" fmla="*/ 1317097 h 2344739"/>
              <a:gd name="connsiteX37" fmla="*/ 11139813 w 12192001"/>
              <a:gd name="connsiteY37" fmla="*/ 1324115 h 2344739"/>
              <a:gd name="connsiteX38" fmla="*/ 11137813 w 12192001"/>
              <a:gd name="connsiteY38" fmla="*/ 1323772 h 2344739"/>
              <a:gd name="connsiteX39" fmla="*/ 11127060 w 12192001"/>
              <a:gd name="connsiteY39" fmla="*/ 1333832 h 2344739"/>
              <a:gd name="connsiteX40" fmla="*/ 11119543 w 12192001"/>
              <a:gd name="connsiteY40" fmla="*/ 1347424 h 2344739"/>
              <a:gd name="connsiteX41" fmla="*/ 10893535 w 12192001"/>
              <a:gd name="connsiteY41" fmla="*/ 1473399 h 2344739"/>
              <a:gd name="connsiteX42" fmla="*/ 10772152 w 12192001"/>
              <a:gd name="connsiteY42" fmla="*/ 1523191 h 2344739"/>
              <a:gd name="connsiteX43" fmla="*/ 10626520 w 12192001"/>
              <a:gd name="connsiteY43" fmla="*/ 1559229 h 2344739"/>
              <a:gd name="connsiteX44" fmla="*/ 10580747 w 12192001"/>
              <a:gd name="connsiteY44" fmla="*/ 1568689 h 2344739"/>
              <a:gd name="connsiteX45" fmla="*/ 10546642 w 12192001"/>
              <a:gd name="connsiteY45" fmla="*/ 1598423 h 2344739"/>
              <a:gd name="connsiteX46" fmla="*/ 10528495 w 12192001"/>
              <a:gd name="connsiteY46" fmla="*/ 1596907 h 2344739"/>
              <a:gd name="connsiteX47" fmla="*/ 10525298 w 12192001"/>
              <a:gd name="connsiteY47" fmla="*/ 1596411 h 2344739"/>
              <a:gd name="connsiteX48" fmla="*/ 10513981 w 12192001"/>
              <a:gd name="connsiteY48" fmla="*/ 1599537 h 2344739"/>
              <a:gd name="connsiteX49" fmla="*/ 10490587 w 12192001"/>
              <a:gd name="connsiteY49" fmla="*/ 1594156 h 2344739"/>
              <a:gd name="connsiteX50" fmla="*/ 10470270 w 12192001"/>
              <a:gd name="connsiteY50" fmla="*/ 1601693 h 2344739"/>
              <a:gd name="connsiteX51" fmla="*/ 10375894 w 12192001"/>
              <a:gd name="connsiteY51" fmla="*/ 1644598 h 2344739"/>
              <a:gd name="connsiteX52" fmla="*/ 10318190 w 12192001"/>
              <a:gd name="connsiteY52" fmla="*/ 1666221 h 2344739"/>
              <a:gd name="connsiteX53" fmla="*/ 10294319 w 12192001"/>
              <a:gd name="connsiteY53" fmla="*/ 1668079 h 2344739"/>
              <a:gd name="connsiteX54" fmla="*/ 10262295 w 12192001"/>
              <a:gd name="connsiteY54" fmla="*/ 1674948 h 2344739"/>
              <a:gd name="connsiteX55" fmla="*/ 10204270 w 12192001"/>
              <a:gd name="connsiteY55" fmla="*/ 1682149 h 2344739"/>
              <a:gd name="connsiteX56" fmla="*/ 10176611 w 12192001"/>
              <a:gd name="connsiteY56" fmla="*/ 1692943 h 2344739"/>
              <a:gd name="connsiteX57" fmla="*/ 10163922 w 12192001"/>
              <a:gd name="connsiteY57" fmla="*/ 1693739 h 2344739"/>
              <a:gd name="connsiteX58" fmla="*/ 10155160 w 12192001"/>
              <a:gd name="connsiteY58" fmla="*/ 1707487 h 2344739"/>
              <a:gd name="connsiteX59" fmla="*/ 10117119 w 12192001"/>
              <a:gd name="connsiteY59" fmla="*/ 1731142 h 2344739"/>
              <a:gd name="connsiteX60" fmla="*/ 10100445 w 12192001"/>
              <a:gd name="connsiteY60" fmla="*/ 1742432 h 2344739"/>
              <a:gd name="connsiteX61" fmla="*/ 10082169 w 12192001"/>
              <a:gd name="connsiteY61" fmla="*/ 1743296 h 2344739"/>
              <a:gd name="connsiteX62" fmla="*/ 10039240 w 12192001"/>
              <a:gd name="connsiteY62" fmla="*/ 1741632 h 2344739"/>
              <a:gd name="connsiteX63" fmla="*/ 9960019 w 12192001"/>
              <a:gd name="connsiteY63" fmla="*/ 1757147 h 2344739"/>
              <a:gd name="connsiteX64" fmla="*/ 9847792 w 12192001"/>
              <a:gd name="connsiteY64" fmla="*/ 1763915 h 2344739"/>
              <a:gd name="connsiteX65" fmla="*/ 9728309 w 12192001"/>
              <a:gd name="connsiteY65" fmla="*/ 1784122 h 2344739"/>
              <a:gd name="connsiteX66" fmla="*/ 9584507 w 12192001"/>
              <a:gd name="connsiteY66" fmla="*/ 1795542 h 2344739"/>
              <a:gd name="connsiteX67" fmla="*/ 9343052 w 12192001"/>
              <a:gd name="connsiteY67" fmla="*/ 1841244 h 2344739"/>
              <a:gd name="connsiteX68" fmla="*/ 9231370 w 12192001"/>
              <a:gd name="connsiteY68" fmla="*/ 1893149 h 2344739"/>
              <a:gd name="connsiteX69" fmla="*/ 9194810 w 12192001"/>
              <a:gd name="connsiteY69" fmla="*/ 1903228 h 2344739"/>
              <a:gd name="connsiteX70" fmla="*/ 9189246 w 12192001"/>
              <a:gd name="connsiteY70" fmla="*/ 1912467 h 2344739"/>
              <a:gd name="connsiteX71" fmla="*/ 9151232 w 12192001"/>
              <a:gd name="connsiteY71" fmla="*/ 1923669 h 2344739"/>
              <a:gd name="connsiteX72" fmla="*/ 9150210 w 12192001"/>
              <a:gd name="connsiteY72" fmla="*/ 1922604 h 2344739"/>
              <a:gd name="connsiteX73" fmla="*/ 9137318 w 12192001"/>
              <a:gd name="connsiteY73" fmla="*/ 1920435 h 2344739"/>
              <a:gd name="connsiteX74" fmla="*/ 9113812 w 12192001"/>
              <a:gd name="connsiteY74" fmla="*/ 1919069 h 2344739"/>
              <a:gd name="connsiteX75" fmla="*/ 9053453 w 12192001"/>
              <a:gd name="connsiteY75" fmla="*/ 1910755 h 2344739"/>
              <a:gd name="connsiteX76" fmla="*/ 9005486 w 12192001"/>
              <a:gd name="connsiteY76" fmla="*/ 1914040 h 2344739"/>
              <a:gd name="connsiteX77" fmla="*/ 9005201 w 12192001"/>
              <a:gd name="connsiteY77" fmla="*/ 1913800 h 2344739"/>
              <a:gd name="connsiteX78" fmla="*/ 8996232 w 12192001"/>
              <a:gd name="connsiteY78" fmla="*/ 1915011 h 2344739"/>
              <a:gd name="connsiteX79" fmla="*/ 8990394 w 12192001"/>
              <a:gd name="connsiteY79" fmla="*/ 1917072 h 2344739"/>
              <a:gd name="connsiteX80" fmla="*/ 8974337 w 12192001"/>
              <a:gd name="connsiteY80" fmla="*/ 1920298 h 2344739"/>
              <a:gd name="connsiteX81" fmla="*/ 8968011 w 12192001"/>
              <a:gd name="connsiteY81" fmla="*/ 1919598 h 2344739"/>
              <a:gd name="connsiteX82" fmla="*/ 8963048 w 12192001"/>
              <a:gd name="connsiteY82" fmla="*/ 1917373 h 2344739"/>
              <a:gd name="connsiteX83" fmla="*/ 8928988 w 12192001"/>
              <a:gd name="connsiteY83" fmla="*/ 1914185 h 2344739"/>
              <a:gd name="connsiteX84" fmla="*/ 8752444 w 12192001"/>
              <a:gd name="connsiteY84" fmla="*/ 1933417 h 2344739"/>
              <a:gd name="connsiteX85" fmla="*/ 8707847 w 12192001"/>
              <a:gd name="connsiteY85" fmla="*/ 1935518 h 2344739"/>
              <a:gd name="connsiteX86" fmla="*/ 8596071 w 12192001"/>
              <a:gd name="connsiteY86" fmla="*/ 1944090 h 2344739"/>
              <a:gd name="connsiteX87" fmla="*/ 8525230 w 12192001"/>
              <a:gd name="connsiteY87" fmla="*/ 1929248 h 2344739"/>
              <a:gd name="connsiteX88" fmla="*/ 8510983 w 12192001"/>
              <a:gd name="connsiteY88" fmla="*/ 1935163 h 2344739"/>
              <a:gd name="connsiteX89" fmla="*/ 8506167 w 12192001"/>
              <a:gd name="connsiteY89" fmla="*/ 1938164 h 2344739"/>
              <a:gd name="connsiteX90" fmla="*/ 8497968 w 12192001"/>
              <a:gd name="connsiteY90" fmla="*/ 1940902 h 2344739"/>
              <a:gd name="connsiteX91" fmla="*/ 8497594 w 12192001"/>
              <a:gd name="connsiteY91" fmla="*/ 1940723 h 2344739"/>
              <a:gd name="connsiteX92" fmla="*/ 8490249 w 12192001"/>
              <a:gd name="connsiteY92" fmla="*/ 1943773 h 2344739"/>
              <a:gd name="connsiteX93" fmla="*/ 8367182 w 12192001"/>
              <a:gd name="connsiteY93" fmla="*/ 1957815 h 2344739"/>
              <a:gd name="connsiteX94" fmla="*/ 8353799 w 12192001"/>
              <a:gd name="connsiteY94" fmla="*/ 1958009 h 2344739"/>
              <a:gd name="connsiteX95" fmla="*/ 8352373 w 12192001"/>
              <a:gd name="connsiteY95" fmla="*/ 1957169 h 2344739"/>
              <a:gd name="connsiteX96" fmla="*/ 8320104 w 12192001"/>
              <a:gd name="connsiteY96" fmla="*/ 1974587 h 2344739"/>
              <a:gd name="connsiteX97" fmla="*/ 8314433 w 12192001"/>
              <a:gd name="connsiteY97" fmla="*/ 1974913 h 2344739"/>
              <a:gd name="connsiteX98" fmla="*/ 8295174 w 12192001"/>
              <a:gd name="connsiteY98" fmla="*/ 1988808 h 2344739"/>
              <a:gd name="connsiteX99" fmla="*/ 8284276 w 12192001"/>
              <a:gd name="connsiteY99" fmla="*/ 1994631 h 2344739"/>
              <a:gd name="connsiteX100" fmla="*/ 8283150 w 12192001"/>
              <a:gd name="connsiteY100" fmla="*/ 1999074 h 2344739"/>
              <a:gd name="connsiteX101" fmla="*/ 8266076 w 12192001"/>
              <a:gd name="connsiteY101" fmla="*/ 2006249 h 2344739"/>
              <a:gd name="connsiteX102" fmla="*/ 8263377 w 12192001"/>
              <a:gd name="connsiteY102" fmla="*/ 2006019 h 2344739"/>
              <a:gd name="connsiteX103" fmla="*/ 8252033 w 12192001"/>
              <a:gd name="connsiteY103" fmla="*/ 2015862 h 2344739"/>
              <a:gd name="connsiteX104" fmla="*/ 8245834 w 12192001"/>
              <a:gd name="connsiteY104" fmla="*/ 2028854 h 2344739"/>
              <a:gd name="connsiteX105" fmla="*/ 8090272 w 12192001"/>
              <a:gd name="connsiteY105" fmla="*/ 2075015 h 2344739"/>
              <a:gd name="connsiteX106" fmla="*/ 7905407 w 12192001"/>
              <a:gd name="connsiteY106" fmla="*/ 2116988 h 2344739"/>
              <a:gd name="connsiteX107" fmla="*/ 7718745 w 12192001"/>
              <a:gd name="connsiteY107" fmla="*/ 2142703 h 2344739"/>
              <a:gd name="connsiteX108" fmla="*/ 7614347 w 12192001"/>
              <a:gd name="connsiteY108" fmla="*/ 2139232 h 2344739"/>
              <a:gd name="connsiteX109" fmla="*/ 7527543 w 12192001"/>
              <a:gd name="connsiteY109" fmla="*/ 2145060 h 2344739"/>
              <a:gd name="connsiteX110" fmla="*/ 7519571 w 12192001"/>
              <a:gd name="connsiteY110" fmla="*/ 2147613 h 2344739"/>
              <a:gd name="connsiteX111" fmla="*/ 7507411 w 12192001"/>
              <a:gd name="connsiteY111" fmla="*/ 2148948 h 2344739"/>
              <a:gd name="connsiteX112" fmla="*/ 7507040 w 12192001"/>
              <a:gd name="connsiteY112" fmla="*/ 2148621 h 2344739"/>
              <a:gd name="connsiteX113" fmla="*/ 7495795 w 12192001"/>
              <a:gd name="connsiteY113" fmla="*/ 2150573 h 2344739"/>
              <a:gd name="connsiteX114" fmla="*/ 7405391 w 12192001"/>
              <a:gd name="connsiteY114" fmla="*/ 2142468 h 2344739"/>
              <a:gd name="connsiteX115" fmla="*/ 7312180 w 12192001"/>
              <a:gd name="connsiteY115" fmla="*/ 2132873 h 2344739"/>
              <a:gd name="connsiteX116" fmla="*/ 7310853 w 12192001"/>
              <a:gd name="connsiteY116" fmla="*/ 2131431 h 2344739"/>
              <a:gd name="connsiteX117" fmla="*/ 7218559 w 12192001"/>
              <a:gd name="connsiteY117" fmla="*/ 2156680 h 2344739"/>
              <a:gd name="connsiteX118" fmla="*/ 7201101 w 12192001"/>
              <a:gd name="connsiteY118" fmla="*/ 2161230 h 2344739"/>
              <a:gd name="connsiteX119" fmla="*/ 7197004 w 12192001"/>
              <a:gd name="connsiteY119" fmla="*/ 2166588 h 2344739"/>
              <a:gd name="connsiteX120" fmla="*/ 7170808 w 12192001"/>
              <a:gd name="connsiteY120" fmla="*/ 2171236 h 2344739"/>
              <a:gd name="connsiteX121" fmla="*/ 7096988 w 12192001"/>
              <a:gd name="connsiteY121" fmla="*/ 2183464 h 2344739"/>
              <a:gd name="connsiteX122" fmla="*/ 7018496 w 12192001"/>
              <a:gd name="connsiteY122" fmla="*/ 2183090 h 2344739"/>
              <a:gd name="connsiteX123" fmla="*/ 6904146 w 12192001"/>
              <a:gd name="connsiteY123" fmla="*/ 2212596 h 2344739"/>
              <a:gd name="connsiteX124" fmla="*/ 6708222 w 12192001"/>
              <a:gd name="connsiteY124" fmla="*/ 2240551 h 2344739"/>
              <a:gd name="connsiteX125" fmla="*/ 6549454 w 12192001"/>
              <a:gd name="connsiteY125" fmla="*/ 2269327 h 2344739"/>
              <a:gd name="connsiteX126" fmla="*/ 6317560 w 12192001"/>
              <a:gd name="connsiteY126" fmla="*/ 2316127 h 2344739"/>
              <a:gd name="connsiteX127" fmla="*/ 6168674 w 12192001"/>
              <a:gd name="connsiteY127" fmla="*/ 2318214 h 2344739"/>
              <a:gd name="connsiteX128" fmla="*/ 6073848 w 12192001"/>
              <a:gd name="connsiteY128" fmla="*/ 2338676 h 2344739"/>
              <a:gd name="connsiteX129" fmla="*/ 6068529 w 12192001"/>
              <a:gd name="connsiteY129" fmla="*/ 2337139 h 2344739"/>
              <a:gd name="connsiteX130" fmla="*/ 6048638 w 12192001"/>
              <a:gd name="connsiteY130" fmla="*/ 2337822 h 2344739"/>
              <a:gd name="connsiteX131" fmla="*/ 6041285 w 12192001"/>
              <a:gd name="connsiteY131" fmla="*/ 2329473 h 2344739"/>
              <a:gd name="connsiteX132" fmla="*/ 6010090 w 12192001"/>
              <a:gd name="connsiteY132" fmla="*/ 2324380 h 2344739"/>
              <a:gd name="connsiteX133" fmla="*/ 5957375 w 12192001"/>
              <a:gd name="connsiteY133" fmla="*/ 2328024 h 2344739"/>
              <a:gd name="connsiteX134" fmla="*/ 5758919 w 12192001"/>
              <a:gd name="connsiteY134" fmla="*/ 2343716 h 2344739"/>
              <a:gd name="connsiteX135" fmla="*/ 5626960 w 12192001"/>
              <a:gd name="connsiteY135" fmla="*/ 2344739 h 2344739"/>
              <a:gd name="connsiteX136" fmla="*/ 5470906 w 12192001"/>
              <a:gd name="connsiteY136" fmla="*/ 2330719 h 2344739"/>
              <a:gd name="connsiteX137" fmla="*/ 5432761 w 12192001"/>
              <a:gd name="connsiteY137" fmla="*/ 2319466 h 2344739"/>
              <a:gd name="connsiteX138" fmla="*/ 5381669 w 12192001"/>
              <a:gd name="connsiteY138" fmla="*/ 2301764 h 2344739"/>
              <a:gd name="connsiteX139" fmla="*/ 5261764 w 12192001"/>
              <a:gd name="connsiteY139" fmla="*/ 2281347 h 2344739"/>
              <a:gd name="connsiteX140" fmla="*/ 5222961 w 12192001"/>
              <a:gd name="connsiteY140" fmla="*/ 2270223 h 2344739"/>
              <a:gd name="connsiteX141" fmla="*/ 5174660 w 12192001"/>
              <a:gd name="connsiteY141" fmla="*/ 2267233 h 2344739"/>
              <a:gd name="connsiteX142" fmla="*/ 5156554 w 12192001"/>
              <a:gd name="connsiteY142" fmla="*/ 2260010 h 2344739"/>
              <a:gd name="connsiteX143" fmla="*/ 5142599 w 12192001"/>
              <a:gd name="connsiteY143" fmla="*/ 2256610 h 2344739"/>
              <a:gd name="connsiteX144" fmla="*/ 5139596 w 12192001"/>
              <a:gd name="connsiteY144" fmla="*/ 2254509 h 2344739"/>
              <a:gd name="connsiteX145" fmla="*/ 5121659 w 12192001"/>
              <a:gd name="connsiteY145" fmla="*/ 2243656 h 2344739"/>
              <a:gd name="connsiteX146" fmla="*/ 5065790 w 12192001"/>
              <a:gd name="connsiteY146" fmla="*/ 2250227 h 2344739"/>
              <a:gd name="connsiteX147" fmla="*/ 5011514 w 12192001"/>
              <a:gd name="connsiteY147" fmla="*/ 2233846 h 2344739"/>
              <a:gd name="connsiteX148" fmla="*/ 4840441 w 12192001"/>
              <a:gd name="connsiteY148" fmla="*/ 2209829 h 2344739"/>
              <a:gd name="connsiteX149" fmla="*/ 4762447 w 12192001"/>
              <a:gd name="connsiteY149" fmla="*/ 2182061 h 2344739"/>
              <a:gd name="connsiteX150" fmla="*/ 4723186 w 12192001"/>
              <a:gd name="connsiteY150" fmla="*/ 2173047 h 2344739"/>
              <a:gd name="connsiteX151" fmla="*/ 4721176 w 12192001"/>
              <a:gd name="connsiteY151" fmla="*/ 2172298 h 2344739"/>
              <a:gd name="connsiteX152" fmla="*/ 4722111 w 12192001"/>
              <a:gd name="connsiteY152" fmla="*/ 2172087 h 2344739"/>
              <a:gd name="connsiteX153" fmla="*/ 4717202 w 12192001"/>
              <a:gd name="connsiteY153" fmla="*/ 2170817 h 2344739"/>
              <a:gd name="connsiteX154" fmla="*/ 4721176 w 12192001"/>
              <a:gd name="connsiteY154" fmla="*/ 2172298 h 2344739"/>
              <a:gd name="connsiteX155" fmla="*/ 4715526 w 12192001"/>
              <a:gd name="connsiteY155" fmla="*/ 2173573 h 2344739"/>
              <a:gd name="connsiteX156" fmla="*/ 4515814 w 12192001"/>
              <a:gd name="connsiteY156" fmla="*/ 2163671 h 2344739"/>
              <a:gd name="connsiteX157" fmla="*/ 4428543 w 12192001"/>
              <a:gd name="connsiteY157" fmla="*/ 2153020 h 2344739"/>
              <a:gd name="connsiteX158" fmla="*/ 4362875 w 12192001"/>
              <a:gd name="connsiteY158" fmla="*/ 2151674 h 2344739"/>
              <a:gd name="connsiteX159" fmla="*/ 4316966 w 12192001"/>
              <a:gd name="connsiteY159" fmla="*/ 2158289 h 2344739"/>
              <a:gd name="connsiteX160" fmla="*/ 4315110 w 12192001"/>
              <a:gd name="connsiteY160" fmla="*/ 2156948 h 2344739"/>
              <a:gd name="connsiteX161" fmla="*/ 4295144 w 12192001"/>
              <a:gd name="connsiteY161" fmla="*/ 2155069 h 2344739"/>
              <a:gd name="connsiteX162" fmla="*/ 4290064 w 12192001"/>
              <a:gd name="connsiteY162" fmla="*/ 2157986 h 2344739"/>
              <a:gd name="connsiteX163" fmla="*/ 4276142 w 12192001"/>
              <a:gd name="connsiteY163" fmla="*/ 2157740 h 2344739"/>
              <a:gd name="connsiteX164" fmla="*/ 4248117 w 12192001"/>
              <a:gd name="connsiteY164" fmla="*/ 2160064 h 2344739"/>
              <a:gd name="connsiteX165" fmla="*/ 4202051 w 12192001"/>
              <a:gd name="connsiteY165" fmla="*/ 2157269 h 2344739"/>
              <a:gd name="connsiteX166" fmla="*/ 4201745 w 12192001"/>
              <a:gd name="connsiteY166" fmla="*/ 2156010 h 2344739"/>
              <a:gd name="connsiteX167" fmla="*/ 4191248 w 12192001"/>
              <a:gd name="connsiteY167" fmla="*/ 2150376 h 2344739"/>
              <a:gd name="connsiteX168" fmla="*/ 4142745 w 12192001"/>
              <a:gd name="connsiteY168" fmla="*/ 2134511 h 2344739"/>
              <a:gd name="connsiteX169" fmla="*/ 4083097 w 12192001"/>
              <a:gd name="connsiteY169" fmla="*/ 2107978 h 2344739"/>
              <a:gd name="connsiteX170" fmla="*/ 4074546 w 12192001"/>
              <a:gd name="connsiteY170" fmla="*/ 2107143 h 2344739"/>
              <a:gd name="connsiteX171" fmla="*/ 4074427 w 12192001"/>
              <a:gd name="connsiteY171" fmla="*/ 2106844 h 2344739"/>
              <a:gd name="connsiteX172" fmla="*/ 4065510 w 12192001"/>
              <a:gd name="connsiteY172" fmla="*/ 2105400 h 2344739"/>
              <a:gd name="connsiteX173" fmla="*/ 4058954 w 12192001"/>
              <a:gd name="connsiteY173" fmla="*/ 2105618 h 2344739"/>
              <a:gd name="connsiteX174" fmla="*/ 4042364 w 12192001"/>
              <a:gd name="connsiteY174" fmla="*/ 2103997 h 2344739"/>
              <a:gd name="connsiteX175" fmla="*/ 4036997 w 12192001"/>
              <a:gd name="connsiteY175" fmla="*/ 2101563 h 2344739"/>
              <a:gd name="connsiteX176" fmla="*/ 4035363 w 12192001"/>
              <a:gd name="connsiteY176" fmla="*/ 2097896 h 2344739"/>
              <a:gd name="connsiteX177" fmla="*/ 4033778 w 12192001"/>
              <a:gd name="connsiteY177" fmla="*/ 2098131 h 2344739"/>
              <a:gd name="connsiteX178" fmla="*/ 4004538 w 12192001"/>
              <a:gd name="connsiteY178" fmla="*/ 2085563 h 2344739"/>
              <a:gd name="connsiteX179" fmla="*/ 3936846 w 12192001"/>
              <a:gd name="connsiteY179" fmla="*/ 2068106 h 2344739"/>
              <a:gd name="connsiteX180" fmla="*/ 3897275 w 12192001"/>
              <a:gd name="connsiteY180" fmla="*/ 2062451 h 2344739"/>
              <a:gd name="connsiteX181" fmla="*/ 3789760 w 12192001"/>
              <a:gd name="connsiteY181" fmla="*/ 2042213 h 2344739"/>
              <a:gd name="connsiteX182" fmla="*/ 3682513 w 12192001"/>
              <a:gd name="connsiteY182" fmla="*/ 2018290 h 2344739"/>
              <a:gd name="connsiteX183" fmla="*/ 3610035 w 12192001"/>
              <a:gd name="connsiteY183" fmla="*/ 1986019 h 2344739"/>
              <a:gd name="connsiteX184" fmla="*/ 3603855 w 12192001"/>
              <a:gd name="connsiteY184" fmla="*/ 1987381 h 2344739"/>
              <a:gd name="connsiteX185" fmla="*/ 3594736 w 12192001"/>
              <a:gd name="connsiteY185" fmla="*/ 1987545 h 2344739"/>
              <a:gd name="connsiteX186" fmla="*/ 3594501 w 12192001"/>
              <a:gd name="connsiteY186" fmla="*/ 1987276 h 2344739"/>
              <a:gd name="connsiteX187" fmla="*/ 3585978 w 12192001"/>
              <a:gd name="connsiteY187" fmla="*/ 1987966 h 2344739"/>
              <a:gd name="connsiteX188" fmla="*/ 3536135 w 12192001"/>
              <a:gd name="connsiteY188" fmla="*/ 1978267 h 2344739"/>
              <a:gd name="connsiteX189" fmla="*/ 3473223 w 12192001"/>
              <a:gd name="connsiteY189" fmla="*/ 1974606 h 2344739"/>
              <a:gd name="connsiteX190" fmla="*/ 3400728 w 12192001"/>
              <a:gd name="connsiteY190" fmla="*/ 1962558 h 2344739"/>
              <a:gd name="connsiteX191" fmla="*/ 3363888 w 12192001"/>
              <a:gd name="connsiteY191" fmla="*/ 1979510 h 2344739"/>
              <a:gd name="connsiteX192" fmla="*/ 3344026 w 12192001"/>
              <a:gd name="connsiteY192" fmla="*/ 1981192 h 2344739"/>
              <a:gd name="connsiteX193" fmla="*/ 3341698 w 12192001"/>
              <a:gd name="connsiteY193" fmla="*/ 1980217 h 2344739"/>
              <a:gd name="connsiteX194" fmla="*/ 3262356 w 12192001"/>
              <a:gd name="connsiteY194" fmla="*/ 1986094 h 2344739"/>
              <a:gd name="connsiteX195" fmla="*/ 3142556 w 12192001"/>
              <a:gd name="connsiteY195" fmla="*/ 1993869 h 2344739"/>
              <a:gd name="connsiteX196" fmla="*/ 3030291 w 12192001"/>
              <a:gd name="connsiteY196" fmla="*/ 1996512 h 2344739"/>
              <a:gd name="connsiteX197" fmla="*/ 2781569 w 12192001"/>
              <a:gd name="connsiteY197" fmla="*/ 2018333 h 2344739"/>
              <a:gd name="connsiteX198" fmla="*/ 2646527 w 12192001"/>
              <a:gd name="connsiteY198" fmla="*/ 2028869 h 2344739"/>
              <a:gd name="connsiteX199" fmla="*/ 2568028 w 12192001"/>
              <a:gd name="connsiteY199" fmla="*/ 2002628 h 2344739"/>
              <a:gd name="connsiteX200" fmla="*/ 2443255 w 12192001"/>
              <a:gd name="connsiteY200" fmla="*/ 2016529 h 2344739"/>
              <a:gd name="connsiteX201" fmla="*/ 2315112 w 12192001"/>
              <a:gd name="connsiteY201" fmla="*/ 2024996 h 2344739"/>
              <a:gd name="connsiteX202" fmla="*/ 2208578 w 12192001"/>
              <a:gd name="connsiteY202" fmla="*/ 2019763 h 2344739"/>
              <a:gd name="connsiteX203" fmla="*/ 2094665 w 12192001"/>
              <a:gd name="connsiteY203" fmla="*/ 2003052 h 2344739"/>
              <a:gd name="connsiteX204" fmla="*/ 1997356 w 12192001"/>
              <a:gd name="connsiteY204" fmla="*/ 1995032 h 2344739"/>
              <a:gd name="connsiteX205" fmla="*/ 1928172 w 12192001"/>
              <a:gd name="connsiteY205" fmla="*/ 2016977 h 2344739"/>
              <a:gd name="connsiteX206" fmla="*/ 1921650 w 12192001"/>
              <a:gd name="connsiteY206" fmla="*/ 2012146 h 2344739"/>
              <a:gd name="connsiteX207" fmla="*/ 1873080 w 12192001"/>
              <a:gd name="connsiteY207" fmla="*/ 2013741 h 2344739"/>
              <a:gd name="connsiteX208" fmla="*/ 1786655 w 12192001"/>
              <a:gd name="connsiteY208" fmla="*/ 2041363 h 2344739"/>
              <a:gd name="connsiteX209" fmla="*/ 1738204 w 12192001"/>
              <a:gd name="connsiteY209" fmla="*/ 2036312 h 2344739"/>
              <a:gd name="connsiteX210" fmla="*/ 1675071 w 12192001"/>
              <a:gd name="connsiteY210" fmla="*/ 2019963 h 2344739"/>
              <a:gd name="connsiteX211" fmla="*/ 1608669 w 12192001"/>
              <a:gd name="connsiteY211" fmla="*/ 2013066 h 2344739"/>
              <a:gd name="connsiteX212" fmla="*/ 1496110 w 12192001"/>
              <a:gd name="connsiteY212" fmla="*/ 1987476 h 2344739"/>
              <a:gd name="connsiteX213" fmla="*/ 1149979 w 12192001"/>
              <a:gd name="connsiteY213" fmla="*/ 1938041 h 2344739"/>
              <a:gd name="connsiteX214" fmla="*/ 858269 w 12192001"/>
              <a:gd name="connsiteY214" fmla="*/ 1928608 h 2344739"/>
              <a:gd name="connsiteX215" fmla="*/ 837540 w 12192001"/>
              <a:gd name="connsiteY215" fmla="*/ 1929821 h 2344739"/>
              <a:gd name="connsiteX216" fmla="*/ 816809 w 12192001"/>
              <a:gd name="connsiteY216" fmla="*/ 1927857 h 2344739"/>
              <a:gd name="connsiteX217" fmla="*/ 811506 w 12192001"/>
              <a:gd name="connsiteY217" fmla="*/ 1930751 h 2344739"/>
              <a:gd name="connsiteX218" fmla="*/ 797041 w 12192001"/>
              <a:gd name="connsiteY218" fmla="*/ 1930446 h 2344739"/>
              <a:gd name="connsiteX219" fmla="*/ 767901 w 12192001"/>
              <a:gd name="connsiteY219" fmla="*/ 1932653 h 2344739"/>
              <a:gd name="connsiteX220" fmla="*/ 763053 w 12192001"/>
              <a:gd name="connsiteY220" fmla="*/ 1930432 h 2344739"/>
              <a:gd name="connsiteX221" fmla="*/ 720047 w 12192001"/>
              <a:gd name="connsiteY221" fmla="*/ 1929661 h 2344739"/>
              <a:gd name="connsiteX222" fmla="*/ 719742 w 12192001"/>
              <a:gd name="connsiteY222" fmla="*/ 1928399 h 2344739"/>
              <a:gd name="connsiteX223" fmla="*/ 708875 w 12192001"/>
              <a:gd name="connsiteY223" fmla="*/ 1922722 h 2344739"/>
              <a:gd name="connsiteX224" fmla="*/ 596792 w 12192001"/>
              <a:gd name="connsiteY224" fmla="*/ 1879864 h 2344739"/>
              <a:gd name="connsiteX225" fmla="*/ 578535 w 12192001"/>
              <a:gd name="connsiteY225" fmla="*/ 1877212 h 2344739"/>
              <a:gd name="connsiteX226" fmla="*/ 571717 w 12192001"/>
              <a:gd name="connsiteY226" fmla="*/ 1877401 h 2344739"/>
              <a:gd name="connsiteX227" fmla="*/ 445099 w 12192001"/>
              <a:gd name="connsiteY227" fmla="*/ 1839371 h 2344739"/>
              <a:gd name="connsiteX228" fmla="*/ 404015 w 12192001"/>
              <a:gd name="connsiteY228" fmla="*/ 1833548 h 2344739"/>
              <a:gd name="connsiteX229" fmla="*/ 292435 w 12192001"/>
              <a:gd name="connsiteY229" fmla="*/ 1812852 h 2344739"/>
              <a:gd name="connsiteX230" fmla="*/ 118381 w 12192001"/>
              <a:gd name="connsiteY230" fmla="*/ 1761047 h 2344739"/>
              <a:gd name="connsiteX231" fmla="*/ 15526 w 12192001"/>
              <a:gd name="connsiteY231" fmla="*/ 1758191 h 2344739"/>
              <a:gd name="connsiteX232" fmla="*/ 2 w 12192001"/>
              <a:gd name="connsiteY232" fmla="*/ 1752722 h 2344739"/>
              <a:gd name="connsiteX233" fmla="*/ 1 w 12192001"/>
              <a:gd name="connsiteY233" fmla="*/ 762497 h 2344739"/>
              <a:gd name="connsiteX234" fmla="*/ 0 w 12192001"/>
              <a:gd name="connsiteY234" fmla="*/ 762497 h 2344739"/>
              <a:gd name="connsiteX235" fmla="*/ 0 w 12192001"/>
              <a:gd name="connsiteY235" fmla="*/ 222213 h 2344739"/>
              <a:gd name="connsiteX236" fmla="*/ 0 w 12192001"/>
              <a:gd name="connsiteY236"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12228 w 12192001"/>
              <a:gd name="connsiteY22" fmla="*/ 797659 h 2344739"/>
              <a:gd name="connsiteX23" fmla="*/ 11748619 w 12192001"/>
              <a:gd name="connsiteY23" fmla="*/ 872002 h 2344739"/>
              <a:gd name="connsiteX24" fmla="*/ 11595155 w 12192001"/>
              <a:gd name="connsiteY24" fmla="*/ 918898 h 2344739"/>
              <a:gd name="connsiteX25" fmla="*/ 11306392 w 12192001"/>
              <a:gd name="connsiteY25" fmla="*/ 1272239 h 2344739"/>
              <a:gd name="connsiteX26" fmla="*/ 11309326 w 12192001"/>
              <a:gd name="connsiteY26" fmla="*/ 1274846 h 2344739"/>
              <a:gd name="connsiteX27" fmla="*/ 11245526 w 12192001"/>
              <a:gd name="connsiteY27" fmla="*/ 1274060 h 2344739"/>
              <a:gd name="connsiteX28" fmla="*/ 11227161 w 12192001"/>
              <a:gd name="connsiteY28" fmla="*/ 1276236 h 2344739"/>
              <a:gd name="connsiteX29" fmla="*/ 11216939 w 12192001"/>
              <a:gd name="connsiteY29" fmla="*/ 1275961 h 2344739"/>
              <a:gd name="connsiteX30" fmla="*/ 11216036 w 12192001"/>
              <a:gd name="connsiteY30" fmla="*/ 1275018 h 2344739"/>
              <a:gd name="connsiteX31" fmla="*/ 11187737 w 12192001"/>
              <a:gd name="connsiteY31" fmla="*/ 1292383 h 2344739"/>
              <a:gd name="connsiteX32" fmla="*/ 11183353 w 12192001"/>
              <a:gd name="connsiteY32" fmla="*/ 1292525 h 2344739"/>
              <a:gd name="connsiteX33" fmla="*/ 11165706 w 12192001"/>
              <a:gd name="connsiteY33" fmla="*/ 1306612 h 2344739"/>
              <a:gd name="connsiteX34" fmla="*/ 11156163 w 12192001"/>
              <a:gd name="connsiteY34" fmla="*/ 1312414 h 2344739"/>
              <a:gd name="connsiteX35" fmla="*/ 11154348 w 12192001"/>
              <a:gd name="connsiteY35" fmla="*/ 1317097 h 2344739"/>
              <a:gd name="connsiteX36" fmla="*/ 11139813 w 12192001"/>
              <a:gd name="connsiteY36" fmla="*/ 1324115 h 2344739"/>
              <a:gd name="connsiteX37" fmla="*/ 11137813 w 12192001"/>
              <a:gd name="connsiteY37" fmla="*/ 1323772 h 2344739"/>
              <a:gd name="connsiteX38" fmla="*/ 11127060 w 12192001"/>
              <a:gd name="connsiteY38" fmla="*/ 1333832 h 2344739"/>
              <a:gd name="connsiteX39" fmla="*/ 11119543 w 12192001"/>
              <a:gd name="connsiteY39" fmla="*/ 1347424 h 2344739"/>
              <a:gd name="connsiteX40" fmla="*/ 10893535 w 12192001"/>
              <a:gd name="connsiteY40" fmla="*/ 1473399 h 2344739"/>
              <a:gd name="connsiteX41" fmla="*/ 10772152 w 12192001"/>
              <a:gd name="connsiteY41" fmla="*/ 1523191 h 2344739"/>
              <a:gd name="connsiteX42" fmla="*/ 10626520 w 12192001"/>
              <a:gd name="connsiteY42" fmla="*/ 1559229 h 2344739"/>
              <a:gd name="connsiteX43" fmla="*/ 10580747 w 12192001"/>
              <a:gd name="connsiteY43" fmla="*/ 1568689 h 2344739"/>
              <a:gd name="connsiteX44" fmla="*/ 10546642 w 12192001"/>
              <a:gd name="connsiteY44" fmla="*/ 1598423 h 2344739"/>
              <a:gd name="connsiteX45" fmla="*/ 10528495 w 12192001"/>
              <a:gd name="connsiteY45" fmla="*/ 1596907 h 2344739"/>
              <a:gd name="connsiteX46" fmla="*/ 10525298 w 12192001"/>
              <a:gd name="connsiteY46" fmla="*/ 1596411 h 2344739"/>
              <a:gd name="connsiteX47" fmla="*/ 10513981 w 12192001"/>
              <a:gd name="connsiteY47" fmla="*/ 1599537 h 2344739"/>
              <a:gd name="connsiteX48" fmla="*/ 10490587 w 12192001"/>
              <a:gd name="connsiteY48" fmla="*/ 1594156 h 2344739"/>
              <a:gd name="connsiteX49" fmla="*/ 10470270 w 12192001"/>
              <a:gd name="connsiteY49" fmla="*/ 1601693 h 2344739"/>
              <a:gd name="connsiteX50" fmla="*/ 10375894 w 12192001"/>
              <a:gd name="connsiteY50" fmla="*/ 1644598 h 2344739"/>
              <a:gd name="connsiteX51" fmla="*/ 10318190 w 12192001"/>
              <a:gd name="connsiteY51" fmla="*/ 1666221 h 2344739"/>
              <a:gd name="connsiteX52" fmla="*/ 10294319 w 12192001"/>
              <a:gd name="connsiteY52" fmla="*/ 1668079 h 2344739"/>
              <a:gd name="connsiteX53" fmla="*/ 10262295 w 12192001"/>
              <a:gd name="connsiteY53" fmla="*/ 1674948 h 2344739"/>
              <a:gd name="connsiteX54" fmla="*/ 10204270 w 12192001"/>
              <a:gd name="connsiteY54" fmla="*/ 1682149 h 2344739"/>
              <a:gd name="connsiteX55" fmla="*/ 10176611 w 12192001"/>
              <a:gd name="connsiteY55" fmla="*/ 1692943 h 2344739"/>
              <a:gd name="connsiteX56" fmla="*/ 10163922 w 12192001"/>
              <a:gd name="connsiteY56" fmla="*/ 1693739 h 2344739"/>
              <a:gd name="connsiteX57" fmla="*/ 10155160 w 12192001"/>
              <a:gd name="connsiteY57" fmla="*/ 1707487 h 2344739"/>
              <a:gd name="connsiteX58" fmla="*/ 10117119 w 12192001"/>
              <a:gd name="connsiteY58" fmla="*/ 1731142 h 2344739"/>
              <a:gd name="connsiteX59" fmla="*/ 10100445 w 12192001"/>
              <a:gd name="connsiteY59" fmla="*/ 1742432 h 2344739"/>
              <a:gd name="connsiteX60" fmla="*/ 10082169 w 12192001"/>
              <a:gd name="connsiteY60" fmla="*/ 1743296 h 2344739"/>
              <a:gd name="connsiteX61" fmla="*/ 10039240 w 12192001"/>
              <a:gd name="connsiteY61" fmla="*/ 1741632 h 2344739"/>
              <a:gd name="connsiteX62" fmla="*/ 9960019 w 12192001"/>
              <a:gd name="connsiteY62" fmla="*/ 1757147 h 2344739"/>
              <a:gd name="connsiteX63" fmla="*/ 9847792 w 12192001"/>
              <a:gd name="connsiteY63" fmla="*/ 1763915 h 2344739"/>
              <a:gd name="connsiteX64" fmla="*/ 9728309 w 12192001"/>
              <a:gd name="connsiteY64" fmla="*/ 1784122 h 2344739"/>
              <a:gd name="connsiteX65" fmla="*/ 9584507 w 12192001"/>
              <a:gd name="connsiteY65" fmla="*/ 1795542 h 2344739"/>
              <a:gd name="connsiteX66" fmla="*/ 9343052 w 12192001"/>
              <a:gd name="connsiteY66" fmla="*/ 1841244 h 2344739"/>
              <a:gd name="connsiteX67" fmla="*/ 9231370 w 12192001"/>
              <a:gd name="connsiteY67" fmla="*/ 1893149 h 2344739"/>
              <a:gd name="connsiteX68" fmla="*/ 9194810 w 12192001"/>
              <a:gd name="connsiteY68" fmla="*/ 1903228 h 2344739"/>
              <a:gd name="connsiteX69" fmla="*/ 9189246 w 12192001"/>
              <a:gd name="connsiteY69" fmla="*/ 1912467 h 2344739"/>
              <a:gd name="connsiteX70" fmla="*/ 9151232 w 12192001"/>
              <a:gd name="connsiteY70" fmla="*/ 1923669 h 2344739"/>
              <a:gd name="connsiteX71" fmla="*/ 9150210 w 12192001"/>
              <a:gd name="connsiteY71" fmla="*/ 1922604 h 2344739"/>
              <a:gd name="connsiteX72" fmla="*/ 9137318 w 12192001"/>
              <a:gd name="connsiteY72" fmla="*/ 1920435 h 2344739"/>
              <a:gd name="connsiteX73" fmla="*/ 9113812 w 12192001"/>
              <a:gd name="connsiteY73" fmla="*/ 1919069 h 2344739"/>
              <a:gd name="connsiteX74" fmla="*/ 9053453 w 12192001"/>
              <a:gd name="connsiteY74" fmla="*/ 1910755 h 2344739"/>
              <a:gd name="connsiteX75" fmla="*/ 9005486 w 12192001"/>
              <a:gd name="connsiteY75" fmla="*/ 1914040 h 2344739"/>
              <a:gd name="connsiteX76" fmla="*/ 9005201 w 12192001"/>
              <a:gd name="connsiteY76" fmla="*/ 1913800 h 2344739"/>
              <a:gd name="connsiteX77" fmla="*/ 8996232 w 12192001"/>
              <a:gd name="connsiteY77" fmla="*/ 1915011 h 2344739"/>
              <a:gd name="connsiteX78" fmla="*/ 8990394 w 12192001"/>
              <a:gd name="connsiteY78" fmla="*/ 1917072 h 2344739"/>
              <a:gd name="connsiteX79" fmla="*/ 8974337 w 12192001"/>
              <a:gd name="connsiteY79" fmla="*/ 1920298 h 2344739"/>
              <a:gd name="connsiteX80" fmla="*/ 8968011 w 12192001"/>
              <a:gd name="connsiteY80" fmla="*/ 1919598 h 2344739"/>
              <a:gd name="connsiteX81" fmla="*/ 8963048 w 12192001"/>
              <a:gd name="connsiteY81" fmla="*/ 1917373 h 2344739"/>
              <a:gd name="connsiteX82" fmla="*/ 8928988 w 12192001"/>
              <a:gd name="connsiteY82" fmla="*/ 1914185 h 2344739"/>
              <a:gd name="connsiteX83" fmla="*/ 8752444 w 12192001"/>
              <a:gd name="connsiteY83" fmla="*/ 1933417 h 2344739"/>
              <a:gd name="connsiteX84" fmla="*/ 8707847 w 12192001"/>
              <a:gd name="connsiteY84" fmla="*/ 1935518 h 2344739"/>
              <a:gd name="connsiteX85" fmla="*/ 8596071 w 12192001"/>
              <a:gd name="connsiteY85" fmla="*/ 1944090 h 2344739"/>
              <a:gd name="connsiteX86" fmla="*/ 8525230 w 12192001"/>
              <a:gd name="connsiteY86" fmla="*/ 1929248 h 2344739"/>
              <a:gd name="connsiteX87" fmla="*/ 8510983 w 12192001"/>
              <a:gd name="connsiteY87" fmla="*/ 1935163 h 2344739"/>
              <a:gd name="connsiteX88" fmla="*/ 8506167 w 12192001"/>
              <a:gd name="connsiteY88" fmla="*/ 1938164 h 2344739"/>
              <a:gd name="connsiteX89" fmla="*/ 8497968 w 12192001"/>
              <a:gd name="connsiteY89" fmla="*/ 1940902 h 2344739"/>
              <a:gd name="connsiteX90" fmla="*/ 8497594 w 12192001"/>
              <a:gd name="connsiteY90" fmla="*/ 1940723 h 2344739"/>
              <a:gd name="connsiteX91" fmla="*/ 8490249 w 12192001"/>
              <a:gd name="connsiteY91" fmla="*/ 1943773 h 2344739"/>
              <a:gd name="connsiteX92" fmla="*/ 8367182 w 12192001"/>
              <a:gd name="connsiteY92" fmla="*/ 1957815 h 2344739"/>
              <a:gd name="connsiteX93" fmla="*/ 8353799 w 12192001"/>
              <a:gd name="connsiteY93" fmla="*/ 1958009 h 2344739"/>
              <a:gd name="connsiteX94" fmla="*/ 8352373 w 12192001"/>
              <a:gd name="connsiteY94" fmla="*/ 1957169 h 2344739"/>
              <a:gd name="connsiteX95" fmla="*/ 8320104 w 12192001"/>
              <a:gd name="connsiteY95" fmla="*/ 1974587 h 2344739"/>
              <a:gd name="connsiteX96" fmla="*/ 8314433 w 12192001"/>
              <a:gd name="connsiteY96" fmla="*/ 1974913 h 2344739"/>
              <a:gd name="connsiteX97" fmla="*/ 8295174 w 12192001"/>
              <a:gd name="connsiteY97" fmla="*/ 1988808 h 2344739"/>
              <a:gd name="connsiteX98" fmla="*/ 8284276 w 12192001"/>
              <a:gd name="connsiteY98" fmla="*/ 1994631 h 2344739"/>
              <a:gd name="connsiteX99" fmla="*/ 8283150 w 12192001"/>
              <a:gd name="connsiteY99" fmla="*/ 1999074 h 2344739"/>
              <a:gd name="connsiteX100" fmla="*/ 8266076 w 12192001"/>
              <a:gd name="connsiteY100" fmla="*/ 2006249 h 2344739"/>
              <a:gd name="connsiteX101" fmla="*/ 8263377 w 12192001"/>
              <a:gd name="connsiteY101" fmla="*/ 2006019 h 2344739"/>
              <a:gd name="connsiteX102" fmla="*/ 8252033 w 12192001"/>
              <a:gd name="connsiteY102" fmla="*/ 2015862 h 2344739"/>
              <a:gd name="connsiteX103" fmla="*/ 8245834 w 12192001"/>
              <a:gd name="connsiteY103" fmla="*/ 2028854 h 2344739"/>
              <a:gd name="connsiteX104" fmla="*/ 8090272 w 12192001"/>
              <a:gd name="connsiteY104" fmla="*/ 2075015 h 2344739"/>
              <a:gd name="connsiteX105" fmla="*/ 7905407 w 12192001"/>
              <a:gd name="connsiteY105" fmla="*/ 2116988 h 2344739"/>
              <a:gd name="connsiteX106" fmla="*/ 7718745 w 12192001"/>
              <a:gd name="connsiteY106" fmla="*/ 2142703 h 2344739"/>
              <a:gd name="connsiteX107" fmla="*/ 7614347 w 12192001"/>
              <a:gd name="connsiteY107" fmla="*/ 2139232 h 2344739"/>
              <a:gd name="connsiteX108" fmla="*/ 7527543 w 12192001"/>
              <a:gd name="connsiteY108" fmla="*/ 2145060 h 2344739"/>
              <a:gd name="connsiteX109" fmla="*/ 7519571 w 12192001"/>
              <a:gd name="connsiteY109" fmla="*/ 2147613 h 2344739"/>
              <a:gd name="connsiteX110" fmla="*/ 7507411 w 12192001"/>
              <a:gd name="connsiteY110" fmla="*/ 2148948 h 2344739"/>
              <a:gd name="connsiteX111" fmla="*/ 7507040 w 12192001"/>
              <a:gd name="connsiteY111" fmla="*/ 2148621 h 2344739"/>
              <a:gd name="connsiteX112" fmla="*/ 7495795 w 12192001"/>
              <a:gd name="connsiteY112" fmla="*/ 2150573 h 2344739"/>
              <a:gd name="connsiteX113" fmla="*/ 7405391 w 12192001"/>
              <a:gd name="connsiteY113" fmla="*/ 2142468 h 2344739"/>
              <a:gd name="connsiteX114" fmla="*/ 7312180 w 12192001"/>
              <a:gd name="connsiteY114" fmla="*/ 2132873 h 2344739"/>
              <a:gd name="connsiteX115" fmla="*/ 7310853 w 12192001"/>
              <a:gd name="connsiteY115" fmla="*/ 2131431 h 2344739"/>
              <a:gd name="connsiteX116" fmla="*/ 7218559 w 12192001"/>
              <a:gd name="connsiteY116" fmla="*/ 2156680 h 2344739"/>
              <a:gd name="connsiteX117" fmla="*/ 7201101 w 12192001"/>
              <a:gd name="connsiteY117" fmla="*/ 2161230 h 2344739"/>
              <a:gd name="connsiteX118" fmla="*/ 7197004 w 12192001"/>
              <a:gd name="connsiteY118" fmla="*/ 2166588 h 2344739"/>
              <a:gd name="connsiteX119" fmla="*/ 7170808 w 12192001"/>
              <a:gd name="connsiteY119" fmla="*/ 2171236 h 2344739"/>
              <a:gd name="connsiteX120" fmla="*/ 7096988 w 12192001"/>
              <a:gd name="connsiteY120" fmla="*/ 2183464 h 2344739"/>
              <a:gd name="connsiteX121" fmla="*/ 7018496 w 12192001"/>
              <a:gd name="connsiteY121" fmla="*/ 2183090 h 2344739"/>
              <a:gd name="connsiteX122" fmla="*/ 6904146 w 12192001"/>
              <a:gd name="connsiteY122" fmla="*/ 2212596 h 2344739"/>
              <a:gd name="connsiteX123" fmla="*/ 6708222 w 12192001"/>
              <a:gd name="connsiteY123" fmla="*/ 2240551 h 2344739"/>
              <a:gd name="connsiteX124" fmla="*/ 6549454 w 12192001"/>
              <a:gd name="connsiteY124" fmla="*/ 2269327 h 2344739"/>
              <a:gd name="connsiteX125" fmla="*/ 6317560 w 12192001"/>
              <a:gd name="connsiteY125" fmla="*/ 2316127 h 2344739"/>
              <a:gd name="connsiteX126" fmla="*/ 6168674 w 12192001"/>
              <a:gd name="connsiteY126" fmla="*/ 2318214 h 2344739"/>
              <a:gd name="connsiteX127" fmla="*/ 6073848 w 12192001"/>
              <a:gd name="connsiteY127" fmla="*/ 2338676 h 2344739"/>
              <a:gd name="connsiteX128" fmla="*/ 6068529 w 12192001"/>
              <a:gd name="connsiteY128" fmla="*/ 2337139 h 2344739"/>
              <a:gd name="connsiteX129" fmla="*/ 6048638 w 12192001"/>
              <a:gd name="connsiteY129" fmla="*/ 2337822 h 2344739"/>
              <a:gd name="connsiteX130" fmla="*/ 6041285 w 12192001"/>
              <a:gd name="connsiteY130" fmla="*/ 2329473 h 2344739"/>
              <a:gd name="connsiteX131" fmla="*/ 6010090 w 12192001"/>
              <a:gd name="connsiteY131" fmla="*/ 2324380 h 2344739"/>
              <a:gd name="connsiteX132" fmla="*/ 5957375 w 12192001"/>
              <a:gd name="connsiteY132" fmla="*/ 2328024 h 2344739"/>
              <a:gd name="connsiteX133" fmla="*/ 5758919 w 12192001"/>
              <a:gd name="connsiteY133" fmla="*/ 2343716 h 2344739"/>
              <a:gd name="connsiteX134" fmla="*/ 5626960 w 12192001"/>
              <a:gd name="connsiteY134" fmla="*/ 2344739 h 2344739"/>
              <a:gd name="connsiteX135" fmla="*/ 5470906 w 12192001"/>
              <a:gd name="connsiteY135" fmla="*/ 2330719 h 2344739"/>
              <a:gd name="connsiteX136" fmla="*/ 5432761 w 12192001"/>
              <a:gd name="connsiteY136" fmla="*/ 2319466 h 2344739"/>
              <a:gd name="connsiteX137" fmla="*/ 5381669 w 12192001"/>
              <a:gd name="connsiteY137" fmla="*/ 2301764 h 2344739"/>
              <a:gd name="connsiteX138" fmla="*/ 5261764 w 12192001"/>
              <a:gd name="connsiteY138" fmla="*/ 2281347 h 2344739"/>
              <a:gd name="connsiteX139" fmla="*/ 5222961 w 12192001"/>
              <a:gd name="connsiteY139" fmla="*/ 2270223 h 2344739"/>
              <a:gd name="connsiteX140" fmla="*/ 5174660 w 12192001"/>
              <a:gd name="connsiteY140" fmla="*/ 2267233 h 2344739"/>
              <a:gd name="connsiteX141" fmla="*/ 5156554 w 12192001"/>
              <a:gd name="connsiteY141" fmla="*/ 2260010 h 2344739"/>
              <a:gd name="connsiteX142" fmla="*/ 5142599 w 12192001"/>
              <a:gd name="connsiteY142" fmla="*/ 2256610 h 2344739"/>
              <a:gd name="connsiteX143" fmla="*/ 5139596 w 12192001"/>
              <a:gd name="connsiteY143" fmla="*/ 2254509 h 2344739"/>
              <a:gd name="connsiteX144" fmla="*/ 5121659 w 12192001"/>
              <a:gd name="connsiteY144" fmla="*/ 2243656 h 2344739"/>
              <a:gd name="connsiteX145" fmla="*/ 5065790 w 12192001"/>
              <a:gd name="connsiteY145" fmla="*/ 2250227 h 2344739"/>
              <a:gd name="connsiteX146" fmla="*/ 5011514 w 12192001"/>
              <a:gd name="connsiteY146" fmla="*/ 2233846 h 2344739"/>
              <a:gd name="connsiteX147" fmla="*/ 4840441 w 12192001"/>
              <a:gd name="connsiteY147" fmla="*/ 2209829 h 2344739"/>
              <a:gd name="connsiteX148" fmla="*/ 4762447 w 12192001"/>
              <a:gd name="connsiteY148" fmla="*/ 2182061 h 2344739"/>
              <a:gd name="connsiteX149" fmla="*/ 4723186 w 12192001"/>
              <a:gd name="connsiteY149" fmla="*/ 2173047 h 2344739"/>
              <a:gd name="connsiteX150" fmla="*/ 4721176 w 12192001"/>
              <a:gd name="connsiteY150" fmla="*/ 2172298 h 2344739"/>
              <a:gd name="connsiteX151" fmla="*/ 4722111 w 12192001"/>
              <a:gd name="connsiteY151" fmla="*/ 2172087 h 2344739"/>
              <a:gd name="connsiteX152" fmla="*/ 4717202 w 12192001"/>
              <a:gd name="connsiteY152" fmla="*/ 2170817 h 2344739"/>
              <a:gd name="connsiteX153" fmla="*/ 4721176 w 12192001"/>
              <a:gd name="connsiteY153" fmla="*/ 2172298 h 2344739"/>
              <a:gd name="connsiteX154" fmla="*/ 4715526 w 12192001"/>
              <a:gd name="connsiteY154" fmla="*/ 2173573 h 2344739"/>
              <a:gd name="connsiteX155" fmla="*/ 4515814 w 12192001"/>
              <a:gd name="connsiteY155" fmla="*/ 2163671 h 2344739"/>
              <a:gd name="connsiteX156" fmla="*/ 4428543 w 12192001"/>
              <a:gd name="connsiteY156" fmla="*/ 2153020 h 2344739"/>
              <a:gd name="connsiteX157" fmla="*/ 4362875 w 12192001"/>
              <a:gd name="connsiteY157" fmla="*/ 2151674 h 2344739"/>
              <a:gd name="connsiteX158" fmla="*/ 4316966 w 12192001"/>
              <a:gd name="connsiteY158" fmla="*/ 2158289 h 2344739"/>
              <a:gd name="connsiteX159" fmla="*/ 4315110 w 12192001"/>
              <a:gd name="connsiteY159" fmla="*/ 2156948 h 2344739"/>
              <a:gd name="connsiteX160" fmla="*/ 4295144 w 12192001"/>
              <a:gd name="connsiteY160" fmla="*/ 2155069 h 2344739"/>
              <a:gd name="connsiteX161" fmla="*/ 4290064 w 12192001"/>
              <a:gd name="connsiteY161" fmla="*/ 2157986 h 2344739"/>
              <a:gd name="connsiteX162" fmla="*/ 4276142 w 12192001"/>
              <a:gd name="connsiteY162" fmla="*/ 2157740 h 2344739"/>
              <a:gd name="connsiteX163" fmla="*/ 4248117 w 12192001"/>
              <a:gd name="connsiteY163" fmla="*/ 2160064 h 2344739"/>
              <a:gd name="connsiteX164" fmla="*/ 4202051 w 12192001"/>
              <a:gd name="connsiteY164" fmla="*/ 2157269 h 2344739"/>
              <a:gd name="connsiteX165" fmla="*/ 4201745 w 12192001"/>
              <a:gd name="connsiteY165" fmla="*/ 2156010 h 2344739"/>
              <a:gd name="connsiteX166" fmla="*/ 4191248 w 12192001"/>
              <a:gd name="connsiteY166" fmla="*/ 2150376 h 2344739"/>
              <a:gd name="connsiteX167" fmla="*/ 4142745 w 12192001"/>
              <a:gd name="connsiteY167" fmla="*/ 2134511 h 2344739"/>
              <a:gd name="connsiteX168" fmla="*/ 4083097 w 12192001"/>
              <a:gd name="connsiteY168" fmla="*/ 2107978 h 2344739"/>
              <a:gd name="connsiteX169" fmla="*/ 4074546 w 12192001"/>
              <a:gd name="connsiteY169" fmla="*/ 2107143 h 2344739"/>
              <a:gd name="connsiteX170" fmla="*/ 4074427 w 12192001"/>
              <a:gd name="connsiteY170" fmla="*/ 2106844 h 2344739"/>
              <a:gd name="connsiteX171" fmla="*/ 4065510 w 12192001"/>
              <a:gd name="connsiteY171" fmla="*/ 2105400 h 2344739"/>
              <a:gd name="connsiteX172" fmla="*/ 4058954 w 12192001"/>
              <a:gd name="connsiteY172" fmla="*/ 2105618 h 2344739"/>
              <a:gd name="connsiteX173" fmla="*/ 4042364 w 12192001"/>
              <a:gd name="connsiteY173" fmla="*/ 2103997 h 2344739"/>
              <a:gd name="connsiteX174" fmla="*/ 4036997 w 12192001"/>
              <a:gd name="connsiteY174" fmla="*/ 2101563 h 2344739"/>
              <a:gd name="connsiteX175" fmla="*/ 4035363 w 12192001"/>
              <a:gd name="connsiteY175" fmla="*/ 2097896 h 2344739"/>
              <a:gd name="connsiteX176" fmla="*/ 4033778 w 12192001"/>
              <a:gd name="connsiteY176" fmla="*/ 2098131 h 2344739"/>
              <a:gd name="connsiteX177" fmla="*/ 4004538 w 12192001"/>
              <a:gd name="connsiteY177" fmla="*/ 2085563 h 2344739"/>
              <a:gd name="connsiteX178" fmla="*/ 3936846 w 12192001"/>
              <a:gd name="connsiteY178" fmla="*/ 2068106 h 2344739"/>
              <a:gd name="connsiteX179" fmla="*/ 3897275 w 12192001"/>
              <a:gd name="connsiteY179" fmla="*/ 2062451 h 2344739"/>
              <a:gd name="connsiteX180" fmla="*/ 3789760 w 12192001"/>
              <a:gd name="connsiteY180" fmla="*/ 2042213 h 2344739"/>
              <a:gd name="connsiteX181" fmla="*/ 3682513 w 12192001"/>
              <a:gd name="connsiteY181" fmla="*/ 2018290 h 2344739"/>
              <a:gd name="connsiteX182" fmla="*/ 3610035 w 12192001"/>
              <a:gd name="connsiteY182" fmla="*/ 1986019 h 2344739"/>
              <a:gd name="connsiteX183" fmla="*/ 3603855 w 12192001"/>
              <a:gd name="connsiteY183" fmla="*/ 1987381 h 2344739"/>
              <a:gd name="connsiteX184" fmla="*/ 3594736 w 12192001"/>
              <a:gd name="connsiteY184" fmla="*/ 1987545 h 2344739"/>
              <a:gd name="connsiteX185" fmla="*/ 3594501 w 12192001"/>
              <a:gd name="connsiteY185" fmla="*/ 1987276 h 2344739"/>
              <a:gd name="connsiteX186" fmla="*/ 3585978 w 12192001"/>
              <a:gd name="connsiteY186" fmla="*/ 1987966 h 2344739"/>
              <a:gd name="connsiteX187" fmla="*/ 3536135 w 12192001"/>
              <a:gd name="connsiteY187" fmla="*/ 1978267 h 2344739"/>
              <a:gd name="connsiteX188" fmla="*/ 3473223 w 12192001"/>
              <a:gd name="connsiteY188" fmla="*/ 1974606 h 2344739"/>
              <a:gd name="connsiteX189" fmla="*/ 3400728 w 12192001"/>
              <a:gd name="connsiteY189" fmla="*/ 1962558 h 2344739"/>
              <a:gd name="connsiteX190" fmla="*/ 3363888 w 12192001"/>
              <a:gd name="connsiteY190" fmla="*/ 1979510 h 2344739"/>
              <a:gd name="connsiteX191" fmla="*/ 3344026 w 12192001"/>
              <a:gd name="connsiteY191" fmla="*/ 1981192 h 2344739"/>
              <a:gd name="connsiteX192" fmla="*/ 3341698 w 12192001"/>
              <a:gd name="connsiteY192" fmla="*/ 1980217 h 2344739"/>
              <a:gd name="connsiteX193" fmla="*/ 3262356 w 12192001"/>
              <a:gd name="connsiteY193" fmla="*/ 1986094 h 2344739"/>
              <a:gd name="connsiteX194" fmla="*/ 3142556 w 12192001"/>
              <a:gd name="connsiteY194" fmla="*/ 1993869 h 2344739"/>
              <a:gd name="connsiteX195" fmla="*/ 3030291 w 12192001"/>
              <a:gd name="connsiteY195" fmla="*/ 1996512 h 2344739"/>
              <a:gd name="connsiteX196" fmla="*/ 2781569 w 12192001"/>
              <a:gd name="connsiteY196" fmla="*/ 2018333 h 2344739"/>
              <a:gd name="connsiteX197" fmla="*/ 2646527 w 12192001"/>
              <a:gd name="connsiteY197" fmla="*/ 2028869 h 2344739"/>
              <a:gd name="connsiteX198" fmla="*/ 2568028 w 12192001"/>
              <a:gd name="connsiteY198" fmla="*/ 2002628 h 2344739"/>
              <a:gd name="connsiteX199" fmla="*/ 2443255 w 12192001"/>
              <a:gd name="connsiteY199" fmla="*/ 2016529 h 2344739"/>
              <a:gd name="connsiteX200" fmla="*/ 2315112 w 12192001"/>
              <a:gd name="connsiteY200" fmla="*/ 2024996 h 2344739"/>
              <a:gd name="connsiteX201" fmla="*/ 2208578 w 12192001"/>
              <a:gd name="connsiteY201" fmla="*/ 2019763 h 2344739"/>
              <a:gd name="connsiteX202" fmla="*/ 2094665 w 12192001"/>
              <a:gd name="connsiteY202" fmla="*/ 2003052 h 2344739"/>
              <a:gd name="connsiteX203" fmla="*/ 1997356 w 12192001"/>
              <a:gd name="connsiteY203" fmla="*/ 1995032 h 2344739"/>
              <a:gd name="connsiteX204" fmla="*/ 1928172 w 12192001"/>
              <a:gd name="connsiteY204" fmla="*/ 2016977 h 2344739"/>
              <a:gd name="connsiteX205" fmla="*/ 1921650 w 12192001"/>
              <a:gd name="connsiteY205" fmla="*/ 2012146 h 2344739"/>
              <a:gd name="connsiteX206" fmla="*/ 1873080 w 12192001"/>
              <a:gd name="connsiteY206" fmla="*/ 2013741 h 2344739"/>
              <a:gd name="connsiteX207" fmla="*/ 1786655 w 12192001"/>
              <a:gd name="connsiteY207" fmla="*/ 2041363 h 2344739"/>
              <a:gd name="connsiteX208" fmla="*/ 1738204 w 12192001"/>
              <a:gd name="connsiteY208" fmla="*/ 2036312 h 2344739"/>
              <a:gd name="connsiteX209" fmla="*/ 1675071 w 12192001"/>
              <a:gd name="connsiteY209" fmla="*/ 2019963 h 2344739"/>
              <a:gd name="connsiteX210" fmla="*/ 1608669 w 12192001"/>
              <a:gd name="connsiteY210" fmla="*/ 2013066 h 2344739"/>
              <a:gd name="connsiteX211" fmla="*/ 1496110 w 12192001"/>
              <a:gd name="connsiteY211" fmla="*/ 1987476 h 2344739"/>
              <a:gd name="connsiteX212" fmla="*/ 1149979 w 12192001"/>
              <a:gd name="connsiteY212" fmla="*/ 1938041 h 2344739"/>
              <a:gd name="connsiteX213" fmla="*/ 858269 w 12192001"/>
              <a:gd name="connsiteY213" fmla="*/ 1928608 h 2344739"/>
              <a:gd name="connsiteX214" fmla="*/ 837540 w 12192001"/>
              <a:gd name="connsiteY214" fmla="*/ 1929821 h 2344739"/>
              <a:gd name="connsiteX215" fmla="*/ 816809 w 12192001"/>
              <a:gd name="connsiteY215" fmla="*/ 1927857 h 2344739"/>
              <a:gd name="connsiteX216" fmla="*/ 811506 w 12192001"/>
              <a:gd name="connsiteY216" fmla="*/ 1930751 h 2344739"/>
              <a:gd name="connsiteX217" fmla="*/ 797041 w 12192001"/>
              <a:gd name="connsiteY217" fmla="*/ 1930446 h 2344739"/>
              <a:gd name="connsiteX218" fmla="*/ 767901 w 12192001"/>
              <a:gd name="connsiteY218" fmla="*/ 1932653 h 2344739"/>
              <a:gd name="connsiteX219" fmla="*/ 763053 w 12192001"/>
              <a:gd name="connsiteY219" fmla="*/ 1930432 h 2344739"/>
              <a:gd name="connsiteX220" fmla="*/ 720047 w 12192001"/>
              <a:gd name="connsiteY220" fmla="*/ 1929661 h 2344739"/>
              <a:gd name="connsiteX221" fmla="*/ 719742 w 12192001"/>
              <a:gd name="connsiteY221" fmla="*/ 1928399 h 2344739"/>
              <a:gd name="connsiteX222" fmla="*/ 708875 w 12192001"/>
              <a:gd name="connsiteY222" fmla="*/ 1922722 h 2344739"/>
              <a:gd name="connsiteX223" fmla="*/ 596792 w 12192001"/>
              <a:gd name="connsiteY223" fmla="*/ 1879864 h 2344739"/>
              <a:gd name="connsiteX224" fmla="*/ 578535 w 12192001"/>
              <a:gd name="connsiteY224" fmla="*/ 1877212 h 2344739"/>
              <a:gd name="connsiteX225" fmla="*/ 571717 w 12192001"/>
              <a:gd name="connsiteY225" fmla="*/ 1877401 h 2344739"/>
              <a:gd name="connsiteX226" fmla="*/ 445099 w 12192001"/>
              <a:gd name="connsiteY226" fmla="*/ 1839371 h 2344739"/>
              <a:gd name="connsiteX227" fmla="*/ 404015 w 12192001"/>
              <a:gd name="connsiteY227" fmla="*/ 1833548 h 2344739"/>
              <a:gd name="connsiteX228" fmla="*/ 292435 w 12192001"/>
              <a:gd name="connsiteY228" fmla="*/ 1812852 h 2344739"/>
              <a:gd name="connsiteX229" fmla="*/ 118381 w 12192001"/>
              <a:gd name="connsiteY229" fmla="*/ 1761047 h 2344739"/>
              <a:gd name="connsiteX230" fmla="*/ 15526 w 12192001"/>
              <a:gd name="connsiteY230" fmla="*/ 1758191 h 2344739"/>
              <a:gd name="connsiteX231" fmla="*/ 2 w 12192001"/>
              <a:gd name="connsiteY231" fmla="*/ 1752722 h 2344739"/>
              <a:gd name="connsiteX232" fmla="*/ 1 w 12192001"/>
              <a:gd name="connsiteY232" fmla="*/ 762497 h 2344739"/>
              <a:gd name="connsiteX233" fmla="*/ 0 w 12192001"/>
              <a:gd name="connsiteY233" fmla="*/ 762497 h 2344739"/>
              <a:gd name="connsiteX234" fmla="*/ 0 w 12192001"/>
              <a:gd name="connsiteY234" fmla="*/ 222213 h 2344739"/>
              <a:gd name="connsiteX235" fmla="*/ 0 w 12192001"/>
              <a:gd name="connsiteY235"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12228 w 12192001"/>
              <a:gd name="connsiteY22" fmla="*/ 797659 h 2344739"/>
              <a:gd name="connsiteX23" fmla="*/ 11748619 w 12192001"/>
              <a:gd name="connsiteY23" fmla="*/ 872002 h 2344739"/>
              <a:gd name="connsiteX24" fmla="*/ 11595155 w 12192001"/>
              <a:gd name="connsiteY24" fmla="*/ 918898 h 2344739"/>
              <a:gd name="connsiteX25" fmla="*/ 11306392 w 12192001"/>
              <a:gd name="connsiteY25" fmla="*/ 1272239 h 2344739"/>
              <a:gd name="connsiteX26" fmla="*/ 11415912 w 12192001"/>
              <a:gd name="connsiteY26" fmla="*/ 1173869 h 2344739"/>
              <a:gd name="connsiteX27" fmla="*/ 11245526 w 12192001"/>
              <a:gd name="connsiteY27" fmla="*/ 1274060 h 2344739"/>
              <a:gd name="connsiteX28" fmla="*/ 11227161 w 12192001"/>
              <a:gd name="connsiteY28" fmla="*/ 1276236 h 2344739"/>
              <a:gd name="connsiteX29" fmla="*/ 11216939 w 12192001"/>
              <a:gd name="connsiteY29" fmla="*/ 1275961 h 2344739"/>
              <a:gd name="connsiteX30" fmla="*/ 11216036 w 12192001"/>
              <a:gd name="connsiteY30" fmla="*/ 1275018 h 2344739"/>
              <a:gd name="connsiteX31" fmla="*/ 11187737 w 12192001"/>
              <a:gd name="connsiteY31" fmla="*/ 1292383 h 2344739"/>
              <a:gd name="connsiteX32" fmla="*/ 11183353 w 12192001"/>
              <a:gd name="connsiteY32" fmla="*/ 1292525 h 2344739"/>
              <a:gd name="connsiteX33" fmla="*/ 11165706 w 12192001"/>
              <a:gd name="connsiteY33" fmla="*/ 1306612 h 2344739"/>
              <a:gd name="connsiteX34" fmla="*/ 11156163 w 12192001"/>
              <a:gd name="connsiteY34" fmla="*/ 1312414 h 2344739"/>
              <a:gd name="connsiteX35" fmla="*/ 11154348 w 12192001"/>
              <a:gd name="connsiteY35" fmla="*/ 1317097 h 2344739"/>
              <a:gd name="connsiteX36" fmla="*/ 11139813 w 12192001"/>
              <a:gd name="connsiteY36" fmla="*/ 1324115 h 2344739"/>
              <a:gd name="connsiteX37" fmla="*/ 11137813 w 12192001"/>
              <a:gd name="connsiteY37" fmla="*/ 1323772 h 2344739"/>
              <a:gd name="connsiteX38" fmla="*/ 11127060 w 12192001"/>
              <a:gd name="connsiteY38" fmla="*/ 1333832 h 2344739"/>
              <a:gd name="connsiteX39" fmla="*/ 11119543 w 12192001"/>
              <a:gd name="connsiteY39" fmla="*/ 1347424 h 2344739"/>
              <a:gd name="connsiteX40" fmla="*/ 10893535 w 12192001"/>
              <a:gd name="connsiteY40" fmla="*/ 1473399 h 2344739"/>
              <a:gd name="connsiteX41" fmla="*/ 10772152 w 12192001"/>
              <a:gd name="connsiteY41" fmla="*/ 1523191 h 2344739"/>
              <a:gd name="connsiteX42" fmla="*/ 10626520 w 12192001"/>
              <a:gd name="connsiteY42" fmla="*/ 1559229 h 2344739"/>
              <a:gd name="connsiteX43" fmla="*/ 10580747 w 12192001"/>
              <a:gd name="connsiteY43" fmla="*/ 1568689 h 2344739"/>
              <a:gd name="connsiteX44" fmla="*/ 10546642 w 12192001"/>
              <a:gd name="connsiteY44" fmla="*/ 1598423 h 2344739"/>
              <a:gd name="connsiteX45" fmla="*/ 10528495 w 12192001"/>
              <a:gd name="connsiteY45" fmla="*/ 1596907 h 2344739"/>
              <a:gd name="connsiteX46" fmla="*/ 10525298 w 12192001"/>
              <a:gd name="connsiteY46" fmla="*/ 1596411 h 2344739"/>
              <a:gd name="connsiteX47" fmla="*/ 10513981 w 12192001"/>
              <a:gd name="connsiteY47" fmla="*/ 1599537 h 2344739"/>
              <a:gd name="connsiteX48" fmla="*/ 10490587 w 12192001"/>
              <a:gd name="connsiteY48" fmla="*/ 1594156 h 2344739"/>
              <a:gd name="connsiteX49" fmla="*/ 10470270 w 12192001"/>
              <a:gd name="connsiteY49" fmla="*/ 1601693 h 2344739"/>
              <a:gd name="connsiteX50" fmla="*/ 10375894 w 12192001"/>
              <a:gd name="connsiteY50" fmla="*/ 1644598 h 2344739"/>
              <a:gd name="connsiteX51" fmla="*/ 10318190 w 12192001"/>
              <a:gd name="connsiteY51" fmla="*/ 1666221 h 2344739"/>
              <a:gd name="connsiteX52" fmla="*/ 10294319 w 12192001"/>
              <a:gd name="connsiteY52" fmla="*/ 1668079 h 2344739"/>
              <a:gd name="connsiteX53" fmla="*/ 10262295 w 12192001"/>
              <a:gd name="connsiteY53" fmla="*/ 1674948 h 2344739"/>
              <a:gd name="connsiteX54" fmla="*/ 10204270 w 12192001"/>
              <a:gd name="connsiteY54" fmla="*/ 1682149 h 2344739"/>
              <a:gd name="connsiteX55" fmla="*/ 10176611 w 12192001"/>
              <a:gd name="connsiteY55" fmla="*/ 1692943 h 2344739"/>
              <a:gd name="connsiteX56" fmla="*/ 10163922 w 12192001"/>
              <a:gd name="connsiteY56" fmla="*/ 1693739 h 2344739"/>
              <a:gd name="connsiteX57" fmla="*/ 10155160 w 12192001"/>
              <a:gd name="connsiteY57" fmla="*/ 1707487 h 2344739"/>
              <a:gd name="connsiteX58" fmla="*/ 10117119 w 12192001"/>
              <a:gd name="connsiteY58" fmla="*/ 1731142 h 2344739"/>
              <a:gd name="connsiteX59" fmla="*/ 10100445 w 12192001"/>
              <a:gd name="connsiteY59" fmla="*/ 1742432 h 2344739"/>
              <a:gd name="connsiteX60" fmla="*/ 10082169 w 12192001"/>
              <a:gd name="connsiteY60" fmla="*/ 1743296 h 2344739"/>
              <a:gd name="connsiteX61" fmla="*/ 10039240 w 12192001"/>
              <a:gd name="connsiteY61" fmla="*/ 1741632 h 2344739"/>
              <a:gd name="connsiteX62" fmla="*/ 9960019 w 12192001"/>
              <a:gd name="connsiteY62" fmla="*/ 1757147 h 2344739"/>
              <a:gd name="connsiteX63" fmla="*/ 9847792 w 12192001"/>
              <a:gd name="connsiteY63" fmla="*/ 1763915 h 2344739"/>
              <a:gd name="connsiteX64" fmla="*/ 9728309 w 12192001"/>
              <a:gd name="connsiteY64" fmla="*/ 1784122 h 2344739"/>
              <a:gd name="connsiteX65" fmla="*/ 9584507 w 12192001"/>
              <a:gd name="connsiteY65" fmla="*/ 1795542 h 2344739"/>
              <a:gd name="connsiteX66" fmla="*/ 9343052 w 12192001"/>
              <a:gd name="connsiteY66" fmla="*/ 1841244 h 2344739"/>
              <a:gd name="connsiteX67" fmla="*/ 9231370 w 12192001"/>
              <a:gd name="connsiteY67" fmla="*/ 1893149 h 2344739"/>
              <a:gd name="connsiteX68" fmla="*/ 9194810 w 12192001"/>
              <a:gd name="connsiteY68" fmla="*/ 1903228 h 2344739"/>
              <a:gd name="connsiteX69" fmla="*/ 9189246 w 12192001"/>
              <a:gd name="connsiteY69" fmla="*/ 1912467 h 2344739"/>
              <a:gd name="connsiteX70" fmla="*/ 9151232 w 12192001"/>
              <a:gd name="connsiteY70" fmla="*/ 1923669 h 2344739"/>
              <a:gd name="connsiteX71" fmla="*/ 9150210 w 12192001"/>
              <a:gd name="connsiteY71" fmla="*/ 1922604 h 2344739"/>
              <a:gd name="connsiteX72" fmla="*/ 9137318 w 12192001"/>
              <a:gd name="connsiteY72" fmla="*/ 1920435 h 2344739"/>
              <a:gd name="connsiteX73" fmla="*/ 9113812 w 12192001"/>
              <a:gd name="connsiteY73" fmla="*/ 1919069 h 2344739"/>
              <a:gd name="connsiteX74" fmla="*/ 9053453 w 12192001"/>
              <a:gd name="connsiteY74" fmla="*/ 1910755 h 2344739"/>
              <a:gd name="connsiteX75" fmla="*/ 9005486 w 12192001"/>
              <a:gd name="connsiteY75" fmla="*/ 1914040 h 2344739"/>
              <a:gd name="connsiteX76" fmla="*/ 9005201 w 12192001"/>
              <a:gd name="connsiteY76" fmla="*/ 1913800 h 2344739"/>
              <a:gd name="connsiteX77" fmla="*/ 8996232 w 12192001"/>
              <a:gd name="connsiteY77" fmla="*/ 1915011 h 2344739"/>
              <a:gd name="connsiteX78" fmla="*/ 8990394 w 12192001"/>
              <a:gd name="connsiteY78" fmla="*/ 1917072 h 2344739"/>
              <a:gd name="connsiteX79" fmla="*/ 8974337 w 12192001"/>
              <a:gd name="connsiteY79" fmla="*/ 1920298 h 2344739"/>
              <a:gd name="connsiteX80" fmla="*/ 8968011 w 12192001"/>
              <a:gd name="connsiteY80" fmla="*/ 1919598 h 2344739"/>
              <a:gd name="connsiteX81" fmla="*/ 8963048 w 12192001"/>
              <a:gd name="connsiteY81" fmla="*/ 1917373 h 2344739"/>
              <a:gd name="connsiteX82" fmla="*/ 8928988 w 12192001"/>
              <a:gd name="connsiteY82" fmla="*/ 1914185 h 2344739"/>
              <a:gd name="connsiteX83" fmla="*/ 8752444 w 12192001"/>
              <a:gd name="connsiteY83" fmla="*/ 1933417 h 2344739"/>
              <a:gd name="connsiteX84" fmla="*/ 8707847 w 12192001"/>
              <a:gd name="connsiteY84" fmla="*/ 1935518 h 2344739"/>
              <a:gd name="connsiteX85" fmla="*/ 8596071 w 12192001"/>
              <a:gd name="connsiteY85" fmla="*/ 1944090 h 2344739"/>
              <a:gd name="connsiteX86" fmla="*/ 8525230 w 12192001"/>
              <a:gd name="connsiteY86" fmla="*/ 1929248 h 2344739"/>
              <a:gd name="connsiteX87" fmla="*/ 8510983 w 12192001"/>
              <a:gd name="connsiteY87" fmla="*/ 1935163 h 2344739"/>
              <a:gd name="connsiteX88" fmla="*/ 8506167 w 12192001"/>
              <a:gd name="connsiteY88" fmla="*/ 1938164 h 2344739"/>
              <a:gd name="connsiteX89" fmla="*/ 8497968 w 12192001"/>
              <a:gd name="connsiteY89" fmla="*/ 1940902 h 2344739"/>
              <a:gd name="connsiteX90" fmla="*/ 8497594 w 12192001"/>
              <a:gd name="connsiteY90" fmla="*/ 1940723 h 2344739"/>
              <a:gd name="connsiteX91" fmla="*/ 8490249 w 12192001"/>
              <a:gd name="connsiteY91" fmla="*/ 1943773 h 2344739"/>
              <a:gd name="connsiteX92" fmla="*/ 8367182 w 12192001"/>
              <a:gd name="connsiteY92" fmla="*/ 1957815 h 2344739"/>
              <a:gd name="connsiteX93" fmla="*/ 8353799 w 12192001"/>
              <a:gd name="connsiteY93" fmla="*/ 1958009 h 2344739"/>
              <a:gd name="connsiteX94" fmla="*/ 8352373 w 12192001"/>
              <a:gd name="connsiteY94" fmla="*/ 1957169 h 2344739"/>
              <a:gd name="connsiteX95" fmla="*/ 8320104 w 12192001"/>
              <a:gd name="connsiteY95" fmla="*/ 1974587 h 2344739"/>
              <a:gd name="connsiteX96" fmla="*/ 8314433 w 12192001"/>
              <a:gd name="connsiteY96" fmla="*/ 1974913 h 2344739"/>
              <a:gd name="connsiteX97" fmla="*/ 8295174 w 12192001"/>
              <a:gd name="connsiteY97" fmla="*/ 1988808 h 2344739"/>
              <a:gd name="connsiteX98" fmla="*/ 8284276 w 12192001"/>
              <a:gd name="connsiteY98" fmla="*/ 1994631 h 2344739"/>
              <a:gd name="connsiteX99" fmla="*/ 8283150 w 12192001"/>
              <a:gd name="connsiteY99" fmla="*/ 1999074 h 2344739"/>
              <a:gd name="connsiteX100" fmla="*/ 8266076 w 12192001"/>
              <a:gd name="connsiteY100" fmla="*/ 2006249 h 2344739"/>
              <a:gd name="connsiteX101" fmla="*/ 8263377 w 12192001"/>
              <a:gd name="connsiteY101" fmla="*/ 2006019 h 2344739"/>
              <a:gd name="connsiteX102" fmla="*/ 8252033 w 12192001"/>
              <a:gd name="connsiteY102" fmla="*/ 2015862 h 2344739"/>
              <a:gd name="connsiteX103" fmla="*/ 8245834 w 12192001"/>
              <a:gd name="connsiteY103" fmla="*/ 2028854 h 2344739"/>
              <a:gd name="connsiteX104" fmla="*/ 8090272 w 12192001"/>
              <a:gd name="connsiteY104" fmla="*/ 2075015 h 2344739"/>
              <a:gd name="connsiteX105" fmla="*/ 7905407 w 12192001"/>
              <a:gd name="connsiteY105" fmla="*/ 2116988 h 2344739"/>
              <a:gd name="connsiteX106" fmla="*/ 7718745 w 12192001"/>
              <a:gd name="connsiteY106" fmla="*/ 2142703 h 2344739"/>
              <a:gd name="connsiteX107" fmla="*/ 7614347 w 12192001"/>
              <a:gd name="connsiteY107" fmla="*/ 2139232 h 2344739"/>
              <a:gd name="connsiteX108" fmla="*/ 7527543 w 12192001"/>
              <a:gd name="connsiteY108" fmla="*/ 2145060 h 2344739"/>
              <a:gd name="connsiteX109" fmla="*/ 7519571 w 12192001"/>
              <a:gd name="connsiteY109" fmla="*/ 2147613 h 2344739"/>
              <a:gd name="connsiteX110" fmla="*/ 7507411 w 12192001"/>
              <a:gd name="connsiteY110" fmla="*/ 2148948 h 2344739"/>
              <a:gd name="connsiteX111" fmla="*/ 7507040 w 12192001"/>
              <a:gd name="connsiteY111" fmla="*/ 2148621 h 2344739"/>
              <a:gd name="connsiteX112" fmla="*/ 7495795 w 12192001"/>
              <a:gd name="connsiteY112" fmla="*/ 2150573 h 2344739"/>
              <a:gd name="connsiteX113" fmla="*/ 7405391 w 12192001"/>
              <a:gd name="connsiteY113" fmla="*/ 2142468 h 2344739"/>
              <a:gd name="connsiteX114" fmla="*/ 7312180 w 12192001"/>
              <a:gd name="connsiteY114" fmla="*/ 2132873 h 2344739"/>
              <a:gd name="connsiteX115" fmla="*/ 7310853 w 12192001"/>
              <a:gd name="connsiteY115" fmla="*/ 2131431 h 2344739"/>
              <a:gd name="connsiteX116" fmla="*/ 7218559 w 12192001"/>
              <a:gd name="connsiteY116" fmla="*/ 2156680 h 2344739"/>
              <a:gd name="connsiteX117" fmla="*/ 7201101 w 12192001"/>
              <a:gd name="connsiteY117" fmla="*/ 2161230 h 2344739"/>
              <a:gd name="connsiteX118" fmla="*/ 7197004 w 12192001"/>
              <a:gd name="connsiteY118" fmla="*/ 2166588 h 2344739"/>
              <a:gd name="connsiteX119" fmla="*/ 7170808 w 12192001"/>
              <a:gd name="connsiteY119" fmla="*/ 2171236 h 2344739"/>
              <a:gd name="connsiteX120" fmla="*/ 7096988 w 12192001"/>
              <a:gd name="connsiteY120" fmla="*/ 2183464 h 2344739"/>
              <a:gd name="connsiteX121" fmla="*/ 7018496 w 12192001"/>
              <a:gd name="connsiteY121" fmla="*/ 2183090 h 2344739"/>
              <a:gd name="connsiteX122" fmla="*/ 6904146 w 12192001"/>
              <a:gd name="connsiteY122" fmla="*/ 2212596 h 2344739"/>
              <a:gd name="connsiteX123" fmla="*/ 6708222 w 12192001"/>
              <a:gd name="connsiteY123" fmla="*/ 2240551 h 2344739"/>
              <a:gd name="connsiteX124" fmla="*/ 6549454 w 12192001"/>
              <a:gd name="connsiteY124" fmla="*/ 2269327 h 2344739"/>
              <a:gd name="connsiteX125" fmla="*/ 6317560 w 12192001"/>
              <a:gd name="connsiteY125" fmla="*/ 2316127 h 2344739"/>
              <a:gd name="connsiteX126" fmla="*/ 6168674 w 12192001"/>
              <a:gd name="connsiteY126" fmla="*/ 2318214 h 2344739"/>
              <a:gd name="connsiteX127" fmla="*/ 6073848 w 12192001"/>
              <a:gd name="connsiteY127" fmla="*/ 2338676 h 2344739"/>
              <a:gd name="connsiteX128" fmla="*/ 6068529 w 12192001"/>
              <a:gd name="connsiteY128" fmla="*/ 2337139 h 2344739"/>
              <a:gd name="connsiteX129" fmla="*/ 6048638 w 12192001"/>
              <a:gd name="connsiteY129" fmla="*/ 2337822 h 2344739"/>
              <a:gd name="connsiteX130" fmla="*/ 6041285 w 12192001"/>
              <a:gd name="connsiteY130" fmla="*/ 2329473 h 2344739"/>
              <a:gd name="connsiteX131" fmla="*/ 6010090 w 12192001"/>
              <a:gd name="connsiteY131" fmla="*/ 2324380 h 2344739"/>
              <a:gd name="connsiteX132" fmla="*/ 5957375 w 12192001"/>
              <a:gd name="connsiteY132" fmla="*/ 2328024 h 2344739"/>
              <a:gd name="connsiteX133" fmla="*/ 5758919 w 12192001"/>
              <a:gd name="connsiteY133" fmla="*/ 2343716 h 2344739"/>
              <a:gd name="connsiteX134" fmla="*/ 5626960 w 12192001"/>
              <a:gd name="connsiteY134" fmla="*/ 2344739 h 2344739"/>
              <a:gd name="connsiteX135" fmla="*/ 5470906 w 12192001"/>
              <a:gd name="connsiteY135" fmla="*/ 2330719 h 2344739"/>
              <a:gd name="connsiteX136" fmla="*/ 5432761 w 12192001"/>
              <a:gd name="connsiteY136" fmla="*/ 2319466 h 2344739"/>
              <a:gd name="connsiteX137" fmla="*/ 5381669 w 12192001"/>
              <a:gd name="connsiteY137" fmla="*/ 2301764 h 2344739"/>
              <a:gd name="connsiteX138" fmla="*/ 5261764 w 12192001"/>
              <a:gd name="connsiteY138" fmla="*/ 2281347 h 2344739"/>
              <a:gd name="connsiteX139" fmla="*/ 5222961 w 12192001"/>
              <a:gd name="connsiteY139" fmla="*/ 2270223 h 2344739"/>
              <a:gd name="connsiteX140" fmla="*/ 5174660 w 12192001"/>
              <a:gd name="connsiteY140" fmla="*/ 2267233 h 2344739"/>
              <a:gd name="connsiteX141" fmla="*/ 5156554 w 12192001"/>
              <a:gd name="connsiteY141" fmla="*/ 2260010 h 2344739"/>
              <a:gd name="connsiteX142" fmla="*/ 5142599 w 12192001"/>
              <a:gd name="connsiteY142" fmla="*/ 2256610 h 2344739"/>
              <a:gd name="connsiteX143" fmla="*/ 5139596 w 12192001"/>
              <a:gd name="connsiteY143" fmla="*/ 2254509 h 2344739"/>
              <a:gd name="connsiteX144" fmla="*/ 5121659 w 12192001"/>
              <a:gd name="connsiteY144" fmla="*/ 2243656 h 2344739"/>
              <a:gd name="connsiteX145" fmla="*/ 5065790 w 12192001"/>
              <a:gd name="connsiteY145" fmla="*/ 2250227 h 2344739"/>
              <a:gd name="connsiteX146" fmla="*/ 5011514 w 12192001"/>
              <a:gd name="connsiteY146" fmla="*/ 2233846 h 2344739"/>
              <a:gd name="connsiteX147" fmla="*/ 4840441 w 12192001"/>
              <a:gd name="connsiteY147" fmla="*/ 2209829 h 2344739"/>
              <a:gd name="connsiteX148" fmla="*/ 4762447 w 12192001"/>
              <a:gd name="connsiteY148" fmla="*/ 2182061 h 2344739"/>
              <a:gd name="connsiteX149" fmla="*/ 4723186 w 12192001"/>
              <a:gd name="connsiteY149" fmla="*/ 2173047 h 2344739"/>
              <a:gd name="connsiteX150" fmla="*/ 4721176 w 12192001"/>
              <a:gd name="connsiteY150" fmla="*/ 2172298 h 2344739"/>
              <a:gd name="connsiteX151" fmla="*/ 4722111 w 12192001"/>
              <a:gd name="connsiteY151" fmla="*/ 2172087 h 2344739"/>
              <a:gd name="connsiteX152" fmla="*/ 4717202 w 12192001"/>
              <a:gd name="connsiteY152" fmla="*/ 2170817 h 2344739"/>
              <a:gd name="connsiteX153" fmla="*/ 4721176 w 12192001"/>
              <a:gd name="connsiteY153" fmla="*/ 2172298 h 2344739"/>
              <a:gd name="connsiteX154" fmla="*/ 4715526 w 12192001"/>
              <a:gd name="connsiteY154" fmla="*/ 2173573 h 2344739"/>
              <a:gd name="connsiteX155" fmla="*/ 4515814 w 12192001"/>
              <a:gd name="connsiteY155" fmla="*/ 2163671 h 2344739"/>
              <a:gd name="connsiteX156" fmla="*/ 4428543 w 12192001"/>
              <a:gd name="connsiteY156" fmla="*/ 2153020 h 2344739"/>
              <a:gd name="connsiteX157" fmla="*/ 4362875 w 12192001"/>
              <a:gd name="connsiteY157" fmla="*/ 2151674 h 2344739"/>
              <a:gd name="connsiteX158" fmla="*/ 4316966 w 12192001"/>
              <a:gd name="connsiteY158" fmla="*/ 2158289 h 2344739"/>
              <a:gd name="connsiteX159" fmla="*/ 4315110 w 12192001"/>
              <a:gd name="connsiteY159" fmla="*/ 2156948 h 2344739"/>
              <a:gd name="connsiteX160" fmla="*/ 4295144 w 12192001"/>
              <a:gd name="connsiteY160" fmla="*/ 2155069 h 2344739"/>
              <a:gd name="connsiteX161" fmla="*/ 4290064 w 12192001"/>
              <a:gd name="connsiteY161" fmla="*/ 2157986 h 2344739"/>
              <a:gd name="connsiteX162" fmla="*/ 4276142 w 12192001"/>
              <a:gd name="connsiteY162" fmla="*/ 2157740 h 2344739"/>
              <a:gd name="connsiteX163" fmla="*/ 4248117 w 12192001"/>
              <a:gd name="connsiteY163" fmla="*/ 2160064 h 2344739"/>
              <a:gd name="connsiteX164" fmla="*/ 4202051 w 12192001"/>
              <a:gd name="connsiteY164" fmla="*/ 2157269 h 2344739"/>
              <a:gd name="connsiteX165" fmla="*/ 4201745 w 12192001"/>
              <a:gd name="connsiteY165" fmla="*/ 2156010 h 2344739"/>
              <a:gd name="connsiteX166" fmla="*/ 4191248 w 12192001"/>
              <a:gd name="connsiteY166" fmla="*/ 2150376 h 2344739"/>
              <a:gd name="connsiteX167" fmla="*/ 4142745 w 12192001"/>
              <a:gd name="connsiteY167" fmla="*/ 2134511 h 2344739"/>
              <a:gd name="connsiteX168" fmla="*/ 4083097 w 12192001"/>
              <a:gd name="connsiteY168" fmla="*/ 2107978 h 2344739"/>
              <a:gd name="connsiteX169" fmla="*/ 4074546 w 12192001"/>
              <a:gd name="connsiteY169" fmla="*/ 2107143 h 2344739"/>
              <a:gd name="connsiteX170" fmla="*/ 4074427 w 12192001"/>
              <a:gd name="connsiteY170" fmla="*/ 2106844 h 2344739"/>
              <a:gd name="connsiteX171" fmla="*/ 4065510 w 12192001"/>
              <a:gd name="connsiteY171" fmla="*/ 2105400 h 2344739"/>
              <a:gd name="connsiteX172" fmla="*/ 4058954 w 12192001"/>
              <a:gd name="connsiteY172" fmla="*/ 2105618 h 2344739"/>
              <a:gd name="connsiteX173" fmla="*/ 4042364 w 12192001"/>
              <a:gd name="connsiteY173" fmla="*/ 2103997 h 2344739"/>
              <a:gd name="connsiteX174" fmla="*/ 4036997 w 12192001"/>
              <a:gd name="connsiteY174" fmla="*/ 2101563 h 2344739"/>
              <a:gd name="connsiteX175" fmla="*/ 4035363 w 12192001"/>
              <a:gd name="connsiteY175" fmla="*/ 2097896 h 2344739"/>
              <a:gd name="connsiteX176" fmla="*/ 4033778 w 12192001"/>
              <a:gd name="connsiteY176" fmla="*/ 2098131 h 2344739"/>
              <a:gd name="connsiteX177" fmla="*/ 4004538 w 12192001"/>
              <a:gd name="connsiteY177" fmla="*/ 2085563 h 2344739"/>
              <a:gd name="connsiteX178" fmla="*/ 3936846 w 12192001"/>
              <a:gd name="connsiteY178" fmla="*/ 2068106 h 2344739"/>
              <a:gd name="connsiteX179" fmla="*/ 3897275 w 12192001"/>
              <a:gd name="connsiteY179" fmla="*/ 2062451 h 2344739"/>
              <a:gd name="connsiteX180" fmla="*/ 3789760 w 12192001"/>
              <a:gd name="connsiteY180" fmla="*/ 2042213 h 2344739"/>
              <a:gd name="connsiteX181" fmla="*/ 3682513 w 12192001"/>
              <a:gd name="connsiteY181" fmla="*/ 2018290 h 2344739"/>
              <a:gd name="connsiteX182" fmla="*/ 3610035 w 12192001"/>
              <a:gd name="connsiteY182" fmla="*/ 1986019 h 2344739"/>
              <a:gd name="connsiteX183" fmla="*/ 3603855 w 12192001"/>
              <a:gd name="connsiteY183" fmla="*/ 1987381 h 2344739"/>
              <a:gd name="connsiteX184" fmla="*/ 3594736 w 12192001"/>
              <a:gd name="connsiteY184" fmla="*/ 1987545 h 2344739"/>
              <a:gd name="connsiteX185" fmla="*/ 3594501 w 12192001"/>
              <a:gd name="connsiteY185" fmla="*/ 1987276 h 2344739"/>
              <a:gd name="connsiteX186" fmla="*/ 3585978 w 12192001"/>
              <a:gd name="connsiteY186" fmla="*/ 1987966 h 2344739"/>
              <a:gd name="connsiteX187" fmla="*/ 3536135 w 12192001"/>
              <a:gd name="connsiteY187" fmla="*/ 1978267 h 2344739"/>
              <a:gd name="connsiteX188" fmla="*/ 3473223 w 12192001"/>
              <a:gd name="connsiteY188" fmla="*/ 1974606 h 2344739"/>
              <a:gd name="connsiteX189" fmla="*/ 3400728 w 12192001"/>
              <a:gd name="connsiteY189" fmla="*/ 1962558 h 2344739"/>
              <a:gd name="connsiteX190" fmla="*/ 3363888 w 12192001"/>
              <a:gd name="connsiteY190" fmla="*/ 1979510 h 2344739"/>
              <a:gd name="connsiteX191" fmla="*/ 3344026 w 12192001"/>
              <a:gd name="connsiteY191" fmla="*/ 1981192 h 2344739"/>
              <a:gd name="connsiteX192" fmla="*/ 3341698 w 12192001"/>
              <a:gd name="connsiteY192" fmla="*/ 1980217 h 2344739"/>
              <a:gd name="connsiteX193" fmla="*/ 3262356 w 12192001"/>
              <a:gd name="connsiteY193" fmla="*/ 1986094 h 2344739"/>
              <a:gd name="connsiteX194" fmla="*/ 3142556 w 12192001"/>
              <a:gd name="connsiteY194" fmla="*/ 1993869 h 2344739"/>
              <a:gd name="connsiteX195" fmla="*/ 3030291 w 12192001"/>
              <a:gd name="connsiteY195" fmla="*/ 1996512 h 2344739"/>
              <a:gd name="connsiteX196" fmla="*/ 2781569 w 12192001"/>
              <a:gd name="connsiteY196" fmla="*/ 2018333 h 2344739"/>
              <a:gd name="connsiteX197" fmla="*/ 2646527 w 12192001"/>
              <a:gd name="connsiteY197" fmla="*/ 2028869 h 2344739"/>
              <a:gd name="connsiteX198" fmla="*/ 2568028 w 12192001"/>
              <a:gd name="connsiteY198" fmla="*/ 2002628 h 2344739"/>
              <a:gd name="connsiteX199" fmla="*/ 2443255 w 12192001"/>
              <a:gd name="connsiteY199" fmla="*/ 2016529 h 2344739"/>
              <a:gd name="connsiteX200" fmla="*/ 2315112 w 12192001"/>
              <a:gd name="connsiteY200" fmla="*/ 2024996 h 2344739"/>
              <a:gd name="connsiteX201" fmla="*/ 2208578 w 12192001"/>
              <a:gd name="connsiteY201" fmla="*/ 2019763 h 2344739"/>
              <a:gd name="connsiteX202" fmla="*/ 2094665 w 12192001"/>
              <a:gd name="connsiteY202" fmla="*/ 2003052 h 2344739"/>
              <a:gd name="connsiteX203" fmla="*/ 1997356 w 12192001"/>
              <a:gd name="connsiteY203" fmla="*/ 1995032 h 2344739"/>
              <a:gd name="connsiteX204" fmla="*/ 1928172 w 12192001"/>
              <a:gd name="connsiteY204" fmla="*/ 2016977 h 2344739"/>
              <a:gd name="connsiteX205" fmla="*/ 1921650 w 12192001"/>
              <a:gd name="connsiteY205" fmla="*/ 2012146 h 2344739"/>
              <a:gd name="connsiteX206" fmla="*/ 1873080 w 12192001"/>
              <a:gd name="connsiteY206" fmla="*/ 2013741 h 2344739"/>
              <a:gd name="connsiteX207" fmla="*/ 1786655 w 12192001"/>
              <a:gd name="connsiteY207" fmla="*/ 2041363 h 2344739"/>
              <a:gd name="connsiteX208" fmla="*/ 1738204 w 12192001"/>
              <a:gd name="connsiteY208" fmla="*/ 2036312 h 2344739"/>
              <a:gd name="connsiteX209" fmla="*/ 1675071 w 12192001"/>
              <a:gd name="connsiteY209" fmla="*/ 2019963 h 2344739"/>
              <a:gd name="connsiteX210" fmla="*/ 1608669 w 12192001"/>
              <a:gd name="connsiteY210" fmla="*/ 2013066 h 2344739"/>
              <a:gd name="connsiteX211" fmla="*/ 1496110 w 12192001"/>
              <a:gd name="connsiteY211" fmla="*/ 1987476 h 2344739"/>
              <a:gd name="connsiteX212" fmla="*/ 1149979 w 12192001"/>
              <a:gd name="connsiteY212" fmla="*/ 1938041 h 2344739"/>
              <a:gd name="connsiteX213" fmla="*/ 858269 w 12192001"/>
              <a:gd name="connsiteY213" fmla="*/ 1928608 h 2344739"/>
              <a:gd name="connsiteX214" fmla="*/ 837540 w 12192001"/>
              <a:gd name="connsiteY214" fmla="*/ 1929821 h 2344739"/>
              <a:gd name="connsiteX215" fmla="*/ 816809 w 12192001"/>
              <a:gd name="connsiteY215" fmla="*/ 1927857 h 2344739"/>
              <a:gd name="connsiteX216" fmla="*/ 811506 w 12192001"/>
              <a:gd name="connsiteY216" fmla="*/ 1930751 h 2344739"/>
              <a:gd name="connsiteX217" fmla="*/ 797041 w 12192001"/>
              <a:gd name="connsiteY217" fmla="*/ 1930446 h 2344739"/>
              <a:gd name="connsiteX218" fmla="*/ 767901 w 12192001"/>
              <a:gd name="connsiteY218" fmla="*/ 1932653 h 2344739"/>
              <a:gd name="connsiteX219" fmla="*/ 763053 w 12192001"/>
              <a:gd name="connsiteY219" fmla="*/ 1930432 h 2344739"/>
              <a:gd name="connsiteX220" fmla="*/ 720047 w 12192001"/>
              <a:gd name="connsiteY220" fmla="*/ 1929661 h 2344739"/>
              <a:gd name="connsiteX221" fmla="*/ 719742 w 12192001"/>
              <a:gd name="connsiteY221" fmla="*/ 1928399 h 2344739"/>
              <a:gd name="connsiteX222" fmla="*/ 708875 w 12192001"/>
              <a:gd name="connsiteY222" fmla="*/ 1922722 h 2344739"/>
              <a:gd name="connsiteX223" fmla="*/ 596792 w 12192001"/>
              <a:gd name="connsiteY223" fmla="*/ 1879864 h 2344739"/>
              <a:gd name="connsiteX224" fmla="*/ 578535 w 12192001"/>
              <a:gd name="connsiteY224" fmla="*/ 1877212 h 2344739"/>
              <a:gd name="connsiteX225" fmla="*/ 571717 w 12192001"/>
              <a:gd name="connsiteY225" fmla="*/ 1877401 h 2344739"/>
              <a:gd name="connsiteX226" fmla="*/ 445099 w 12192001"/>
              <a:gd name="connsiteY226" fmla="*/ 1839371 h 2344739"/>
              <a:gd name="connsiteX227" fmla="*/ 404015 w 12192001"/>
              <a:gd name="connsiteY227" fmla="*/ 1833548 h 2344739"/>
              <a:gd name="connsiteX228" fmla="*/ 292435 w 12192001"/>
              <a:gd name="connsiteY228" fmla="*/ 1812852 h 2344739"/>
              <a:gd name="connsiteX229" fmla="*/ 118381 w 12192001"/>
              <a:gd name="connsiteY229" fmla="*/ 1761047 h 2344739"/>
              <a:gd name="connsiteX230" fmla="*/ 15526 w 12192001"/>
              <a:gd name="connsiteY230" fmla="*/ 1758191 h 2344739"/>
              <a:gd name="connsiteX231" fmla="*/ 2 w 12192001"/>
              <a:gd name="connsiteY231" fmla="*/ 1752722 h 2344739"/>
              <a:gd name="connsiteX232" fmla="*/ 1 w 12192001"/>
              <a:gd name="connsiteY232" fmla="*/ 762497 h 2344739"/>
              <a:gd name="connsiteX233" fmla="*/ 0 w 12192001"/>
              <a:gd name="connsiteY233" fmla="*/ 762497 h 2344739"/>
              <a:gd name="connsiteX234" fmla="*/ 0 w 12192001"/>
              <a:gd name="connsiteY234" fmla="*/ 222213 h 2344739"/>
              <a:gd name="connsiteX235" fmla="*/ 0 w 12192001"/>
              <a:gd name="connsiteY235"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12228 w 12192001"/>
              <a:gd name="connsiteY22" fmla="*/ 797659 h 2344739"/>
              <a:gd name="connsiteX23" fmla="*/ 11748619 w 12192001"/>
              <a:gd name="connsiteY23" fmla="*/ 872002 h 2344739"/>
              <a:gd name="connsiteX24" fmla="*/ 11595155 w 12192001"/>
              <a:gd name="connsiteY24" fmla="*/ 918898 h 2344739"/>
              <a:gd name="connsiteX25" fmla="*/ 11306392 w 12192001"/>
              <a:gd name="connsiteY25" fmla="*/ 1272239 h 2344739"/>
              <a:gd name="connsiteX26" fmla="*/ 11415912 w 12192001"/>
              <a:gd name="connsiteY26" fmla="*/ 1173869 h 2344739"/>
              <a:gd name="connsiteX27" fmla="*/ 11245526 w 12192001"/>
              <a:gd name="connsiteY27" fmla="*/ 1274060 h 2344739"/>
              <a:gd name="connsiteX28" fmla="*/ 11227161 w 12192001"/>
              <a:gd name="connsiteY28" fmla="*/ 1276236 h 2344739"/>
              <a:gd name="connsiteX29" fmla="*/ 11216939 w 12192001"/>
              <a:gd name="connsiteY29" fmla="*/ 1275961 h 2344739"/>
              <a:gd name="connsiteX30" fmla="*/ 11216036 w 12192001"/>
              <a:gd name="connsiteY30" fmla="*/ 1275018 h 2344739"/>
              <a:gd name="connsiteX31" fmla="*/ 11187737 w 12192001"/>
              <a:gd name="connsiteY31" fmla="*/ 1292383 h 2344739"/>
              <a:gd name="connsiteX32" fmla="*/ 11183353 w 12192001"/>
              <a:gd name="connsiteY32" fmla="*/ 1292525 h 2344739"/>
              <a:gd name="connsiteX33" fmla="*/ 11165706 w 12192001"/>
              <a:gd name="connsiteY33" fmla="*/ 1306612 h 2344739"/>
              <a:gd name="connsiteX34" fmla="*/ 11156163 w 12192001"/>
              <a:gd name="connsiteY34" fmla="*/ 1312414 h 2344739"/>
              <a:gd name="connsiteX35" fmla="*/ 11154348 w 12192001"/>
              <a:gd name="connsiteY35" fmla="*/ 1317097 h 2344739"/>
              <a:gd name="connsiteX36" fmla="*/ 11139813 w 12192001"/>
              <a:gd name="connsiteY36" fmla="*/ 1324115 h 2344739"/>
              <a:gd name="connsiteX37" fmla="*/ 11137813 w 12192001"/>
              <a:gd name="connsiteY37" fmla="*/ 1323772 h 2344739"/>
              <a:gd name="connsiteX38" fmla="*/ 11127060 w 12192001"/>
              <a:gd name="connsiteY38" fmla="*/ 1333832 h 2344739"/>
              <a:gd name="connsiteX39" fmla="*/ 11119543 w 12192001"/>
              <a:gd name="connsiteY39" fmla="*/ 1347424 h 2344739"/>
              <a:gd name="connsiteX40" fmla="*/ 10893535 w 12192001"/>
              <a:gd name="connsiteY40" fmla="*/ 1473399 h 2344739"/>
              <a:gd name="connsiteX41" fmla="*/ 10772152 w 12192001"/>
              <a:gd name="connsiteY41" fmla="*/ 1523191 h 2344739"/>
              <a:gd name="connsiteX42" fmla="*/ 10626520 w 12192001"/>
              <a:gd name="connsiteY42" fmla="*/ 1559229 h 2344739"/>
              <a:gd name="connsiteX43" fmla="*/ 10580747 w 12192001"/>
              <a:gd name="connsiteY43" fmla="*/ 1568689 h 2344739"/>
              <a:gd name="connsiteX44" fmla="*/ 10546642 w 12192001"/>
              <a:gd name="connsiteY44" fmla="*/ 1598423 h 2344739"/>
              <a:gd name="connsiteX45" fmla="*/ 10528495 w 12192001"/>
              <a:gd name="connsiteY45" fmla="*/ 1596907 h 2344739"/>
              <a:gd name="connsiteX46" fmla="*/ 10525298 w 12192001"/>
              <a:gd name="connsiteY46" fmla="*/ 1596411 h 2344739"/>
              <a:gd name="connsiteX47" fmla="*/ 10513981 w 12192001"/>
              <a:gd name="connsiteY47" fmla="*/ 1599537 h 2344739"/>
              <a:gd name="connsiteX48" fmla="*/ 10490587 w 12192001"/>
              <a:gd name="connsiteY48" fmla="*/ 1594156 h 2344739"/>
              <a:gd name="connsiteX49" fmla="*/ 10470270 w 12192001"/>
              <a:gd name="connsiteY49" fmla="*/ 1601693 h 2344739"/>
              <a:gd name="connsiteX50" fmla="*/ 10375894 w 12192001"/>
              <a:gd name="connsiteY50" fmla="*/ 1644598 h 2344739"/>
              <a:gd name="connsiteX51" fmla="*/ 10318190 w 12192001"/>
              <a:gd name="connsiteY51" fmla="*/ 1666221 h 2344739"/>
              <a:gd name="connsiteX52" fmla="*/ 10294319 w 12192001"/>
              <a:gd name="connsiteY52" fmla="*/ 1668079 h 2344739"/>
              <a:gd name="connsiteX53" fmla="*/ 10262295 w 12192001"/>
              <a:gd name="connsiteY53" fmla="*/ 1674948 h 2344739"/>
              <a:gd name="connsiteX54" fmla="*/ 10204270 w 12192001"/>
              <a:gd name="connsiteY54" fmla="*/ 1682149 h 2344739"/>
              <a:gd name="connsiteX55" fmla="*/ 10176611 w 12192001"/>
              <a:gd name="connsiteY55" fmla="*/ 1692943 h 2344739"/>
              <a:gd name="connsiteX56" fmla="*/ 10163922 w 12192001"/>
              <a:gd name="connsiteY56" fmla="*/ 1693739 h 2344739"/>
              <a:gd name="connsiteX57" fmla="*/ 10155160 w 12192001"/>
              <a:gd name="connsiteY57" fmla="*/ 1707487 h 2344739"/>
              <a:gd name="connsiteX58" fmla="*/ 10117119 w 12192001"/>
              <a:gd name="connsiteY58" fmla="*/ 1731142 h 2344739"/>
              <a:gd name="connsiteX59" fmla="*/ 10100445 w 12192001"/>
              <a:gd name="connsiteY59" fmla="*/ 1742432 h 2344739"/>
              <a:gd name="connsiteX60" fmla="*/ 10082169 w 12192001"/>
              <a:gd name="connsiteY60" fmla="*/ 1743296 h 2344739"/>
              <a:gd name="connsiteX61" fmla="*/ 10039240 w 12192001"/>
              <a:gd name="connsiteY61" fmla="*/ 1741632 h 2344739"/>
              <a:gd name="connsiteX62" fmla="*/ 9960019 w 12192001"/>
              <a:gd name="connsiteY62" fmla="*/ 1757147 h 2344739"/>
              <a:gd name="connsiteX63" fmla="*/ 9847792 w 12192001"/>
              <a:gd name="connsiteY63" fmla="*/ 1763915 h 2344739"/>
              <a:gd name="connsiteX64" fmla="*/ 9728309 w 12192001"/>
              <a:gd name="connsiteY64" fmla="*/ 1784122 h 2344739"/>
              <a:gd name="connsiteX65" fmla="*/ 9584507 w 12192001"/>
              <a:gd name="connsiteY65" fmla="*/ 1795542 h 2344739"/>
              <a:gd name="connsiteX66" fmla="*/ 9343052 w 12192001"/>
              <a:gd name="connsiteY66" fmla="*/ 1841244 h 2344739"/>
              <a:gd name="connsiteX67" fmla="*/ 9231370 w 12192001"/>
              <a:gd name="connsiteY67" fmla="*/ 1893149 h 2344739"/>
              <a:gd name="connsiteX68" fmla="*/ 9194810 w 12192001"/>
              <a:gd name="connsiteY68" fmla="*/ 1903228 h 2344739"/>
              <a:gd name="connsiteX69" fmla="*/ 9189246 w 12192001"/>
              <a:gd name="connsiteY69" fmla="*/ 1912467 h 2344739"/>
              <a:gd name="connsiteX70" fmla="*/ 9151232 w 12192001"/>
              <a:gd name="connsiteY70" fmla="*/ 1923669 h 2344739"/>
              <a:gd name="connsiteX71" fmla="*/ 9150210 w 12192001"/>
              <a:gd name="connsiteY71" fmla="*/ 1922604 h 2344739"/>
              <a:gd name="connsiteX72" fmla="*/ 9137318 w 12192001"/>
              <a:gd name="connsiteY72" fmla="*/ 1920435 h 2344739"/>
              <a:gd name="connsiteX73" fmla="*/ 9113812 w 12192001"/>
              <a:gd name="connsiteY73" fmla="*/ 1919069 h 2344739"/>
              <a:gd name="connsiteX74" fmla="*/ 9053453 w 12192001"/>
              <a:gd name="connsiteY74" fmla="*/ 1910755 h 2344739"/>
              <a:gd name="connsiteX75" fmla="*/ 9005486 w 12192001"/>
              <a:gd name="connsiteY75" fmla="*/ 1914040 h 2344739"/>
              <a:gd name="connsiteX76" fmla="*/ 9005201 w 12192001"/>
              <a:gd name="connsiteY76" fmla="*/ 1913800 h 2344739"/>
              <a:gd name="connsiteX77" fmla="*/ 8996232 w 12192001"/>
              <a:gd name="connsiteY77" fmla="*/ 1915011 h 2344739"/>
              <a:gd name="connsiteX78" fmla="*/ 8990394 w 12192001"/>
              <a:gd name="connsiteY78" fmla="*/ 1917072 h 2344739"/>
              <a:gd name="connsiteX79" fmla="*/ 8974337 w 12192001"/>
              <a:gd name="connsiteY79" fmla="*/ 1920298 h 2344739"/>
              <a:gd name="connsiteX80" fmla="*/ 8968011 w 12192001"/>
              <a:gd name="connsiteY80" fmla="*/ 1919598 h 2344739"/>
              <a:gd name="connsiteX81" fmla="*/ 8963048 w 12192001"/>
              <a:gd name="connsiteY81" fmla="*/ 1917373 h 2344739"/>
              <a:gd name="connsiteX82" fmla="*/ 8928988 w 12192001"/>
              <a:gd name="connsiteY82" fmla="*/ 1914185 h 2344739"/>
              <a:gd name="connsiteX83" fmla="*/ 8752444 w 12192001"/>
              <a:gd name="connsiteY83" fmla="*/ 1933417 h 2344739"/>
              <a:gd name="connsiteX84" fmla="*/ 8707847 w 12192001"/>
              <a:gd name="connsiteY84" fmla="*/ 1935518 h 2344739"/>
              <a:gd name="connsiteX85" fmla="*/ 8596071 w 12192001"/>
              <a:gd name="connsiteY85" fmla="*/ 1944090 h 2344739"/>
              <a:gd name="connsiteX86" fmla="*/ 8525230 w 12192001"/>
              <a:gd name="connsiteY86" fmla="*/ 1929248 h 2344739"/>
              <a:gd name="connsiteX87" fmla="*/ 8510983 w 12192001"/>
              <a:gd name="connsiteY87" fmla="*/ 1935163 h 2344739"/>
              <a:gd name="connsiteX88" fmla="*/ 8506167 w 12192001"/>
              <a:gd name="connsiteY88" fmla="*/ 1938164 h 2344739"/>
              <a:gd name="connsiteX89" fmla="*/ 8497968 w 12192001"/>
              <a:gd name="connsiteY89" fmla="*/ 1940902 h 2344739"/>
              <a:gd name="connsiteX90" fmla="*/ 8497594 w 12192001"/>
              <a:gd name="connsiteY90" fmla="*/ 1940723 h 2344739"/>
              <a:gd name="connsiteX91" fmla="*/ 8490249 w 12192001"/>
              <a:gd name="connsiteY91" fmla="*/ 1943773 h 2344739"/>
              <a:gd name="connsiteX92" fmla="*/ 8367182 w 12192001"/>
              <a:gd name="connsiteY92" fmla="*/ 1957815 h 2344739"/>
              <a:gd name="connsiteX93" fmla="*/ 8353799 w 12192001"/>
              <a:gd name="connsiteY93" fmla="*/ 1958009 h 2344739"/>
              <a:gd name="connsiteX94" fmla="*/ 8352373 w 12192001"/>
              <a:gd name="connsiteY94" fmla="*/ 1957169 h 2344739"/>
              <a:gd name="connsiteX95" fmla="*/ 8320104 w 12192001"/>
              <a:gd name="connsiteY95" fmla="*/ 1974587 h 2344739"/>
              <a:gd name="connsiteX96" fmla="*/ 8314433 w 12192001"/>
              <a:gd name="connsiteY96" fmla="*/ 1974913 h 2344739"/>
              <a:gd name="connsiteX97" fmla="*/ 8295174 w 12192001"/>
              <a:gd name="connsiteY97" fmla="*/ 1988808 h 2344739"/>
              <a:gd name="connsiteX98" fmla="*/ 8284276 w 12192001"/>
              <a:gd name="connsiteY98" fmla="*/ 1994631 h 2344739"/>
              <a:gd name="connsiteX99" fmla="*/ 8283150 w 12192001"/>
              <a:gd name="connsiteY99" fmla="*/ 1999074 h 2344739"/>
              <a:gd name="connsiteX100" fmla="*/ 8266076 w 12192001"/>
              <a:gd name="connsiteY100" fmla="*/ 2006249 h 2344739"/>
              <a:gd name="connsiteX101" fmla="*/ 8263377 w 12192001"/>
              <a:gd name="connsiteY101" fmla="*/ 2006019 h 2344739"/>
              <a:gd name="connsiteX102" fmla="*/ 8252033 w 12192001"/>
              <a:gd name="connsiteY102" fmla="*/ 2015862 h 2344739"/>
              <a:gd name="connsiteX103" fmla="*/ 8245834 w 12192001"/>
              <a:gd name="connsiteY103" fmla="*/ 2028854 h 2344739"/>
              <a:gd name="connsiteX104" fmla="*/ 8090272 w 12192001"/>
              <a:gd name="connsiteY104" fmla="*/ 2075015 h 2344739"/>
              <a:gd name="connsiteX105" fmla="*/ 7905407 w 12192001"/>
              <a:gd name="connsiteY105" fmla="*/ 2116988 h 2344739"/>
              <a:gd name="connsiteX106" fmla="*/ 7718745 w 12192001"/>
              <a:gd name="connsiteY106" fmla="*/ 2142703 h 2344739"/>
              <a:gd name="connsiteX107" fmla="*/ 7614347 w 12192001"/>
              <a:gd name="connsiteY107" fmla="*/ 2139232 h 2344739"/>
              <a:gd name="connsiteX108" fmla="*/ 7527543 w 12192001"/>
              <a:gd name="connsiteY108" fmla="*/ 2145060 h 2344739"/>
              <a:gd name="connsiteX109" fmla="*/ 7519571 w 12192001"/>
              <a:gd name="connsiteY109" fmla="*/ 2147613 h 2344739"/>
              <a:gd name="connsiteX110" fmla="*/ 7507411 w 12192001"/>
              <a:gd name="connsiteY110" fmla="*/ 2148948 h 2344739"/>
              <a:gd name="connsiteX111" fmla="*/ 7507040 w 12192001"/>
              <a:gd name="connsiteY111" fmla="*/ 2148621 h 2344739"/>
              <a:gd name="connsiteX112" fmla="*/ 7495795 w 12192001"/>
              <a:gd name="connsiteY112" fmla="*/ 2150573 h 2344739"/>
              <a:gd name="connsiteX113" fmla="*/ 7405391 w 12192001"/>
              <a:gd name="connsiteY113" fmla="*/ 2142468 h 2344739"/>
              <a:gd name="connsiteX114" fmla="*/ 7312180 w 12192001"/>
              <a:gd name="connsiteY114" fmla="*/ 2132873 h 2344739"/>
              <a:gd name="connsiteX115" fmla="*/ 7310853 w 12192001"/>
              <a:gd name="connsiteY115" fmla="*/ 2131431 h 2344739"/>
              <a:gd name="connsiteX116" fmla="*/ 7218559 w 12192001"/>
              <a:gd name="connsiteY116" fmla="*/ 2156680 h 2344739"/>
              <a:gd name="connsiteX117" fmla="*/ 7201101 w 12192001"/>
              <a:gd name="connsiteY117" fmla="*/ 2161230 h 2344739"/>
              <a:gd name="connsiteX118" fmla="*/ 7197004 w 12192001"/>
              <a:gd name="connsiteY118" fmla="*/ 2166588 h 2344739"/>
              <a:gd name="connsiteX119" fmla="*/ 7170808 w 12192001"/>
              <a:gd name="connsiteY119" fmla="*/ 2171236 h 2344739"/>
              <a:gd name="connsiteX120" fmla="*/ 7096988 w 12192001"/>
              <a:gd name="connsiteY120" fmla="*/ 2183464 h 2344739"/>
              <a:gd name="connsiteX121" fmla="*/ 7018496 w 12192001"/>
              <a:gd name="connsiteY121" fmla="*/ 2183090 h 2344739"/>
              <a:gd name="connsiteX122" fmla="*/ 6904146 w 12192001"/>
              <a:gd name="connsiteY122" fmla="*/ 2212596 h 2344739"/>
              <a:gd name="connsiteX123" fmla="*/ 6708222 w 12192001"/>
              <a:gd name="connsiteY123" fmla="*/ 2240551 h 2344739"/>
              <a:gd name="connsiteX124" fmla="*/ 6549454 w 12192001"/>
              <a:gd name="connsiteY124" fmla="*/ 2269327 h 2344739"/>
              <a:gd name="connsiteX125" fmla="*/ 6317560 w 12192001"/>
              <a:gd name="connsiteY125" fmla="*/ 2316127 h 2344739"/>
              <a:gd name="connsiteX126" fmla="*/ 6168674 w 12192001"/>
              <a:gd name="connsiteY126" fmla="*/ 2318214 h 2344739"/>
              <a:gd name="connsiteX127" fmla="*/ 6073848 w 12192001"/>
              <a:gd name="connsiteY127" fmla="*/ 2338676 h 2344739"/>
              <a:gd name="connsiteX128" fmla="*/ 6068529 w 12192001"/>
              <a:gd name="connsiteY128" fmla="*/ 2337139 h 2344739"/>
              <a:gd name="connsiteX129" fmla="*/ 6048638 w 12192001"/>
              <a:gd name="connsiteY129" fmla="*/ 2337822 h 2344739"/>
              <a:gd name="connsiteX130" fmla="*/ 6041285 w 12192001"/>
              <a:gd name="connsiteY130" fmla="*/ 2329473 h 2344739"/>
              <a:gd name="connsiteX131" fmla="*/ 6010090 w 12192001"/>
              <a:gd name="connsiteY131" fmla="*/ 2324380 h 2344739"/>
              <a:gd name="connsiteX132" fmla="*/ 5957375 w 12192001"/>
              <a:gd name="connsiteY132" fmla="*/ 2328024 h 2344739"/>
              <a:gd name="connsiteX133" fmla="*/ 5758919 w 12192001"/>
              <a:gd name="connsiteY133" fmla="*/ 2343716 h 2344739"/>
              <a:gd name="connsiteX134" fmla="*/ 5626960 w 12192001"/>
              <a:gd name="connsiteY134" fmla="*/ 2344739 h 2344739"/>
              <a:gd name="connsiteX135" fmla="*/ 5470906 w 12192001"/>
              <a:gd name="connsiteY135" fmla="*/ 2330719 h 2344739"/>
              <a:gd name="connsiteX136" fmla="*/ 5432761 w 12192001"/>
              <a:gd name="connsiteY136" fmla="*/ 2319466 h 2344739"/>
              <a:gd name="connsiteX137" fmla="*/ 5381669 w 12192001"/>
              <a:gd name="connsiteY137" fmla="*/ 2301764 h 2344739"/>
              <a:gd name="connsiteX138" fmla="*/ 5261764 w 12192001"/>
              <a:gd name="connsiteY138" fmla="*/ 2281347 h 2344739"/>
              <a:gd name="connsiteX139" fmla="*/ 5222961 w 12192001"/>
              <a:gd name="connsiteY139" fmla="*/ 2270223 h 2344739"/>
              <a:gd name="connsiteX140" fmla="*/ 5174660 w 12192001"/>
              <a:gd name="connsiteY140" fmla="*/ 2267233 h 2344739"/>
              <a:gd name="connsiteX141" fmla="*/ 5156554 w 12192001"/>
              <a:gd name="connsiteY141" fmla="*/ 2260010 h 2344739"/>
              <a:gd name="connsiteX142" fmla="*/ 5142599 w 12192001"/>
              <a:gd name="connsiteY142" fmla="*/ 2256610 h 2344739"/>
              <a:gd name="connsiteX143" fmla="*/ 5139596 w 12192001"/>
              <a:gd name="connsiteY143" fmla="*/ 2254509 h 2344739"/>
              <a:gd name="connsiteX144" fmla="*/ 5121659 w 12192001"/>
              <a:gd name="connsiteY144" fmla="*/ 2243656 h 2344739"/>
              <a:gd name="connsiteX145" fmla="*/ 5065790 w 12192001"/>
              <a:gd name="connsiteY145" fmla="*/ 2250227 h 2344739"/>
              <a:gd name="connsiteX146" fmla="*/ 5011514 w 12192001"/>
              <a:gd name="connsiteY146" fmla="*/ 2233846 h 2344739"/>
              <a:gd name="connsiteX147" fmla="*/ 4840441 w 12192001"/>
              <a:gd name="connsiteY147" fmla="*/ 2209829 h 2344739"/>
              <a:gd name="connsiteX148" fmla="*/ 4762447 w 12192001"/>
              <a:gd name="connsiteY148" fmla="*/ 2182061 h 2344739"/>
              <a:gd name="connsiteX149" fmla="*/ 4723186 w 12192001"/>
              <a:gd name="connsiteY149" fmla="*/ 2173047 h 2344739"/>
              <a:gd name="connsiteX150" fmla="*/ 4721176 w 12192001"/>
              <a:gd name="connsiteY150" fmla="*/ 2172298 h 2344739"/>
              <a:gd name="connsiteX151" fmla="*/ 4722111 w 12192001"/>
              <a:gd name="connsiteY151" fmla="*/ 2172087 h 2344739"/>
              <a:gd name="connsiteX152" fmla="*/ 4717202 w 12192001"/>
              <a:gd name="connsiteY152" fmla="*/ 2170817 h 2344739"/>
              <a:gd name="connsiteX153" fmla="*/ 4721176 w 12192001"/>
              <a:gd name="connsiteY153" fmla="*/ 2172298 h 2344739"/>
              <a:gd name="connsiteX154" fmla="*/ 4715526 w 12192001"/>
              <a:gd name="connsiteY154" fmla="*/ 2173573 h 2344739"/>
              <a:gd name="connsiteX155" fmla="*/ 4515814 w 12192001"/>
              <a:gd name="connsiteY155" fmla="*/ 2163671 h 2344739"/>
              <a:gd name="connsiteX156" fmla="*/ 4428543 w 12192001"/>
              <a:gd name="connsiteY156" fmla="*/ 2153020 h 2344739"/>
              <a:gd name="connsiteX157" fmla="*/ 4362875 w 12192001"/>
              <a:gd name="connsiteY157" fmla="*/ 2151674 h 2344739"/>
              <a:gd name="connsiteX158" fmla="*/ 4316966 w 12192001"/>
              <a:gd name="connsiteY158" fmla="*/ 2158289 h 2344739"/>
              <a:gd name="connsiteX159" fmla="*/ 4315110 w 12192001"/>
              <a:gd name="connsiteY159" fmla="*/ 2156948 h 2344739"/>
              <a:gd name="connsiteX160" fmla="*/ 4295144 w 12192001"/>
              <a:gd name="connsiteY160" fmla="*/ 2155069 h 2344739"/>
              <a:gd name="connsiteX161" fmla="*/ 4290064 w 12192001"/>
              <a:gd name="connsiteY161" fmla="*/ 2157986 h 2344739"/>
              <a:gd name="connsiteX162" fmla="*/ 4276142 w 12192001"/>
              <a:gd name="connsiteY162" fmla="*/ 2157740 h 2344739"/>
              <a:gd name="connsiteX163" fmla="*/ 4248117 w 12192001"/>
              <a:gd name="connsiteY163" fmla="*/ 2160064 h 2344739"/>
              <a:gd name="connsiteX164" fmla="*/ 4202051 w 12192001"/>
              <a:gd name="connsiteY164" fmla="*/ 2157269 h 2344739"/>
              <a:gd name="connsiteX165" fmla="*/ 4201745 w 12192001"/>
              <a:gd name="connsiteY165" fmla="*/ 2156010 h 2344739"/>
              <a:gd name="connsiteX166" fmla="*/ 4191248 w 12192001"/>
              <a:gd name="connsiteY166" fmla="*/ 2150376 h 2344739"/>
              <a:gd name="connsiteX167" fmla="*/ 4142745 w 12192001"/>
              <a:gd name="connsiteY167" fmla="*/ 2134511 h 2344739"/>
              <a:gd name="connsiteX168" fmla="*/ 4083097 w 12192001"/>
              <a:gd name="connsiteY168" fmla="*/ 2107978 h 2344739"/>
              <a:gd name="connsiteX169" fmla="*/ 4074546 w 12192001"/>
              <a:gd name="connsiteY169" fmla="*/ 2107143 h 2344739"/>
              <a:gd name="connsiteX170" fmla="*/ 4074427 w 12192001"/>
              <a:gd name="connsiteY170" fmla="*/ 2106844 h 2344739"/>
              <a:gd name="connsiteX171" fmla="*/ 4065510 w 12192001"/>
              <a:gd name="connsiteY171" fmla="*/ 2105400 h 2344739"/>
              <a:gd name="connsiteX172" fmla="*/ 4058954 w 12192001"/>
              <a:gd name="connsiteY172" fmla="*/ 2105618 h 2344739"/>
              <a:gd name="connsiteX173" fmla="*/ 4042364 w 12192001"/>
              <a:gd name="connsiteY173" fmla="*/ 2103997 h 2344739"/>
              <a:gd name="connsiteX174" fmla="*/ 4036997 w 12192001"/>
              <a:gd name="connsiteY174" fmla="*/ 2101563 h 2344739"/>
              <a:gd name="connsiteX175" fmla="*/ 4035363 w 12192001"/>
              <a:gd name="connsiteY175" fmla="*/ 2097896 h 2344739"/>
              <a:gd name="connsiteX176" fmla="*/ 4033778 w 12192001"/>
              <a:gd name="connsiteY176" fmla="*/ 2098131 h 2344739"/>
              <a:gd name="connsiteX177" fmla="*/ 4004538 w 12192001"/>
              <a:gd name="connsiteY177" fmla="*/ 2085563 h 2344739"/>
              <a:gd name="connsiteX178" fmla="*/ 3936846 w 12192001"/>
              <a:gd name="connsiteY178" fmla="*/ 2068106 h 2344739"/>
              <a:gd name="connsiteX179" fmla="*/ 3897275 w 12192001"/>
              <a:gd name="connsiteY179" fmla="*/ 2062451 h 2344739"/>
              <a:gd name="connsiteX180" fmla="*/ 3789760 w 12192001"/>
              <a:gd name="connsiteY180" fmla="*/ 2042213 h 2344739"/>
              <a:gd name="connsiteX181" fmla="*/ 3682513 w 12192001"/>
              <a:gd name="connsiteY181" fmla="*/ 2018290 h 2344739"/>
              <a:gd name="connsiteX182" fmla="*/ 3610035 w 12192001"/>
              <a:gd name="connsiteY182" fmla="*/ 1986019 h 2344739"/>
              <a:gd name="connsiteX183" fmla="*/ 3603855 w 12192001"/>
              <a:gd name="connsiteY183" fmla="*/ 1987381 h 2344739"/>
              <a:gd name="connsiteX184" fmla="*/ 3594736 w 12192001"/>
              <a:gd name="connsiteY184" fmla="*/ 1987545 h 2344739"/>
              <a:gd name="connsiteX185" fmla="*/ 3594501 w 12192001"/>
              <a:gd name="connsiteY185" fmla="*/ 1987276 h 2344739"/>
              <a:gd name="connsiteX186" fmla="*/ 3585978 w 12192001"/>
              <a:gd name="connsiteY186" fmla="*/ 1987966 h 2344739"/>
              <a:gd name="connsiteX187" fmla="*/ 3536135 w 12192001"/>
              <a:gd name="connsiteY187" fmla="*/ 1978267 h 2344739"/>
              <a:gd name="connsiteX188" fmla="*/ 3473223 w 12192001"/>
              <a:gd name="connsiteY188" fmla="*/ 1974606 h 2344739"/>
              <a:gd name="connsiteX189" fmla="*/ 3400728 w 12192001"/>
              <a:gd name="connsiteY189" fmla="*/ 1962558 h 2344739"/>
              <a:gd name="connsiteX190" fmla="*/ 3363888 w 12192001"/>
              <a:gd name="connsiteY190" fmla="*/ 1979510 h 2344739"/>
              <a:gd name="connsiteX191" fmla="*/ 3344026 w 12192001"/>
              <a:gd name="connsiteY191" fmla="*/ 1981192 h 2344739"/>
              <a:gd name="connsiteX192" fmla="*/ 3341698 w 12192001"/>
              <a:gd name="connsiteY192" fmla="*/ 1980217 h 2344739"/>
              <a:gd name="connsiteX193" fmla="*/ 3262356 w 12192001"/>
              <a:gd name="connsiteY193" fmla="*/ 1986094 h 2344739"/>
              <a:gd name="connsiteX194" fmla="*/ 3142556 w 12192001"/>
              <a:gd name="connsiteY194" fmla="*/ 1993869 h 2344739"/>
              <a:gd name="connsiteX195" fmla="*/ 3030291 w 12192001"/>
              <a:gd name="connsiteY195" fmla="*/ 1996512 h 2344739"/>
              <a:gd name="connsiteX196" fmla="*/ 2781569 w 12192001"/>
              <a:gd name="connsiteY196" fmla="*/ 2018333 h 2344739"/>
              <a:gd name="connsiteX197" fmla="*/ 2646527 w 12192001"/>
              <a:gd name="connsiteY197" fmla="*/ 2028869 h 2344739"/>
              <a:gd name="connsiteX198" fmla="*/ 2568028 w 12192001"/>
              <a:gd name="connsiteY198" fmla="*/ 2002628 h 2344739"/>
              <a:gd name="connsiteX199" fmla="*/ 2443255 w 12192001"/>
              <a:gd name="connsiteY199" fmla="*/ 2016529 h 2344739"/>
              <a:gd name="connsiteX200" fmla="*/ 2315112 w 12192001"/>
              <a:gd name="connsiteY200" fmla="*/ 2024996 h 2344739"/>
              <a:gd name="connsiteX201" fmla="*/ 2208578 w 12192001"/>
              <a:gd name="connsiteY201" fmla="*/ 2019763 h 2344739"/>
              <a:gd name="connsiteX202" fmla="*/ 2094665 w 12192001"/>
              <a:gd name="connsiteY202" fmla="*/ 2003052 h 2344739"/>
              <a:gd name="connsiteX203" fmla="*/ 1997356 w 12192001"/>
              <a:gd name="connsiteY203" fmla="*/ 1995032 h 2344739"/>
              <a:gd name="connsiteX204" fmla="*/ 1928172 w 12192001"/>
              <a:gd name="connsiteY204" fmla="*/ 2016977 h 2344739"/>
              <a:gd name="connsiteX205" fmla="*/ 1921650 w 12192001"/>
              <a:gd name="connsiteY205" fmla="*/ 2012146 h 2344739"/>
              <a:gd name="connsiteX206" fmla="*/ 1873080 w 12192001"/>
              <a:gd name="connsiteY206" fmla="*/ 2013741 h 2344739"/>
              <a:gd name="connsiteX207" fmla="*/ 1786655 w 12192001"/>
              <a:gd name="connsiteY207" fmla="*/ 2041363 h 2344739"/>
              <a:gd name="connsiteX208" fmla="*/ 1738204 w 12192001"/>
              <a:gd name="connsiteY208" fmla="*/ 2036312 h 2344739"/>
              <a:gd name="connsiteX209" fmla="*/ 1675071 w 12192001"/>
              <a:gd name="connsiteY209" fmla="*/ 2019963 h 2344739"/>
              <a:gd name="connsiteX210" fmla="*/ 1608669 w 12192001"/>
              <a:gd name="connsiteY210" fmla="*/ 2013066 h 2344739"/>
              <a:gd name="connsiteX211" fmla="*/ 1496110 w 12192001"/>
              <a:gd name="connsiteY211" fmla="*/ 1987476 h 2344739"/>
              <a:gd name="connsiteX212" fmla="*/ 1149979 w 12192001"/>
              <a:gd name="connsiteY212" fmla="*/ 1938041 h 2344739"/>
              <a:gd name="connsiteX213" fmla="*/ 858269 w 12192001"/>
              <a:gd name="connsiteY213" fmla="*/ 1928608 h 2344739"/>
              <a:gd name="connsiteX214" fmla="*/ 837540 w 12192001"/>
              <a:gd name="connsiteY214" fmla="*/ 1929821 h 2344739"/>
              <a:gd name="connsiteX215" fmla="*/ 816809 w 12192001"/>
              <a:gd name="connsiteY215" fmla="*/ 1927857 h 2344739"/>
              <a:gd name="connsiteX216" fmla="*/ 811506 w 12192001"/>
              <a:gd name="connsiteY216" fmla="*/ 1930751 h 2344739"/>
              <a:gd name="connsiteX217" fmla="*/ 797041 w 12192001"/>
              <a:gd name="connsiteY217" fmla="*/ 1930446 h 2344739"/>
              <a:gd name="connsiteX218" fmla="*/ 767901 w 12192001"/>
              <a:gd name="connsiteY218" fmla="*/ 1932653 h 2344739"/>
              <a:gd name="connsiteX219" fmla="*/ 763053 w 12192001"/>
              <a:gd name="connsiteY219" fmla="*/ 1930432 h 2344739"/>
              <a:gd name="connsiteX220" fmla="*/ 720047 w 12192001"/>
              <a:gd name="connsiteY220" fmla="*/ 1929661 h 2344739"/>
              <a:gd name="connsiteX221" fmla="*/ 719742 w 12192001"/>
              <a:gd name="connsiteY221" fmla="*/ 1928399 h 2344739"/>
              <a:gd name="connsiteX222" fmla="*/ 708875 w 12192001"/>
              <a:gd name="connsiteY222" fmla="*/ 1922722 h 2344739"/>
              <a:gd name="connsiteX223" fmla="*/ 596792 w 12192001"/>
              <a:gd name="connsiteY223" fmla="*/ 1879864 h 2344739"/>
              <a:gd name="connsiteX224" fmla="*/ 578535 w 12192001"/>
              <a:gd name="connsiteY224" fmla="*/ 1877212 h 2344739"/>
              <a:gd name="connsiteX225" fmla="*/ 571717 w 12192001"/>
              <a:gd name="connsiteY225" fmla="*/ 1877401 h 2344739"/>
              <a:gd name="connsiteX226" fmla="*/ 445099 w 12192001"/>
              <a:gd name="connsiteY226" fmla="*/ 1839371 h 2344739"/>
              <a:gd name="connsiteX227" fmla="*/ 404015 w 12192001"/>
              <a:gd name="connsiteY227" fmla="*/ 1833548 h 2344739"/>
              <a:gd name="connsiteX228" fmla="*/ 292435 w 12192001"/>
              <a:gd name="connsiteY228" fmla="*/ 1812852 h 2344739"/>
              <a:gd name="connsiteX229" fmla="*/ 118381 w 12192001"/>
              <a:gd name="connsiteY229" fmla="*/ 1761047 h 2344739"/>
              <a:gd name="connsiteX230" fmla="*/ 15526 w 12192001"/>
              <a:gd name="connsiteY230" fmla="*/ 1758191 h 2344739"/>
              <a:gd name="connsiteX231" fmla="*/ 2 w 12192001"/>
              <a:gd name="connsiteY231" fmla="*/ 1752722 h 2344739"/>
              <a:gd name="connsiteX232" fmla="*/ 1 w 12192001"/>
              <a:gd name="connsiteY232" fmla="*/ 762497 h 2344739"/>
              <a:gd name="connsiteX233" fmla="*/ 0 w 12192001"/>
              <a:gd name="connsiteY233" fmla="*/ 762497 h 2344739"/>
              <a:gd name="connsiteX234" fmla="*/ 0 w 12192001"/>
              <a:gd name="connsiteY234" fmla="*/ 222213 h 2344739"/>
              <a:gd name="connsiteX235" fmla="*/ 0 w 12192001"/>
              <a:gd name="connsiteY235"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12228 w 12192001"/>
              <a:gd name="connsiteY22" fmla="*/ 797659 h 2344739"/>
              <a:gd name="connsiteX23" fmla="*/ 11748619 w 12192001"/>
              <a:gd name="connsiteY23" fmla="*/ 872002 h 2344739"/>
              <a:gd name="connsiteX24" fmla="*/ 11595155 w 12192001"/>
              <a:gd name="connsiteY24" fmla="*/ 918898 h 2344739"/>
              <a:gd name="connsiteX25" fmla="*/ 11306392 w 12192001"/>
              <a:gd name="connsiteY25" fmla="*/ 1272239 h 2344739"/>
              <a:gd name="connsiteX26" fmla="*/ 11415912 w 12192001"/>
              <a:gd name="connsiteY26" fmla="*/ 1173869 h 2344739"/>
              <a:gd name="connsiteX27" fmla="*/ 11245526 w 12192001"/>
              <a:gd name="connsiteY27" fmla="*/ 1274060 h 2344739"/>
              <a:gd name="connsiteX28" fmla="*/ 11227161 w 12192001"/>
              <a:gd name="connsiteY28" fmla="*/ 1276236 h 2344739"/>
              <a:gd name="connsiteX29" fmla="*/ 11216939 w 12192001"/>
              <a:gd name="connsiteY29" fmla="*/ 1275961 h 2344739"/>
              <a:gd name="connsiteX30" fmla="*/ 11216036 w 12192001"/>
              <a:gd name="connsiteY30" fmla="*/ 1275018 h 2344739"/>
              <a:gd name="connsiteX31" fmla="*/ 11187737 w 12192001"/>
              <a:gd name="connsiteY31" fmla="*/ 1292383 h 2344739"/>
              <a:gd name="connsiteX32" fmla="*/ 11183353 w 12192001"/>
              <a:gd name="connsiteY32" fmla="*/ 1292525 h 2344739"/>
              <a:gd name="connsiteX33" fmla="*/ 11165706 w 12192001"/>
              <a:gd name="connsiteY33" fmla="*/ 1306612 h 2344739"/>
              <a:gd name="connsiteX34" fmla="*/ 11156163 w 12192001"/>
              <a:gd name="connsiteY34" fmla="*/ 1312414 h 2344739"/>
              <a:gd name="connsiteX35" fmla="*/ 11154348 w 12192001"/>
              <a:gd name="connsiteY35" fmla="*/ 1317097 h 2344739"/>
              <a:gd name="connsiteX36" fmla="*/ 11139813 w 12192001"/>
              <a:gd name="connsiteY36" fmla="*/ 1324115 h 2344739"/>
              <a:gd name="connsiteX37" fmla="*/ 11137813 w 12192001"/>
              <a:gd name="connsiteY37" fmla="*/ 1323772 h 2344739"/>
              <a:gd name="connsiteX38" fmla="*/ 11127060 w 12192001"/>
              <a:gd name="connsiteY38" fmla="*/ 1333832 h 2344739"/>
              <a:gd name="connsiteX39" fmla="*/ 11119543 w 12192001"/>
              <a:gd name="connsiteY39" fmla="*/ 1347424 h 2344739"/>
              <a:gd name="connsiteX40" fmla="*/ 10893535 w 12192001"/>
              <a:gd name="connsiteY40" fmla="*/ 1473399 h 2344739"/>
              <a:gd name="connsiteX41" fmla="*/ 10772152 w 12192001"/>
              <a:gd name="connsiteY41" fmla="*/ 1523191 h 2344739"/>
              <a:gd name="connsiteX42" fmla="*/ 10626520 w 12192001"/>
              <a:gd name="connsiteY42" fmla="*/ 1559229 h 2344739"/>
              <a:gd name="connsiteX43" fmla="*/ 10580747 w 12192001"/>
              <a:gd name="connsiteY43" fmla="*/ 1568689 h 2344739"/>
              <a:gd name="connsiteX44" fmla="*/ 10546642 w 12192001"/>
              <a:gd name="connsiteY44" fmla="*/ 1598423 h 2344739"/>
              <a:gd name="connsiteX45" fmla="*/ 10528495 w 12192001"/>
              <a:gd name="connsiteY45" fmla="*/ 1596907 h 2344739"/>
              <a:gd name="connsiteX46" fmla="*/ 10525298 w 12192001"/>
              <a:gd name="connsiteY46" fmla="*/ 1596411 h 2344739"/>
              <a:gd name="connsiteX47" fmla="*/ 10513981 w 12192001"/>
              <a:gd name="connsiteY47" fmla="*/ 1599537 h 2344739"/>
              <a:gd name="connsiteX48" fmla="*/ 10490587 w 12192001"/>
              <a:gd name="connsiteY48" fmla="*/ 1594156 h 2344739"/>
              <a:gd name="connsiteX49" fmla="*/ 10470270 w 12192001"/>
              <a:gd name="connsiteY49" fmla="*/ 1601693 h 2344739"/>
              <a:gd name="connsiteX50" fmla="*/ 10375894 w 12192001"/>
              <a:gd name="connsiteY50" fmla="*/ 1644598 h 2344739"/>
              <a:gd name="connsiteX51" fmla="*/ 10318190 w 12192001"/>
              <a:gd name="connsiteY51" fmla="*/ 1666221 h 2344739"/>
              <a:gd name="connsiteX52" fmla="*/ 10294319 w 12192001"/>
              <a:gd name="connsiteY52" fmla="*/ 1668079 h 2344739"/>
              <a:gd name="connsiteX53" fmla="*/ 10262295 w 12192001"/>
              <a:gd name="connsiteY53" fmla="*/ 1674948 h 2344739"/>
              <a:gd name="connsiteX54" fmla="*/ 10204270 w 12192001"/>
              <a:gd name="connsiteY54" fmla="*/ 1682149 h 2344739"/>
              <a:gd name="connsiteX55" fmla="*/ 10176611 w 12192001"/>
              <a:gd name="connsiteY55" fmla="*/ 1692943 h 2344739"/>
              <a:gd name="connsiteX56" fmla="*/ 10163922 w 12192001"/>
              <a:gd name="connsiteY56" fmla="*/ 1693739 h 2344739"/>
              <a:gd name="connsiteX57" fmla="*/ 10155160 w 12192001"/>
              <a:gd name="connsiteY57" fmla="*/ 1707487 h 2344739"/>
              <a:gd name="connsiteX58" fmla="*/ 10117119 w 12192001"/>
              <a:gd name="connsiteY58" fmla="*/ 1731142 h 2344739"/>
              <a:gd name="connsiteX59" fmla="*/ 10100445 w 12192001"/>
              <a:gd name="connsiteY59" fmla="*/ 1742432 h 2344739"/>
              <a:gd name="connsiteX60" fmla="*/ 10082169 w 12192001"/>
              <a:gd name="connsiteY60" fmla="*/ 1743296 h 2344739"/>
              <a:gd name="connsiteX61" fmla="*/ 10039240 w 12192001"/>
              <a:gd name="connsiteY61" fmla="*/ 1741632 h 2344739"/>
              <a:gd name="connsiteX62" fmla="*/ 9960019 w 12192001"/>
              <a:gd name="connsiteY62" fmla="*/ 1757147 h 2344739"/>
              <a:gd name="connsiteX63" fmla="*/ 9847792 w 12192001"/>
              <a:gd name="connsiteY63" fmla="*/ 1763915 h 2344739"/>
              <a:gd name="connsiteX64" fmla="*/ 9728309 w 12192001"/>
              <a:gd name="connsiteY64" fmla="*/ 1784122 h 2344739"/>
              <a:gd name="connsiteX65" fmla="*/ 9584507 w 12192001"/>
              <a:gd name="connsiteY65" fmla="*/ 1795542 h 2344739"/>
              <a:gd name="connsiteX66" fmla="*/ 9343052 w 12192001"/>
              <a:gd name="connsiteY66" fmla="*/ 1841244 h 2344739"/>
              <a:gd name="connsiteX67" fmla="*/ 9231370 w 12192001"/>
              <a:gd name="connsiteY67" fmla="*/ 1893149 h 2344739"/>
              <a:gd name="connsiteX68" fmla="*/ 9194810 w 12192001"/>
              <a:gd name="connsiteY68" fmla="*/ 1903228 h 2344739"/>
              <a:gd name="connsiteX69" fmla="*/ 9189246 w 12192001"/>
              <a:gd name="connsiteY69" fmla="*/ 1912467 h 2344739"/>
              <a:gd name="connsiteX70" fmla="*/ 9151232 w 12192001"/>
              <a:gd name="connsiteY70" fmla="*/ 1923669 h 2344739"/>
              <a:gd name="connsiteX71" fmla="*/ 9150210 w 12192001"/>
              <a:gd name="connsiteY71" fmla="*/ 1922604 h 2344739"/>
              <a:gd name="connsiteX72" fmla="*/ 9137318 w 12192001"/>
              <a:gd name="connsiteY72" fmla="*/ 1920435 h 2344739"/>
              <a:gd name="connsiteX73" fmla="*/ 9113812 w 12192001"/>
              <a:gd name="connsiteY73" fmla="*/ 1919069 h 2344739"/>
              <a:gd name="connsiteX74" fmla="*/ 9053453 w 12192001"/>
              <a:gd name="connsiteY74" fmla="*/ 1910755 h 2344739"/>
              <a:gd name="connsiteX75" fmla="*/ 9005486 w 12192001"/>
              <a:gd name="connsiteY75" fmla="*/ 1914040 h 2344739"/>
              <a:gd name="connsiteX76" fmla="*/ 9005201 w 12192001"/>
              <a:gd name="connsiteY76" fmla="*/ 1913800 h 2344739"/>
              <a:gd name="connsiteX77" fmla="*/ 8996232 w 12192001"/>
              <a:gd name="connsiteY77" fmla="*/ 1915011 h 2344739"/>
              <a:gd name="connsiteX78" fmla="*/ 8990394 w 12192001"/>
              <a:gd name="connsiteY78" fmla="*/ 1917072 h 2344739"/>
              <a:gd name="connsiteX79" fmla="*/ 8974337 w 12192001"/>
              <a:gd name="connsiteY79" fmla="*/ 1920298 h 2344739"/>
              <a:gd name="connsiteX80" fmla="*/ 8968011 w 12192001"/>
              <a:gd name="connsiteY80" fmla="*/ 1919598 h 2344739"/>
              <a:gd name="connsiteX81" fmla="*/ 8963048 w 12192001"/>
              <a:gd name="connsiteY81" fmla="*/ 1917373 h 2344739"/>
              <a:gd name="connsiteX82" fmla="*/ 8928988 w 12192001"/>
              <a:gd name="connsiteY82" fmla="*/ 1914185 h 2344739"/>
              <a:gd name="connsiteX83" fmla="*/ 8752444 w 12192001"/>
              <a:gd name="connsiteY83" fmla="*/ 1933417 h 2344739"/>
              <a:gd name="connsiteX84" fmla="*/ 8707847 w 12192001"/>
              <a:gd name="connsiteY84" fmla="*/ 1935518 h 2344739"/>
              <a:gd name="connsiteX85" fmla="*/ 8596071 w 12192001"/>
              <a:gd name="connsiteY85" fmla="*/ 1944090 h 2344739"/>
              <a:gd name="connsiteX86" fmla="*/ 8525230 w 12192001"/>
              <a:gd name="connsiteY86" fmla="*/ 1929248 h 2344739"/>
              <a:gd name="connsiteX87" fmla="*/ 8510983 w 12192001"/>
              <a:gd name="connsiteY87" fmla="*/ 1935163 h 2344739"/>
              <a:gd name="connsiteX88" fmla="*/ 8506167 w 12192001"/>
              <a:gd name="connsiteY88" fmla="*/ 1938164 h 2344739"/>
              <a:gd name="connsiteX89" fmla="*/ 8497968 w 12192001"/>
              <a:gd name="connsiteY89" fmla="*/ 1940902 h 2344739"/>
              <a:gd name="connsiteX90" fmla="*/ 8497594 w 12192001"/>
              <a:gd name="connsiteY90" fmla="*/ 1940723 h 2344739"/>
              <a:gd name="connsiteX91" fmla="*/ 8490249 w 12192001"/>
              <a:gd name="connsiteY91" fmla="*/ 1943773 h 2344739"/>
              <a:gd name="connsiteX92" fmla="*/ 8367182 w 12192001"/>
              <a:gd name="connsiteY92" fmla="*/ 1957815 h 2344739"/>
              <a:gd name="connsiteX93" fmla="*/ 8353799 w 12192001"/>
              <a:gd name="connsiteY93" fmla="*/ 1958009 h 2344739"/>
              <a:gd name="connsiteX94" fmla="*/ 8352373 w 12192001"/>
              <a:gd name="connsiteY94" fmla="*/ 1957169 h 2344739"/>
              <a:gd name="connsiteX95" fmla="*/ 8320104 w 12192001"/>
              <a:gd name="connsiteY95" fmla="*/ 1974587 h 2344739"/>
              <a:gd name="connsiteX96" fmla="*/ 8314433 w 12192001"/>
              <a:gd name="connsiteY96" fmla="*/ 1974913 h 2344739"/>
              <a:gd name="connsiteX97" fmla="*/ 8295174 w 12192001"/>
              <a:gd name="connsiteY97" fmla="*/ 1988808 h 2344739"/>
              <a:gd name="connsiteX98" fmla="*/ 8284276 w 12192001"/>
              <a:gd name="connsiteY98" fmla="*/ 1994631 h 2344739"/>
              <a:gd name="connsiteX99" fmla="*/ 8283150 w 12192001"/>
              <a:gd name="connsiteY99" fmla="*/ 1999074 h 2344739"/>
              <a:gd name="connsiteX100" fmla="*/ 8266076 w 12192001"/>
              <a:gd name="connsiteY100" fmla="*/ 2006249 h 2344739"/>
              <a:gd name="connsiteX101" fmla="*/ 8263377 w 12192001"/>
              <a:gd name="connsiteY101" fmla="*/ 2006019 h 2344739"/>
              <a:gd name="connsiteX102" fmla="*/ 8252033 w 12192001"/>
              <a:gd name="connsiteY102" fmla="*/ 2015862 h 2344739"/>
              <a:gd name="connsiteX103" fmla="*/ 8245834 w 12192001"/>
              <a:gd name="connsiteY103" fmla="*/ 2028854 h 2344739"/>
              <a:gd name="connsiteX104" fmla="*/ 8090272 w 12192001"/>
              <a:gd name="connsiteY104" fmla="*/ 2075015 h 2344739"/>
              <a:gd name="connsiteX105" fmla="*/ 7905407 w 12192001"/>
              <a:gd name="connsiteY105" fmla="*/ 2116988 h 2344739"/>
              <a:gd name="connsiteX106" fmla="*/ 7718745 w 12192001"/>
              <a:gd name="connsiteY106" fmla="*/ 2142703 h 2344739"/>
              <a:gd name="connsiteX107" fmla="*/ 7614347 w 12192001"/>
              <a:gd name="connsiteY107" fmla="*/ 2139232 h 2344739"/>
              <a:gd name="connsiteX108" fmla="*/ 7527543 w 12192001"/>
              <a:gd name="connsiteY108" fmla="*/ 2145060 h 2344739"/>
              <a:gd name="connsiteX109" fmla="*/ 7519571 w 12192001"/>
              <a:gd name="connsiteY109" fmla="*/ 2147613 h 2344739"/>
              <a:gd name="connsiteX110" fmla="*/ 7507411 w 12192001"/>
              <a:gd name="connsiteY110" fmla="*/ 2148948 h 2344739"/>
              <a:gd name="connsiteX111" fmla="*/ 7507040 w 12192001"/>
              <a:gd name="connsiteY111" fmla="*/ 2148621 h 2344739"/>
              <a:gd name="connsiteX112" fmla="*/ 7495795 w 12192001"/>
              <a:gd name="connsiteY112" fmla="*/ 2150573 h 2344739"/>
              <a:gd name="connsiteX113" fmla="*/ 7405391 w 12192001"/>
              <a:gd name="connsiteY113" fmla="*/ 2142468 h 2344739"/>
              <a:gd name="connsiteX114" fmla="*/ 7312180 w 12192001"/>
              <a:gd name="connsiteY114" fmla="*/ 2132873 h 2344739"/>
              <a:gd name="connsiteX115" fmla="*/ 7310853 w 12192001"/>
              <a:gd name="connsiteY115" fmla="*/ 2131431 h 2344739"/>
              <a:gd name="connsiteX116" fmla="*/ 7218559 w 12192001"/>
              <a:gd name="connsiteY116" fmla="*/ 2156680 h 2344739"/>
              <a:gd name="connsiteX117" fmla="*/ 7201101 w 12192001"/>
              <a:gd name="connsiteY117" fmla="*/ 2161230 h 2344739"/>
              <a:gd name="connsiteX118" fmla="*/ 7197004 w 12192001"/>
              <a:gd name="connsiteY118" fmla="*/ 2166588 h 2344739"/>
              <a:gd name="connsiteX119" fmla="*/ 7170808 w 12192001"/>
              <a:gd name="connsiteY119" fmla="*/ 2171236 h 2344739"/>
              <a:gd name="connsiteX120" fmla="*/ 7096988 w 12192001"/>
              <a:gd name="connsiteY120" fmla="*/ 2183464 h 2344739"/>
              <a:gd name="connsiteX121" fmla="*/ 7018496 w 12192001"/>
              <a:gd name="connsiteY121" fmla="*/ 2183090 h 2344739"/>
              <a:gd name="connsiteX122" fmla="*/ 6904146 w 12192001"/>
              <a:gd name="connsiteY122" fmla="*/ 2212596 h 2344739"/>
              <a:gd name="connsiteX123" fmla="*/ 6708222 w 12192001"/>
              <a:gd name="connsiteY123" fmla="*/ 2240551 h 2344739"/>
              <a:gd name="connsiteX124" fmla="*/ 6549454 w 12192001"/>
              <a:gd name="connsiteY124" fmla="*/ 2269327 h 2344739"/>
              <a:gd name="connsiteX125" fmla="*/ 6317560 w 12192001"/>
              <a:gd name="connsiteY125" fmla="*/ 2316127 h 2344739"/>
              <a:gd name="connsiteX126" fmla="*/ 6168674 w 12192001"/>
              <a:gd name="connsiteY126" fmla="*/ 2318214 h 2344739"/>
              <a:gd name="connsiteX127" fmla="*/ 6073848 w 12192001"/>
              <a:gd name="connsiteY127" fmla="*/ 2338676 h 2344739"/>
              <a:gd name="connsiteX128" fmla="*/ 6068529 w 12192001"/>
              <a:gd name="connsiteY128" fmla="*/ 2337139 h 2344739"/>
              <a:gd name="connsiteX129" fmla="*/ 6048638 w 12192001"/>
              <a:gd name="connsiteY129" fmla="*/ 2337822 h 2344739"/>
              <a:gd name="connsiteX130" fmla="*/ 6041285 w 12192001"/>
              <a:gd name="connsiteY130" fmla="*/ 2329473 h 2344739"/>
              <a:gd name="connsiteX131" fmla="*/ 6010090 w 12192001"/>
              <a:gd name="connsiteY131" fmla="*/ 2324380 h 2344739"/>
              <a:gd name="connsiteX132" fmla="*/ 5957375 w 12192001"/>
              <a:gd name="connsiteY132" fmla="*/ 2328024 h 2344739"/>
              <a:gd name="connsiteX133" fmla="*/ 5758919 w 12192001"/>
              <a:gd name="connsiteY133" fmla="*/ 2343716 h 2344739"/>
              <a:gd name="connsiteX134" fmla="*/ 5626960 w 12192001"/>
              <a:gd name="connsiteY134" fmla="*/ 2344739 h 2344739"/>
              <a:gd name="connsiteX135" fmla="*/ 5470906 w 12192001"/>
              <a:gd name="connsiteY135" fmla="*/ 2330719 h 2344739"/>
              <a:gd name="connsiteX136" fmla="*/ 5432761 w 12192001"/>
              <a:gd name="connsiteY136" fmla="*/ 2319466 h 2344739"/>
              <a:gd name="connsiteX137" fmla="*/ 5381669 w 12192001"/>
              <a:gd name="connsiteY137" fmla="*/ 2301764 h 2344739"/>
              <a:gd name="connsiteX138" fmla="*/ 5261764 w 12192001"/>
              <a:gd name="connsiteY138" fmla="*/ 2281347 h 2344739"/>
              <a:gd name="connsiteX139" fmla="*/ 5222961 w 12192001"/>
              <a:gd name="connsiteY139" fmla="*/ 2270223 h 2344739"/>
              <a:gd name="connsiteX140" fmla="*/ 5174660 w 12192001"/>
              <a:gd name="connsiteY140" fmla="*/ 2267233 h 2344739"/>
              <a:gd name="connsiteX141" fmla="*/ 5156554 w 12192001"/>
              <a:gd name="connsiteY141" fmla="*/ 2260010 h 2344739"/>
              <a:gd name="connsiteX142" fmla="*/ 5142599 w 12192001"/>
              <a:gd name="connsiteY142" fmla="*/ 2256610 h 2344739"/>
              <a:gd name="connsiteX143" fmla="*/ 5139596 w 12192001"/>
              <a:gd name="connsiteY143" fmla="*/ 2254509 h 2344739"/>
              <a:gd name="connsiteX144" fmla="*/ 5121659 w 12192001"/>
              <a:gd name="connsiteY144" fmla="*/ 2243656 h 2344739"/>
              <a:gd name="connsiteX145" fmla="*/ 5065790 w 12192001"/>
              <a:gd name="connsiteY145" fmla="*/ 2250227 h 2344739"/>
              <a:gd name="connsiteX146" fmla="*/ 5011514 w 12192001"/>
              <a:gd name="connsiteY146" fmla="*/ 2233846 h 2344739"/>
              <a:gd name="connsiteX147" fmla="*/ 4840441 w 12192001"/>
              <a:gd name="connsiteY147" fmla="*/ 2209829 h 2344739"/>
              <a:gd name="connsiteX148" fmla="*/ 4762447 w 12192001"/>
              <a:gd name="connsiteY148" fmla="*/ 2182061 h 2344739"/>
              <a:gd name="connsiteX149" fmla="*/ 4723186 w 12192001"/>
              <a:gd name="connsiteY149" fmla="*/ 2173047 h 2344739"/>
              <a:gd name="connsiteX150" fmla="*/ 4721176 w 12192001"/>
              <a:gd name="connsiteY150" fmla="*/ 2172298 h 2344739"/>
              <a:gd name="connsiteX151" fmla="*/ 4722111 w 12192001"/>
              <a:gd name="connsiteY151" fmla="*/ 2172087 h 2344739"/>
              <a:gd name="connsiteX152" fmla="*/ 4717202 w 12192001"/>
              <a:gd name="connsiteY152" fmla="*/ 2170817 h 2344739"/>
              <a:gd name="connsiteX153" fmla="*/ 4721176 w 12192001"/>
              <a:gd name="connsiteY153" fmla="*/ 2172298 h 2344739"/>
              <a:gd name="connsiteX154" fmla="*/ 4715526 w 12192001"/>
              <a:gd name="connsiteY154" fmla="*/ 2173573 h 2344739"/>
              <a:gd name="connsiteX155" fmla="*/ 4515814 w 12192001"/>
              <a:gd name="connsiteY155" fmla="*/ 2163671 h 2344739"/>
              <a:gd name="connsiteX156" fmla="*/ 4428543 w 12192001"/>
              <a:gd name="connsiteY156" fmla="*/ 2153020 h 2344739"/>
              <a:gd name="connsiteX157" fmla="*/ 4362875 w 12192001"/>
              <a:gd name="connsiteY157" fmla="*/ 2151674 h 2344739"/>
              <a:gd name="connsiteX158" fmla="*/ 4316966 w 12192001"/>
              <a:gd name="connsiteY158" fmla="*/ 2158289 h 2344739"/>
              <a:gd name="connsiteX159" fmla="*/ 4315110 w 12192001"/>
              <a:gd name="connsiteY159" fmla="*/ 2156948 h 2344739"/>
              <a:gd name="connsiteX160" fmla="*/ 4295144 w 12192001"/>
              <a:gd name="connsiteY160" fmla="*/ 2155069 h 2344739"/>
              <a:gd name="connsiteX161" fmla="*/ 4290064 w 12192001"/>
              <a:gd name="connsiteY161" fmla="*/ 2157986 h 2344739"/>
              <a:gd name="connsiteX162" fmla="*/ 4276142 w 12192001"/>
              <a:gd name="connsiteY162" fmla="*/ 2157740 h 2344739"/>
              <a:gd name="connsiteX163" fmla="*/ 4248117 w 12192001"/>
              <a:gd name="connsiteY163" fmla="*/ 2160064 h 2344739"/>
              <a:gd name="connsiteX164" fmla="*/ 4202051 w 12192001"/>
              <a:gd name="connsiteY164" fmla="*/ 2157269 h 2344739"/>
              <a:gd name="connsiteX165" fmla="*/ 4201745 w 12192001"/>
              <a:gd name="connsiteY165" fmla="*/ 2156010 h 2344739"/>
              <a:gd name="connsiteX166" fmla="*/ 4191248 w 12192001"/>
              <a:gd name="connsiteY166" fmla="*/ 2150376 h 2344739"/>
              <a:gd name="connsiteX167" fmla="*/ 4142745 w 12192001"/>
              <a:gd name="connsiteY167" fmla="*/ 2134511 h 2344739"/>
              <a:gd name="connsiteX168" fmla="*/ 4083097 w 12192001"/>
              <a:gd name="connsiteY168" fmla="*/ 2107978 h 2344739"/>
              <a:gd name="connsiteX169" fmla="*/ 4074546 w 12192001"/>
              <a:gd name="connsiteY169" fmla="*/ 2107143 h 2344739"/>
              <a:gd name="connsiteX170" fmla="*/ 4074427 w 12192001"/>
              <a:gd name="connsiteY170" fmla="*/ 2106844 h 2344739"/>
              <a:gd name="connsiteX171" fmla="*/ 4065510 w 12192001"/>
              <a:gd name="connsiteY171" fmla="*/ 2105400 h 2344739"/>
              <a:gd name="connsiteX172" fmla="*/ 4058954 w 12192001"/>
              <a:gd name="connsiteY172" fmla="*/ 2105618 h 2344739"/>
              <a:gd name="connsiteX173" fmla="*/ 4042364 w 12192001"/>
              <a:gd name="connsiteY173" fmla="*/ 2103997 h 2344739"/>
              <a:gd name="connsiteX174" fmla="*/ 4036997 w 12192001"/>
              <a:gd name="connsiteY174" fmla="*/ 2101563 h 2344739"/>
              <a:gd name="connsiteX175" fmla="*/ 4035363 w 12192001"/>
              <a:gd name="connsiteY175" fmla="*/ 2097896 h 2344739"/>
              <a:gd name="connsiteX176" fmla="*/ 4033778 w 12192001"/>
              <a:gd name="connsiteY176" fmla="*/ 2098131 h 2344739"/>
              <a:gd name="connsiteX177" fmla="*/ 4004538 w 12192001"/>
              <a:gd name="connsiteY177" fmla="*/ 2085563 h 2344739"/>
              <a:gd name="connsiteX178" fmla="*/ 3936846 w 12192001"/>
              <a:gd name="connsiteY178" fmla="*/ 2068106 h 2344739"/>
              <a:gd name="connsiteX179" fmla="*/ 3897275 w 12192001"/>
              <a:gd name="connsiteY179" fmla="*/ 2062451 h 2344739"/>
              <a:gd name="connsiteX180" fmla="*/ 3789760 w 12192001"/>
              <a:gd name="connsiteY180" fmla="*/ 2042213 h 2344739"/>
              <a:gd name="connsiteX181" fmla="*/ 3682513 w 12192001"/>
              <a:gd name="connsiteY181" fmla="*/ 2018290 h 2344739"/>
              <a:gd name="connsiteX182" fmla="*/ 3610035 w 12192001"/>
              <a:gd name="connsiteY182" fmla="*/ 1986019 h 2344739"/>
              <a:gd name="connsiteX183" fmla="*/ 3603855 w 12192001"/>
              <a:gd name="connsiteY183" fmla="*/ 1987381 h 2344739"/>
              <a:gd name="connsiteX184" fmla="*/ 3594736 w 12192001"/>
              <a:gd name="connsiteY184" fmla="*/ 1987545 h 2344739"/>
              <a:gd name="connsiteX185" fmla="*/ 3594501 w 12192001"/>
              <a:gd name="connsiteY185" fmla="*/ 1987276 h 2344739"/>
              <a:gd name="connsiteX186" fmla="*/ 3585978 w 12192001"/>
              <a:gd name="connsiteY186" fmla="*/ 1987966 h 2344739"/>
              <a:gd name="connsiteX187" fmla="*/ 3536135 w 12192001"/>
              <a:gd name="connsiteY187" fmla="*/ 1978267 h 2344739"/>
              <a:gd name="connsiteX188" fmla="*/ 3473223 w 12192001"/>
              <a:gd name="connsiteY188" fmla="*/ 1974606 h 2344739"/>
              <a:gd name="connsiteX189" fmla="*/ 3400728 w 12192001"/>
              <a:gd name="connsiteY189" fmla="*/ 1962558 h 2344739"/>
              <a:gd name="connsiteX190" fmla="*/ 3363888 w 12192001"/>
              <a:gd name="connsiteY190" fmla="*/ 1979510 h 2344739"/>
              <a:gd name="connsiteX191" fmla="*/ 3344026 w 12192001"/>
              <a:gd name="connsiteY191" fmla="*/ 1981192 h 2344739"/>
              <a:gd name="connsiteX192" fmla="*/ 3341698 w 12192001"/>
              <a:gd name="connsiteY192" fmla="*/ 1980217 h 2344739"/>
              <a:gd name="connsiteX193" fmla="*/ 3262356 w 12192001"/>
              <a:gd name="connsiteY193" fmla="*/ 1986094 h 2344739"/>
              <a:gd name="connsiteX194" fmla="*/ 3142556 w 12192001"/>
              <a:gd name="connsiteY194" fmla="*/ 1993869 h 2344739"/>
              <a:gd name="connsiteX195" fmla="*/ 3030291 w 12192001"/>
              <a:gd name="connsiteY195" fmla="*/ 1996512 h 2344739"/>
              <a:gd name="connsiteX196" fmla="*/ 2781569 w 12192001"/>
              <a:gd name="connsiteY196" fmla="*/ 2018333 h 2344739"/>
              <a:gd name="connsiteX197" fmla="*/ 2646527 w 12192001"/>
              <a:gd name="connsiteY197" fmla="*/ 2028869 h 2344739"/>
              <a:gd name="connsiteX198" fmla="*/ 2568028 w 12192001"/>
              <a:gd name="connsiteY198" fmla="*/ 2002628 h 2344739"/>
              <a:gd name="connsiteX199" fmla="*/ 2443255 w 12192001"/>
              <a:gd name="connsiteY199" fmla="*/ 2016529 h 2344739"/>
              <a:gd name="connsiteX200" fmla="*/ 2315112 w 12192001"/>
              <a:gd name="connsiteY200" fmla="*/ 2024996 h 2344739"/>
              <a:gd name="connsiteX201" fmla="*/ 2208578 w 12192001"/>
              <a:gd name="connsiteY201" fmla="*/ 2019763 h 2344739"/>
              <a:gd name="connsiteX202" fmla="*/ 2094665 w 12192001"/>
              <a:gd name="connsiteY202" fmla="*/ 2003052 h 2344739"/>
              <a:gd name="connsiteX203" fmla="*/ 1997356 w 12192001"/>
              <a:gd name="connsiteY203" fmla="*/ 1995032 h 2344739"/>
              <a:gd name="connsiteX204" fmla="*/ 1928172 w 12192001"/>
              <a:gd name="connsiteY204" fmla="*/ 2016977 h 2344739"/>
              <a:gd name="connsiteX205" fmla="*/ 1921650 w 12192001"/>
              <a:gd name="connsiteY205" fmla="*/ 2012146 h 2344739"/>
              <a:gd name="connsiteX206" fmla="*/ 1873080 w 12192001"/>
              <a:gd name="connsiteY206" fmla="*/ 2013741 h 2344739"/>
              <a:gd name="connsiteX207" fmla="*/ 1786655 w 12192001"/>
              <a:gd name="connsiteY207" fmla="*/ 2041363 h 2344739"/>
              <a:gd name="connsiteX208" fmla="*/ 1738204 w 12192001"/>
              <a:gd name="connsiteY208" fmla="*/ 2036312 h 2344739"/>
              <a:gd name="connsiteX209" fmla="*/ 1675071 w 12192001"/>
              <a:gd name="connsiteY209" fmla="*/ 2019963 h 2344739"/>
              <a:gd name="connsiteX210" fmla="*/ 1608669 w 12192001"/>
              <a:gd name="connsiteY210" fmla="*/ 2013066 h 2344739"/>
              <a:gd name="connsiteX211" fmla="*/ 1496110 w 12192001"/>
              <a:gd name="connsiteY211" fmla="*/ 1987476 h 2344739"/>
              <a:gd name="connsiteX212" fmla="*/ 1149979 w 12192001"/>
              <a:gd name="connsiteY212" fmla="*/ 1938041 h 2344739"/>
              <a:gd name="connsiteX213" fmla="*/ 858269 w 12192001"/>
              <a:gd name="connsiteY213" fmla="*/ 1928608 h 2344739"/>
              <a:gd name="connsiteX214" fmla="*/ 837540 w 12192001"/>
              <a:gd name="connsiteY214" fmla="*/ 1929821 h 2344739"/>
              <a:gd name="connsiteX215" fmla="*/ 816809 w 12192001"/>
              <a:gd name="connsiteY215" fmla="*/ 1927857 h 2344739"/>
              <a:gd name="connsiteX216" fmla="*/ 811506 w 12192001"/>
              <a:gd name="connsiteY216" fmla="*/ 1930751 h 2344739"/>
              <a:gd name="connsiteX217" fmla="*/ 797041 w 12192001"/>
              <a:gd name="connsiteY217" fmla="*/ 1930446 h 2344739"/>
              <a:gd name="connsiteX218" fmla="*/ 767901 w 12192001"/>
              <a:gd name="connsiteY218" fmla="*/ 1932653 h 2344739"/>
              <a:gd name="connsiteX219" fmla="*/ 763053 w 12192001"/>
              <a:gd name="connsiteY219" fmla="*/ 1930432 h 2344739"/>
              <a:gd name="connsiteX220" fmla="*/ 720047 w 12192001"/>
              <a:gd name="connsiteY220" fmla="*/ 1929661 h 2344739"/>
              <a:gd name="connsiteX221" fmla="*/ 719742 w 12192001"/>
              <a:gd name="connsiteY221" fmla="*/ 1928399 h 2344739"/>
              <a:gd name="connsiteX222" fmla="*/ 708875 w 12192001"/>
              <a:gd name="connsiteY222" fmla="*/ 1922722 h 2344739"/>
              <a:gd name="connsiteX223" fmla="*/ 596792 w 12192001"/>
              <a:gd name="connsiteY223" fmla="*/ 1879864 h 2344739"/>
              <a:gd name="connsiteX224" fmla="*/ 578535 w 12192001"/>
              <a:gd name="connsiteY224" fmla="*/ 1877212 h 2344739"/>
              <a:gd name="connsiteX225" fmla="*/ 571717 w 12192001"/>
              <a:gd name="connsiteY225" fmla="*/ 1877401 h 2344739"/>
              <a:gd name="connsiteX226" fmla="*/ 445099 w 12192001"/>
              <a:gd name="connsiteY226" fmla="*/ 1839371 h 2344739"/>
              <a:gd name="connsiteX227" fmla="*/ 404015 w 12192001"/>
              <a:gd name="connsiteY227" fmla="*/ 1833548 h 2344739"/>
              <a:gd name="connsiteX228" fmla="*/ 292435 w 12192001"/>
              <a:gd name="connsiteY228" fmla="*/ 1812852 h 2344739"/>
              <a:gd name="connsiteX229" fmla="*/ 118381 w 12192001"/>
              <a:gd name="connsiteY229" fmla="*/ 1761047 h 2344739"/>
              <a:gd name="connsiteX230" fmla="*/ 15526 w 12192001"/>
              <a:gd name="connsiteY230" fmla="*/ 1758191 h 2344739"/>
              <a:gd name="connsiteX231" fmla="*/ 2 w 12192001"/>
              <a:gd name="connsiteY231" fmla="*/ 1752722 h 2344739"/>
              <a:gd name="connsiteX232" fmla="*/ 1 w 12192001"/>
              <a:gd name="connsiteY232" fmla="*/ 762497 h 2344739"/>
              <a:gd name="connsiteX233" fmla="*/ 0 w 12192001"/>
              <a:gd name="connsiteY233" fmla="*/ 762497 h 2344739"/>
              <a:gd name="connsiteX234" fmla="*/ 0 w 12192001"/>
              <a:gd name="connsiteY234" fmla="*/ 222213 h 2344739"/>
              <a:gd name="connsiteX235" fmla="*/ 0 w 12192001"/>
              <a:gd name="connsiteY235"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12228 w 12192001"/>
              <a:gd name="connsiteY22" fmla="*/ 797659 h 2344739"/>
              <a:gd name="connsiteX23" fmla="*/ 11748619 w 12192001"/>
              <a:gd name="connsiteY23" fmla="*/ 872002 h 2344739"/>
              <a:gd name="connsiteX24" fmla="*/ 11595155 w 12192001"/>
              <a:gd name="connsiteY24" fmla="*/ 918898 h 2344739"/>
              <a:gd name="connsiteX25" fmla="*/ 11306392 w 12192001"/>
              <a:gd name="connsiteY25" fmla="*/ 1272239 h 2344739"/>
              <a:gd name="connsiteX26" fmla="*/ 11522499 w 12192001"/>
              <a:gd name="connsiteY26" fmla="*/ 1207528 h 2344739"/>
              <a:gd name="connsiteX27" fmla="*/ 11245526 w 12192001"/>
              <a:gd name="connsiteY27" fmla="*/ 1274060 h 2344739"/>
              <a:gd name="connsiteX28" fmla="*/ 11227161 w 12192001"/>
              <a:gd name="connsiteY28" fmla="*/ 1276236 h 2344739"/>
              <a:gd name="connsiteX29" fmla="*/ 11216939 w 12192001"/>
              <a:gd name="connsiteY29" fmla="*/ 1275961 h 2344739"/>
              <a:gd name="connsiteX30" fmla="*/ 11216036 w 12192001"/>
              <a:gd name="connsiteY30" fmla="*/ 1275018 h 2344739"/>
              <a:gd name="connsiteX31" fmla="*/ 11187737 w 12192001"/>
              <a:gd name="connsiteY31" fmla="*/ 1292383 h 2344739"/>
              <a:gd name="connsiteX32" fmla="*/ 11183353 w 12192001"/>
              <a:gd name="connsiteY32" fmla="*/ 1292525 h 2344739"/>
              <a:gd name="connsiteX33" fmla="*/ 11165706 w 12192001"/>
              <a:gd name="connsiteY33" fmla="*/ 1306612 h 2344739"/>
              <a:gd name="connsiteX34" fmla="*/ 11156163 w 12192001"/>
              <a:gd name="connsiteY34" fmla="*/ 1312414 h 2344739"/>
              <a:gd name="connsiteX35" fmla="*/ 11154348 w 12192001"/>
              <a:gd name="connsiteY35" fmla="*/ 1317097 h 2344739"/>
              <a:gd name="connsiteX36" fmla="*/ 11139813 w 12192001"/>
              <a:gd name="connsiteY36" fmla="*/ 1324115 h 2344739"/>
              <a:gd name="connsiteX37" fmla="*/ 11137813 w 12192001"/>
              <a:gd name="connsiteY37" fmla="*/ 1323772 h 2344739"/>
              <a:gd name="connsiteX38" fmla="*/ 11127060 w 12192001"/>
              <a:gd name="connsiteY38" fmla="*/ 1333832 h 2344739"/>
              <a:gd name="connsiteX39" fmla="*/ 11119543 w 12192001"/>
              <a:gd name="connsiteY39" fmla="*/ 1347424 h 2344739"/>
              <a:gd name="connsiteX40" fmla="*/ 10893535 w 12192001"/>
              <a:gd name="connsiteY40" fmla="*/ 1473399 h 2344739"/>
              <a:gd name="connsiteX41" fmla="*/ 10772152 w 12192001"/>
              <a:gd name="connsiteY41" fmla="*/ 1523191 h 2344739"/>
              <a:gd name="connsiteX42" fmla="*/ 10626520 w 12192001"/>
              <a:gd name="connsiteY42" fmla="*/ 1559229 h 2344739"/>
              <a:gd name="connsiteX43" fmla="*/ 10580747 w 12192001"/>
              <a:gd name="connsiteY43" fmla="*/ 1568689 h 2344739"/>
              <a:gd name="connsiteX44" fmla="*/ 10546642 w 12192001"/>
              <a:gd name="connsiteY44" fmla="*/ 1598423 h 2344739"/>
              <a:gd name="connsiteX45" fmla="*/ 10528495 w 12192001"/>
              <a:gd name="connsiteY45" fmla="*/ 1596907 h 2344739"/>
              <a:gd name="connsiteX46" fmla="*/ 10525298 w 12192001"/>
              <a:gd name="connsiteY46" fmla="*/ 1596411 h 2344739"/>
              <a:gd name="connsiteX47" fmla="*/ 10513981 w 12192001"/>
              <a:gd name="connsiteY47" fmla="*/ 1599537 h 2344739"/>
              <a:gd name="connsiteX48" fmla="*/ 10490587 w 12192001"/>
              <a:gd name="connsiteY48" fmla="*/ 1594156 h 2344739"/>
              <a:gd name="connsiteX49" fmla="*/ 10470270 w 12192001"/>
              <a:gd name="connsiteY49" fmla="*/ 1601693 h 2344739"/>
              <a:gd name="connsiteX50" fmla="*/ 10375894 w 12192001"/>
              <a:gd name="connsiteY50" fmla="*/ 1644598 h 2344739"/>
              <a:gd name="connsiteX51" fmla="*/ 10318190 w 12192001"/>
              <a:gd name="connsiteY51" fmla="*/ 1666221 h 2344739"/>
              <a:gd name="connsiteX52" fmla="*/ 10294319 w 12192001"/>
              <a:gd name="connsiteY52" fmla="*/ 1668079 h 2344739"/>
              <a:gd name="connsiteX53" fmla="*/ 10262295 w 12192001"/>
              <a:gd name="connsiteY53" fmla="*/ 1674948 h 2344739"/>
              <a:gd name="connsiteX54" fmla="*/ 10204270 w 12192001"/>
              <a:gd name="connsiteY54" fmla="*/ 1682149 h 2344739"/>
              <a:gd name="connsiteX55" fmla="*/ 10176611 w 12192001"/>
              <a:gd name="connsiteY55" fmla="*/ 1692943 h 2344739"/>
              <a:gd name="connsiteX56" fmla="*/ 10163922 w 12192001"/>
              <a:gd name="connsiteY56" fmla="*/ 1693739 h 2344739"/>
              <a:gd name="connsiteX57" fmla="*/ 10155160 w 12192001"/>
              <a:gd name="connsiteY57" fmla="*/ 1707487 h 2344739"/>
              <a:gd name="connsiteX58" fmla="*/ 10117119 w 12192001"/>
              <a:gd name="connsiteY58" fmla="*/ 1731142 h 2344739"/>
              <a:gd name="connsiteX59" fmla="*/ 10100445 w 12192001"/>
              <a:gd name="connsiteY59" fmla="*/ 1742432 h 2344739"/>
              <a:gd name="connsiteX60" fmla="*/ 10082169 w 12192001"/>
              <a:gd name="connsiteY60" fmla="*/ 1743296 h 2344739"/>
              <a:gd name="connsiteX61" fmla="*/ 10039240 w 12192001"/>
              <a:gd name="connsiteY61" fmla="*/ 1741632 h 2344739"/>
              <a:gd name="connsiteX62" fmla="*/ 9960019 w 12192001"/>
              <a:gd name="connsiteY62" fmla="*/ 1757147 h 2344739"/>
              <a:gd name="connsiteX63" fmla="*/ 9847792 w 12192001"/>
              <a:gd name="connsiteY63" fmla="*/ 1763915 h 2344739"/>
              <a:gd name="connsiteX64" fmla="*/ 9728309 w 12192001"/>
              <a:gd name="connsiteY64" fmla="*/ 1784122 h 2344739"/>
              <a:gd name="connsiteX65" fmla="*/ 9584507 w 12192001"/>
              <a:gd name="connsiteY65" fmla="*/ 1795542 h 2344739"/>
              <a:gd name="connsiteX66" fmla="*/ 9343052 w 12192001"/>
              <a:gd name="connsiteY66" fmla="*/ 1841244 h 2344739"/>
              <a:gd name="connsiteX67" fmla="*/ 9231370 w 12192001"/>
              <a:gd name="connsiteY67" fmla="*/ 1893149 h 2344739"/>
              <a:gd name="connsiteX68" fmla="*/ 9194810 w 12192001"/>
              <a:gd name="connsiteY68" fmla="*/ 1903228 h 2344739"/>
              <a:gd name="connsiteX69" fmla="*/ 9189246 w 12192001"/>
              <a:gd name="connsiteY69" fmla="*/ 1912467 h 2344739"/>
              <a:gd name="connsiteX70" fmla="*/ 9151232 w 12192001"/>
              <a:gd name="connsiteY70" fmla="*/ 1923669 h 2344739"/>
              <a:gd name="connsiteX71" fmla="*/ 9150210 w 12192001"/>
              <a:gd name="connsiteY71" fmla="*/ 1922604 h 2344739"/>
              <a:gd name="connsiteX72" fmla="*/ 9137318 w 12192001"/>
              <a:gd name="connsiteY72" fmla="*/ 1920435 h 2344739"/>
              <a:gd name="connsiteX73" fmla="*/ 9113812 w 12192001"/>
              <a:gd name="connsiteY73" fmla="*/ 1919069 h 2344739"/>
              <a:gd name="connsiteX74" fmla="*/ 9053453 w 12192001"/>
              <a:gd name="connsiteY74" fmla="*/ 1910755 h 2344739"/>
              <a:gd name="connsiteX75" fmla="*/ 9005486 w 12192001"/>
              <a:gd name="connsiteY75" fmla="*/ 1914040 h 2344739"/>
              <a:gd name="connsiteX76" fmla="*/ 9005201 w 12192001"/>
              <a:gd name="connsiteY76" fmla="*/ 1913800 h 2344739"/>
              <a:gd name="connsiteX77" fmla="*/ 8996232 w 12192001"/>
              <a:gd name="connsiteY77" fmla="*/ 1915011 h 2344739"/>
              <a:gd name="connsiteX78" fmla="*/ 8990394 w 12192001"/>
              <a:gd name="connsiteY78" fmla="*/ 1917072 h 2344739"/>
              <a:gd name="connsiteX79" fmla="*/ 8974337 w 12192001"/>
              <a:gd name="connsiteY79" fmla="*/ 1920298 h 2344739"/>
              <a:gd name="connsiteX80" fmla="*/ 8968011 w 12192001"/>
              <a:gd name="connsiteY80" fmla="*/ 1919598 h 2344739"/>
              <a:gd name="connsiteX81" fmla="*/ 8963048 w 12192001"/>
              <a:gd name="connsiteY81" fmla="*/ 1917373 h 2344739"/>
              <a:gd name="connsiteX82" fmla="*/ 8928988 w 12192001"/>
              <a:gd name="connsiteY82" fmla="*/ 1914185 h 2344739"/>
              <a:gd name="connsiteX83" fmla="*/ 8752444 w 12192001"/>
              <a:gd name="connsiteY83" fmla="*/ 1933417 h 2344739"/>
              <a:gd name="connsiteX84" fmla="*/ 8707847 w 12192001"/>
              <a:gd name="connsiteY84" fmla="*/ 1935518 h 2344739"/>
              <a:gd name="connsiteX85" fmla="*/ 8596071 w 12192001"/>
              <a:gd name="connsiteY85" fmla="*/ 1944090 h 2344739"/>
              <a:gd name="connsiteX86" fmla="*/ 8525230 w 12192001"/>
              <a:gd name="connsiteY86" fmla="*/ 1929248 h 2344739"/>
              <a:gd name="connsiteX87" fmla="*/ 8510983 w 12192001"/>
              <a:gd name="connsiteY87" fmla="*/ 1935163 h 2344739"/>
              <a:gd name="connsiteX88" fmla="*/ 8506167 w 12192001"/>
              <a:gd name="connsiteY88" fmla="*/ 1938164 h 2344739"/>
              <a:gd name="connsiteX89" fmla="*/ 8497968 w 12192001"/>
              <a:gd name="connsiteY89" fmla="*/ 1940902 h 2344739"/>
              <a:gd name="connsiteX90" fmla="*/ 8497594 w 12192001"/>
              <a:gd name="connsiteY90" fmla="*/ 1940723 h 2344739"/>
              <a:gd name="connsiteX91" fmla="*/ 8490249 w 12192001"/>
              <a:gd name="connsiteY91" fmla="*/ 1943773 h 2344739"/>
              <a:gd name="connsiteX92" fmla="*/ 8367182 w 12192001"/>
              <a:gd name="connsiteY92" fmla="*/ 1957815 h 2344739"/>
              <a:gd name="connsiteX93" fmla="*/ 8353799 w 12192001"/>
              <a:gd name="connsiteY93" fmla="*/ 1958009 h 2344739"/>
              <a:gd name="connsiteX94" fmla="*/ 8352373 w 12192001"/>
              <a:gd name="connsiteY94" fmla="*/ 1957169 h 2344739"/>
              <a:gd name="connsiteX95" fmla="*/ 8320104 w 12192001"/>
              <a:gd name="connsiteY95" fmla="*/ 1974587 h 2344739"/>
              <a:gd name="connsiteX96" fmla="*/ 8314433 w 12192001"/>
              <a:gd name="connsiteY96" fmla="*/ 1974913 h 2344739"/>
              <a:gd name="connsiteX97" fmla="*/ 8295174 w 12192001"/>
              <a:gd name="connsiteY97" fmla="*/ 1988808 h 2344739"/>
              <a:gd name="connsiteX98" fmla="*/ 8284276 w 12192001"/>
              <a:gd name="connsiteY98" fmla="*/ 1994631 h 2344739"/>
              <a:gd name="connsiteX99" fmla="*/ 8283150 w 12192001"/>
              <a:gd name="connsiteY99" fmla="*/ 1999074 h 2344739"/>
              <a:gd name="connsiteX100" fmla="*/ 8266076 w 12192001"/>
              <a:gd name="connsiteY100" fmla="*/ 2006249 h 2344739"/>
              <a:gd name="connsiteX101" fmla="*/ 8263377 w 12192001"/>
              <a:gd name="connsiteY101" fmla="*/ 2006019 h 2344739"/>
              <a:gd name="connsiteX102" fmla="*/ 8252033 w 12192001"/>
              <a:gd name="connsiteY102" fmla="*/ 2015862 h 2344739"/>
              <a:gd name="connsiteX103" fmla="*/ 8245834 w 12192001"/>
              <a:gd name="connsiteY103" fmla="*/ 2028854 h 2344739"/>
              <a:gd name="connsiteX104" fmla="*/ 8090272 w 12192001"/>
              <a:gd name="connsiteY104" fmla="*/ 2075015 h 2344739"/>
              <a:gd name="connsiteX105" fmla="*/ 7905407 w 12192001"/>
              <a:gd name="connsiteY105" fmla="*/ 2116988 h 2344739"/>
              <a:gd name="connsiteX106" fmla="*/ 7718745 w 12192001"/>
              <a:gd name="connsiteY106" fmla="*/ 2142703 h 2344739"/>
              <a:gd name="connsiteX107" fmla="*/ 7614347 w 12192001"/>
              <a:gd name="connsiteY107" fmla="*/ 2139232 h 2344739"/>
              <a:gd name="connsiteX108" fmla="*/ 7527543 w 12192001"/>
              <a:gd name="connsiteY108" fmla="*/ 2145060 h 2344739"/>
              <a:gd name="connsiteX109" fmla="*/ 7519571 w 12192001"/>
              <a:gd name="connsiteY109" fmla="*/ 2147613 h 2344739"/>
              <a:gd name="connsiteX110" fmla="*/ 7507411 w 12192001"/>
              <a:gd name="connsiteY110" fmla="*/ 2148948 h 2344739"/>
              <a:gd name="connsiteX111" fmla="*/ 7507040 w 12192001"/>
              <a:gd name="connsiteY111" fmla="*/ 2148621 h 2344739"/>
              <a:gd name="connsiteX112" fmla="*/ 7495795 w 12192001"/>
              <a:gd name="connsiteY112" fmla="*/ 2150573 h 2344739"/>
              <a:gd name="connsiteX113" fmla="*/ 7405391 w 12192001"/>
              <a:gd name="connsiteY113" fmla="*/ 2142468 h 2344739"/>
              <a:gd name="connsiteX114" fmla="*/ 7312180 w 12192001"/>
              <a:gd name="connsiteY114" fmla="*/ 2132873 h 2344739"/>
              <a:gd name="connsiteX115" fmla="*/ 7310853 w 12192001"/>
              <a:gd name="connsiteY115" fmla="*/ 2131431 h 2344739"/>
              <a:gd name="connsiteX116" fmla="*/ 7218559 w 12192001"/>
              <a:gd name="connsiteY116" fmla="*/ 2156680 h 2344739"/>
              <a:gd name="connsiteX117" fmla="*/ 7201101 w 12192001"/>
              <a:gd name="connsiteY117" fmla="*/ 2161230 h 2344739"/>
              <a:gd name="connsiteX118" fmla="*/ 7197004 w 12192001"/>
              <a:gd name="connsiteY118" fmla="*/ 2166588 h 2344739"/>
              <a:gd name="connsiteX119" fmla="*/ 7170808 w 12192001"/>
              <a:gd name="connsiteY119" fmla="*/ 2171236 h 2344739"/>
              <a:gd name="connsiteX120" fmla="*/ 7096988 w 12192001"/>
              <a:gd name="connsiteY120" fmla="*/ 2183464 h 2344739"/>
              <a:gd name="connsiteX121" fmla="*/ 7018496 w 12192001"/>
              <a:gd name="connsiteY121" fmla="*/ 2183090 h 2344739"/>
              <a:gd name="connsiteX122" fmla="*/ 6904146 w 12192001"/>
              <a:gd name="connsiteY122" fmla="*/ 2212596 h 2344739"/>
              <a:gd name="connsiteX123" fmla="*/ 6708222 w 12192001"/>
              <a:gd name="connsiteY123" fmla="*/ 2240551 h 2344739"/>
              <a:gd name="connsiteX124" fmla="*/ 6549454 w 12192001"/>
              <a:gd name="connsiteY124" fmla="*/ 2269327 h 2344739"/>
              <a:gd name="connsiteX125" fmla="*/ 6317560 w 12192001"/>
              <a:gd name="connsiteY125" fmla="*/ 2316127 h 2344739"/>
              <a:gd name="connsiteX126" fmla="*/ 6168674 w 12192001"/>
              <a:gd name="connsiteY126" fmla="*/ 2318214 h 2344739"/>
              <a:gd name="connsiteX127" fmla="*/ 6073848 w 12192001"/>
              <a:gd name="connsiteY127" fmla="*/ 2338676 h 2344739"/>
              <a:gd name="connsiteX128" fmla="*/ 6068529 w 12192001"/>
              <a:gd name="connsiteY128" fmla="*/ 2337139 h 2344739"/>
              <a:gd name="connsiteX129" fmla="*/ 6048638 w 12192001"/>
              <a:gd name="connsiteY129" fmla="*/ 2337822 h 2344739"/>
              <a:gd name="connsiteX130" fmla="*/ 6041285 w 12192001"/>
              <a:gd name="connsiteY130" fmla="*/ 2329473 h 2344739"/>
              <a:gd name="connsiteX131" fmla="*/ 6010090 w 12192001"/>
              <a:gd name="connsiteY131" fmla="*/ 2324380 h 2344739"/>
              <a:gd name="connsiteX132" fmla="*/ 5957375 w 12192001"/>
              <a:gd name="connsiteY132" fmla="*/ 2328024 h 2344739"/>
              <a:gd name="connsiteX133" fmla="*/ 5758919 w 12192001"/>
              <a:gd name="connsiteY133" fmla="*/ 2343716 h 2344739"/>
              <a:gd name="connsiteX134" fmla="*/ 5626960 w 12192001"/>
              <a:gd name="connsiteY134" fmla="*/ 2344739 h 2344739"/>
              <a:gd name="connsiteX135" fmla="*/ 5470906 w 12192001"/>
              <a:gd name="connsiteY135" fmla="*/ 2330719 h 2344739"/>
              <a:gd name="connsiteX136" fmla="*/ 5432761 w 12192001"/>
              <a:gd name="connsiteY136" fmla="*/ 2319466 h 2344739"/>
              <a:gd name="connsiteX137" fmla="*/ 5381669 w 12192001"/>
              <a:gd name="connsiteY137" fmla="*/ 2301764 h 2344739"/>
              <a:gd name="connsiteX138" fmla="*/ 5261764 w 12192001"/>
              <a:gd name="connsiteY138" fmla="*/ 2281347 h 2344739"/>
              <a:gd name="connsiteX139" fmla="*/ 5222961 w 12192001"/>
              <a:gd name="connsiteY139" fmla="*/ 2270223 h 2344739"/>
              <a:gd name="connsiteX140" fmla="*/ 5174660 w 12192001"/>
              <a:gd name="connsiteY140" fmla="*/ 2267233 h 2344739"/>
              <a:gd name="connsiteX141" fmla="*/ 5156554 w 12192001"/>
              <a:gd name="connsiteY141" fmla="*/ 2260010 h 2344739"/>
              <a:gd name="connsiteX142" fmla="*/ 5142599 w 12192001"/>
              <a:gd name="connsiteY142" fmla="*/ 2256610 h 2344739"/>
              <a:gd name="connsiteX143" fmla="*/ 5139596 w 12192001"/>
              <a:gd name="connsiteY143" fmla="*/ 2254509 h 2344739"/>
              <a:gd name="connsiteX144" fmla="*/ 5121659 w 12192001"/>
              <a:gd name="connsiteY144" fmla="*/ 2243656 h 2344739"/>
              <a:gd name="connsiteX145" fmla="*/ 5065790 w 12192001"/>
              <a:gd name="connsiteY145" fmla="*/ 2250227 h 2344739"/>
              <a:gd name="connsiteX146" fmla="*/ 5011514 w 12192001"/>
              <a:gd name="connsiteY146" fmla="*/ 2233846 h 2344739"/>
              <a:gd name="connsiteX147" fmla="*/ 4840441 w 12192001"/>
              <a:gd name="connsiteY147" fmla="*/ 2209829 h 2344739"/>
              <a:gd name="connsiteX148" fmla="*/ 4762447 w 12192001"/>
              <a:gd name="connsiteY148" fmla="*/ 2182061 h 2344739"/>
              <a:gd name="connsiteX149" fmla="*/ 4723186 w 12192001"/>
              <a:gd name="connsiteY149" fmla="*/ 2173047 h 2344739"/>
              <a:gd name="connsiteX150" fmla="*/ 4721176 w 12192001"/>
              <a:gd name="connsiteY150" fmla="*/ 2172298 h 2344739"/>
              <a:gd name="connsiteX151" fmla="*/ 4722111 w 12192001"/>
              <a:gd name="connsiteY151" fmla="*/ 2172087 h 2344739"/>
              <a:gd name="connsiteX152" fmla="*/ 4717202 w 12192001"/>
              <a:gd name="connsiteY152" fmla="*/ 2170817 h 2344739"/>
              <a:gd name="connsiteX153" fmla="*/ 4721176 w 12192001"/>
              <a:gd name="connsiteY153" fmla="*/ 2172298 h 2344739"/>
              <a:gd name="connsiteX154" fmla="*/ 4715526 w 12192001"/>
              <a:gd name="connsiteY154" fmla="*/ 2173573 h 2344739"/>
              <a:gd name="connsiteX155" fmla="*/ 4515814 w 12192001"/>
              <a:gd name="connsiteY155" fmla="*/ 2163671 h 2344739"/>
              <a:gd name="connsiteX156" fmla="*/ 4428543 w 12192001"/>
              <a:gd name="connsiteY156" fmla="*/ 2153020 h 2344739"/>
              <a:gd name="connsiteX157" fmla="*/ 4362875 w 12192001"/>
              <a:gd name="connsiteY157" fmla="*/ 2151674 h 2344739"/>
              <a:gd name="connsiteX158" fmla="*/ 4316966 w 12192001"/>
              <a:gd name="connsiteY158" fmla="*/ 2158289 h 2344739"/>
              <a:gd name="connsiteX159" fmla="*/ 4315110 w 12192001"/>
              <a:gd name="connsiteY159" fmla="*/ 2156948 h 2344739"/>
              <a:gd name="connsiteX160" fmla="*/ 4295144 w 12192001"/>
              <a:gd name="connsiteY160" fmla="*/ 2155069 h 2344739"/>
              <a:gd name="connsiteX161" fmla="*/ 4290064 w 12192001"/>
              <a:gd name="connsiteY161" fmla="*/ 2157986 h 2344739"/>
              <a:gd name="connsiteX162" fmla="*/ 4276142 w 12192001"/>
              <a:gd name="connsiteY162" fmla="*/ 2157740 h 2344739"/>
              <a:gd name="connsiteX163" fmla="*/ 4248117 w 12192001"/>
              <a:gd name="connsiteY163" fmla="*/ 2160064 h 2344739"/>
              <a:gd name="connsiteX164" fmla="*/ 4202051 w 12192001"/>
              <a:gd name="connsiteY164" fmla="*/ 2157269 h 2344739"/>
              <a:gd name="connsiteX165" fmla="*/ 4201745 w 12192001"/>
              <a:gd name="connsiteY165" fmla="*/ 2156010 h 2344739"/>
              <a:gd name="connsiteX166" fmla="*/ 4191248 w 12192001"/>
              <a:gd name="connsiteY166" fmla="*/ 2150376 h 2344739"/>
              <a:gd name="connsiteX167" fmla="*/ 4142745 w 12192001"/>
              <a:gd name="connsiteY167" fmla="*/ 2134511 h 2344739"/>
              <a:gd name="connsiteX168" fmla="*/ 4083097 w 12192001"/>
              <a:gd name="connsiteY168" fmla="*/ 2107978 h 2344739"/>
              <a:gd name="connsiteX169" fmla="*/ 4074546 w 12192001"/>
              <a:gd name="connsiteY169" fmla="*/ 2107143 h 2344739"/>
              <a:gd name="connsiteX170" fmla="*/ 4074427 w 12192001"/>
              <a:gd name="connsiteY170" fmla="*/ 2106844 h 2344739"/>
              <a:gd name="connsiteX171" fmla="*/ 4065510 w 12192001"/>
              <a:gd name="connsiteY171" fmla="*/ 2105400 h 2344739"/>
              <a:gd name="connsiteX172" fmla="*/ 4058954 w 12192001"/>
              <a:gd name="connsiteY172" fmla="*/ 2105618 h 2344739"/>
              <a:gd name="connsiteX173" fmla="*/ 4042364 w 12192001"/>
              <a:gd name="connsiteY173" fmla="*/ 2103997 h 2344739"/>
              <a:gd name="connsiteX174" fmla="*/ 4036997 w 12192001"/>
              <a:gd name="connsiteY174" fmla="*/ 2101563 h 2344739"/>
              <a:gd name="connsiteX175" fmla="*/ 4035363 w 12192001"/>
              <a:gd name="connsiteY175" fmla="*/ 2097896 h 2344739"/>
              <a:gd name="connsiteX176" fmla="*/ 4033778 w 12192001"/>
              <a:gd name="connsiteY176" fmla="*/ 2098131 h 2344739"/>
              <a:gd name="connsiteX177" fmla="*/ 4004538 w 12192001"/>
              <a:gd name="connsiteY177" fmla="*/ 2085563 h 2344739"/>
              <a:gd name="connsiteX178" fmla="*/ 3936846 w 12192001"/>
              <a:gd name="connsiteY178" fmla="*/ 2068106 h 2344739"/>
              <a:gd name="connsiteX179" fmla="*/ 3897275 w 12192001"/>
              <a:gd name="connsiteY179" fmla="*/ 2062451 h 2344739"/>
              <a:gd name="connsiteX180" fmla="*/ 3789760 w 12192001"/>
              <a:gd name="connsiteY180" fmla="*/ 2042213 h 2344739"/>
              <a:gd name="connsiteX181" fmla="*/ 3682513 w 12192001"/>
              <a:gd name="connsiteY181" fmla="*/ 2018290 h 2344739"/>
              <a:gd name="connsiteX182" fmla="*/ 3610035 w 12192001"/>
              <a:gd name="connsiteY182" fmla="*/ 1986019 h 2344739"/>
              <a:gd name="connsiteX183" fmla="*/ 3603855 w 12192001"/>
              <a:gd name="connsiteY183" fmla="*/ 1987381 h 2344739"/>
              <a:gd name="connsiteX184" fmla="*/ 3594736 w 12192001"/>
              <a:gd name="connsiteY184" fmla="*/ 1987545 h 2344739"/>
              <a:gd name="connsiteX185" fmla="*/ 3594501 w 12192001"/>
              <a:gd name="connsiteY185" fmla="*/ 1987276 h 2344739"/>
              <a:gd name="connsiteX186" fmla="*/ 3585978 w 12192001"/>
              <a:gd name="connsiteY186" fmla="*/ 1987966 h 2344739"/>
              <a:gd name="connsiteX187" fmla="*/ 3536135 w 12192001"/>
              <a:gd name="connsiteY187" fmla="*/ 1978267 h 2344739"/>
              <a:gd name="connsiteX188" fmla="*/ 3473223 w 12192001"/>
              <a:gd name="connsiteY188" fmla="*/ 1974606 h 2344739"/>
              <a:gd name="connsiteX189" fmla="*/ 3400728 w 12192001"/>
              <a:gd name="connsiteY189" fmla="*/ 1962558 h 2344739"/>
              <a:gd name="connsiteX190" fmla="*/ 3363888 w 12192001"/>
              <a:gd name="connsiteY190" fmla="*/ 1979510 h 2344739"/>
              <a:gd name="connsiteX191" fmla="*/ 3344026 w 12192001"/>
              <a:gd name="connsiteY191" fmla="*/ 1981192 h 2344739"/>
              <a:gd name="connsiteX192" fmla="*/ 3341698 w 12192001"/>
              <a:gd name="connsiteY192" fmla="*/ 1980217 h 2344739"/>
              <a:gd name="connsiteX193" fmla="*/ 3262356 w 12192001"/>
              <a:gd name="connsiteY193" fmla="*/ 1986094 h 2344739"/>
              <a:gd name="connsiteX194" fmla="*/ 3142556 w 12192001"/>
              <a:gd name="connsiteY194" fmla="*/ 1993869 h 2344739"/>
              <a:gd name="connsiteX195" fmla="*/ 3030291 w 12192001"/>
              <a:gd name="connsiteY195" fmla="*/ 1996512 h 2344739"/>
              <a:gd name="connsiteX196" fmla="*/ 2781569 w 12192001"/>
              <a:gd name="connsiteY196" fmla="*/ 2018333 h 2344739"/>
              <a:gd name="connsiteX197" fmla="*/ 2646527 w 12192001"/>
              <a:gd name="connsiteY197" fmla="*/ 2028869 h 2344739"/>
              <a:gd name="connsiteX198" fmla="*/ 2568028 w 12192001"/>
              <a:gd name="connsiteY198" fmla="*/ 2002628 h 2344739"/>
              <a:gd name="connsiteX199" fmla="*/ 2443255 w 12192001"/>
              <a:gd name="connsiteY199" fmla="*/ 2016529 h 2344739"/>
              <a:gd name="connsiteX200" fmla="*/ 2315112 w 12192001"/>
              <a:gd name="connsiteY200" fmla="*/ 2024996 h 2344739"/>
              <a:gd name="connsiteX201" fmla="*/ 2208578 w 12192001"/>
              <a:gd name="connsiteY201" fmla="*/ 2019763 h 2344739"/>
              <a:gd name="connsiteX202" fmla="*/ 2094665 w 12192001"/>
              <a:gd name="connsiteY202" fmla="*/ 2003052 h 2344739"/>
              <a:gd name="connsiteX203" fmla="*/ 1997356 w 12192001"/>
              <a:gd name="connsiteY203" fmla="*/ 1995032 h 2344739"/>
              <a:gd name="connsiteX204" fmla="*/ 1928172 w 12192001"/>
              <a:gd name="connsiteY204" fmla="*/ 2016977 h 2344739"/>
              <a:gd name="connsiteX205" fmla="*/ 1921650 w 12192001"/>
              <a:gd name="connsiteY205" fmla="*/ 2012146 h 2344739"/>
              <a:gd name="connsiteX206" fmla="*/ 1873080 w 12192001"/>
              <a:gd name="connsiteY206" fmla="*/ 2013741 h 2344739"/>
              <a:gd name="connsiteX207" fmla="*/ 1786655 w 12192001"/>
              <a:gd name="connsiteY207" fmla="*/ 2041363 h 2344739"/>
              <a:gd name="connsiteX208" fmla="*/ 1738204 w 12192001"/>
              <a:gd name="connsiteY208" fmla="*/ 2036312 h 2344739"/>
              <a:gd name="connsiteX209" fmla="*/ 1675071 w 12192001"/>
              <a:gd name="connsiteY209" fmla="*/ 2019963 h 2344739"/>
              <a:gd name="connsiteX210" fmla="*/ 1608669 w 12192001"/>
              <a:gd name="connsiteY210" fmla="*/ 2013066 h 2344739"/>
              <a:gd name="connsiteX211" fmla="*/ 1496110 w 12192001"/>
              <a:gd name="connsiteY211" fmla="*/ 1987476 h 2344739"/>
              <a:gd name="connsiteX212" fmla="*/ 1149979 w 12192001"/>
              <a:gd name="connsiteY212" fmla="*/ 1938041 h 2344739"/>
              <a:gd name="connsiteX213" fmla="*/ 858269 w 12192001"/>
              <a:gd name="connsiteY213" fmla="*/ 1928608 h 2344739"/>
              <a:gd name="connsiteX214" fmla="*/ 837540 w 12192001"/>
              <a:gd name="connsiteY214" fmla="*/ 1929821 h 2344739"/>
              <a:gd name="connsiteX215" fmla="*/ 816809 w 12192001"/>
              <a:gd name="connsiteY215" fmla="*/ 1927857 h 2344739"/>
              <a:gd name="connsiteX216" fmla="*/ 811506 w 12192001"/>
              <a:gd name="connsiteY216" fmla="*/ 1930751 h 2344739"/>
              <a:gd name="connsiteX217" fmla="*/ 797041 w 12192001"/>
              <a:gd name="connsiteY217" fmla="*/ 1930446 h 2344739"/>
              <a:gd name="connsiteX218" fmla="*/ 767901 w 12192001"/>
              <a:gd name="connsiteY218" fmla="*/ 1932653 h 2344739"/>
              <a:gd name="connsiteX219" fmla="*/ 763053 w 12192001"/>
              <a:gd name="connsiteY219" fmla="*/ 1930432 h 2344739"/>
              <a:gd name="connsiteX220" fmla="*/ 720047 w 12192001"/>
              <a:gd name="connsiteY220" fmla="*/ 1929661 h 2344739"/>
              <a:gd name="connsiteX221" fmla="*/ 719742 w 12192001"/>
              <a:gd name="connsiteY221" fmla="*/ 1928399 h 2344739"/>
              <a:gd name="connsiteX222" fmla="*/ 708875 w 12192001"/>
              <a:gd name="connsiteY222" fmla="*/ 1922722 h 2344739"/>
              <a:gd name="connsiteX223" fmla="*/ 596792 w 12192001"/>
              <a:gd name="connsiteY223" fmla="*/ 1879864 h 2344739"/>
              <a:gd name="connsiteX224" fmla="*/ 578535 w 12192001"/>
              <a:gd name="connsiteY224" fmla="*/ 1877212 h 2344739"/>
              <a:gd name="connsiteX225" fmla="*/ 571717 w 12192001"/>
              <a:gd name="connsiteY225" fmla="*/ 1877401 h 2344739"/>
              <a:gd name="connsiteX226" fmla="*/ 445099 w 12192001"/>
              <a:gd name="connsiteY226" fmla="*/ 1839371 h 2344739"/>
              <a:gd name="connsiteX227" fmla="*/ 404015 w 12192001"/>
              <a:gd name="connsiteY227" fmla="*/ 1833548 h 2344739"/>
              <a:gd name="connsiteX228" fmla="*/ 292435 w 12192001"/>
              <a:gd name="connsiteY228" fmla="*/ 1812852 h 2344739"/>
              <a:gd name="connsiteX229" fmla="*/ 118381 w 12192001"/>
              <a:gd name="connsiteY229" fmla="*/ 1761047 h 2344739"/>
              <a:gd name="connsiteX230" fmla="*/ 15526 w 12192001"/>
              <a:gd name="connsiteY230" fmla="*/ 1758191 h 2344739"/>
              <a:gd name="connsiteX231" fmla="*/ 2 w 12192001"/>
              <a:gd name="connsiteY231" fmla="*/ 1752722 h 2344739"/>
              <a:gd name="connsiteX232" fmla="*/ 1 w 12192001"/>
              <a:gd name="connsiteY232" fmla="*/ 762497 h 2344739"/>
              <a:gd name="connsiteX233" fmla="*/ 0 w 12192001"/>
              <a:gd name="connsiteY233" fmla="*/ 762497 h 2344739"/>
              <a:gd name="connsiteX234" fmla="*/ 0 w 12192001"/>
              <a:gd name="connsiteY234" fmla="*/ 222213 h 2344739"/>
              <a:gd name="connsiteX235" fmla="*/ 0 w 12192001"/>
              <a:gd name="connsiteY235"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12228 w 12192001"/>
              <a:gd name="connsiteY22" fmla="*/ 797659 h 2344739"/>
              <a:gd name="connsiteX23" fmla="*/ 11748619 w 12192001"/>
              <a:gd name="connsiteY23" fmla="*/ 872002 h 2344739"/>
              <a:gd name="connsiteX24" fmla="*/ 11595155 w 12192001"/>
              <a:gd name="connsiteY24" fmla="*/ 918898 h 2344739"/>
              <a:gd name="connsiteX25" fmla="*/ 11522499 w 12192001"/>
              <a:gd name="connsiteY25" fmla="*/ 1207528 h 2344739"/>
              <a:gd name="connsiteX26" fmla="*/ 11245526 w 12192001"/>
              <a:gd name="connsiteY26" fmla="*/ 1274060 h 2344739"/>
              <a:gd name="connsiteX27" fmla="*/ 11227161 w 12192001"/>
              <a:gd name="connsiteY27" fmla="*/ 1276236 h 2344739"/>
              <a:gd name="connsiteX28" fmla="*/ 11216939 w 12192001"/>
              <a:gd name="connsiteY28" fmla="*/ 1275961 h 2344739"/>
              <a:gd name="connsiteX29" fmla="*/ 11216036 w 12192001"/>
              <a:gd name="connsiteY29" fmla="*/ 1275018 h 2344739"/>
              <a:gd name="connsiteX30" fmla="*/ 11187737 w 12192001"/>
              <a:gd name="connsiteY30" fmla="*/ 1292383 h 2344739"/>
              <a:gd name="connsiteX31" fmla="*/ 11183353 w 12192001"/>
              <a:gd name="connsiteY31" fmla="*/ 1292525 h 2344739"/>
              <a:gd name="connsiteX32" fmla="*/ 11165706 w 12192001"/>
              <a:gd name="connsiteY32" fmla="*/ 1306612 h 2344739"/>
              <a:gd name="connsiteX33" fmla="*/ 11156163 w 12192001"/>
              <a:gd name="connsiteY33" fmla="*/ 1312414 h 2344739"/>
              <a:gd name="connsiteX34" fmla="*/ 11154348 w 12192001"/>
              <a:gd name="connsiteY34" fmla="*/ 1317097 h 2344739"/>
              <a:gd name="connsiteX35" fmla="*/ 11139813 w 12192001"/>
              <a:gd name="connsiteY35" fmla="*/ 1324115 h 2344739"/>
              <a:gd name="connsiteX36" fmla="*/ 11137813 w 12192001"/>
              <a:gd name="connsiteY36" fmla="*/ 1323772 h 2344739"/>
              <a:gd name="connsiteX37" fmla="*/ 11127060 w 12192001"/>
              <a:gd name="connsiteY37" fmla="*/ 1333832 h 2344739"/>
              <a:gd name="connsiteX38" fmla="*/ 11119543 w 12192001"/>
              <a:gd name="connsiteY38" fmla="*/ 1347424 h 2344739"/>
              <a:gd name="connsiteX39" fmla="*/ 10893535 w 12192001"/>
              <a:gd name="connsiteY39" fmla="*/ 1473399 h 2344739"/>
              <a:gd name="connsiteX40" fmla="*/ 10772152 w 12192001"/>
              <a:gd name="connsiteY40" fmla="*/ 1523191 h 2344739"/>
              <a:gd name="connsiteX41" fmla="*/ 10626520 w 12192001"/>
              <a:gd name="connsiteY41" fmla="*/ 1559229 h 2344739"/>
              <a:gd name="connsiteX42" fmla="*/ 10580747 w 12192001"/>
              <a:gd name="connsiteY42" fmla="*/ 1568689 h 2344739"/>
              <a:gd name="connsiteX43" fmla="*/ 10546642 w 12192001"/>
              <a:gd name="connsiteY43" fmla="*/ 1598423 h 2344739"/>
              <a:gd name="connsiteX44" fmla="*/ 10528495 w 12192001"/>
              <a:gd name="connsiteY44" fmla="*/ 1596907 h 2344739"/>
              <a:gd name="connsiteX45" fmla="*/ 10525298 w 12192001"/>
              <a:gd name="connsiteY45" fmla="*/ 1596411 h 2344739"/>
              <a:gd name="connsiteX46" fmla="*/ 10513981 w 12192001"/>
              <a:gd name="connsiteY46" fmla="*/ 1599537 h 2344739"/>
              <a:gd name="connsiteX47" fmla="*/ 10490587 w 12192001"/>
              <a:gd name="connsiteY47" fmla="*/ 1594156 h 2344739"/>
              <a:gd name="connsiteX48" fmla="*/ 10470270 w 12192001"/>
              <a:gd name="connsiteY48" fmla="*/ 1601693 h 2344739"/>
              <a:gd name="connsiteX49" fmla="*/ 10375894 w 12192001"/>
              <a:gd name="connsiteY49" fmla="*/ 1644598 h 2344739"/>
              <a:gd name="connsiteX50" fmla="*/ 10318190 w 12192001"/>
              <a:gd name="connsiteY50" fmla="*/ 1666221 h 2344739"/>
              <a:gd name="connsiteX51" fmla="*/ 10294319 w 12192001"/>
              <a:gd name="connsiteY51" fmla="*/ 1668079 h 2344739"/>
              <a:gd name="connsiteX52" fmla="*/ 10262295 w 12192001"/>
              <a:gd name="connsiteY52" fmla="*/ 1674948 h 2344739"/>
              <a:gd name="connsiteX53" fmla="*/ 10204270 w 12192001"/>
              <a:gd name="connsiteY53" fmla="*/ 1682149 h 2344739"/>
              <a:gd name="connsiteX54" fmla="*/ 10176611 w 12192001"/>
              <a:gd name="connsiteY54" fmla="*/ 1692943 h 2344739"/>
              <a:gd name="connsiteX55" fmla="*/ 10163922 w 12192001"/>
              <a:gd name="connsiteY55" fmla="*/ 1693739 h 2344739"/>
              <a:gd name="connsiteX56" fmla="*/ 10155160 w 12192001"/>
              <a:gd name="connsiteY56" fmla="*/ 1707487 h 2344739"/>
              <a:gd name="connsiteX57" fmla="*/ 10117119 w 12192001"/>
              <a:gd name="connsiteY57" fmla="*/ 1731142 h 2344739"/>
              <a:gd name="connsiteX58" fmla="*/ 10100445 w 12192001"/>
              <a:gd name="connsiteY58" fmla="*/ 1742432 h 2344739"/>
              <a:gd name="connsiteX59" fmla="*/ 10082169 w 12192001"/>
              <a:gd name="connsiteY59" fmla="*/ 1743296 h 2344739"/>
              <a:gd name="connsiteX60" fmla="*/ 10039240 w 12192001"/>
              <a:gd name="connsiteY60" fmla="*/ 1741632 h 2344739"/>
              <a:gd name="connsiteX61" fmla="*/ 9960019 w 12192001"/>
              <a:gd name="connsiteY61" fmla="*/ 1757147 h 2344739"/>
              <a:gd name="connsiteX62" fmla="*/ 9847792 w 12192001"/>
              <a:gd name="connsiteY62" fmla="*/ 1763915 h 2344739"/>
              <a:gd name="connsiteX63" fmla="*/ 9728309 w 12192001"/>
              <a:gd name="connsiteY63" fmla="*/ 1784122 h 2344739"/>
              <a:gd name="connsiteX64" fmla="*/ 9584507 w 12192001"/>
              <a:gd name="connsiteY64" fmla="*/ 1795542 h 2344739"/>
              <a:gd name="connsiteX65" fmla="*/ 9343052 w 12192001"/>
              <a:gd name="connsiteY65" fmla="*/ 1841244 h 2344739"/>
              <a:gd name="connsiteX66" fmla="*/ 9231370 w 12192001"/>
              <a:gd name="connsiteY66" fmla="*/ 1893149 h 2344739"/>
              <a:gd name="connsiteX67" fmla="*/ 9194810 w 12192001"/>
              <a:gd name="connsiteY67" fmla="*/ 1903228 h 2344739"/>
              <a:gd name="connsiteX68" fmla="*/ 9189246 w 12192001"/>
              <a:gd name="connsiteY68" fmla="*/ 1912467 h 2344739"/>
              <a:gd name="connsiteX69" fmla="*/ 9151232 w 12192001"/>
              <a:gd name="connsiteY69" fmla="*/ 1923669 h 2344739"/>
              <a:gd name="connsiteX70" fmla="*/ 9150210 w 12192001"/>
              <a:gd name="connsiteY70" fmla="*/ 1922604 h 2344739"/>
              <a:gd name="connsiteX71" fmla="*/ 9137318 w 12192001"/>
              <a:gd name="connsiteY71" fmla="*/ 1920435 h 2344739"/>
              <a:gd name="connsiteX72" fmla="*/ 9113812 w 12192001"/>
              <a:gd name="connsiteY72" fmla="*/ 1919069 h 2344739"/>
              <a:gd name="connsiteX73" fmla="*/ 9053453 w 12192001"/>
              <a:gd name="connsiteY73" fmla="*/ 1910755 h 2344739"/>
              <a:gd name="connsiteX74" fmla="*/ 9005486 w 12192001"/>
              <a:gd name="connsiteY74" fmla="*/ 1914040 h 2344739"/>
              <a:gd name="connsiteX75" fmla="*/ 9005201 w 12192001"/>
              <a:gd name="connsiteY75" fmla="*/ 1913800 h 2344739"/>
              <a:gd name="connsiteX76" fmla="*/ 8996232 w 12192001"/>
              <a:gd name="connsiteY76" fmla="*/ 1915011 h 2344739"/>
              <a:gd name="connsiteX77" fmla="*/ 8990394 w 12192001"/>
              <a:gd name="connsiteY77" fmla="*/ 1917072 h 2344739"/>
              <a:gd name="connsiteX78" fmla="*/ 8974337 w 12192001"/>
              <a:gd name="connsiteY78" fmla="*/ 1920298 h 2344739"/>
              <a:gd name="connsiteX79" fmla="*/ 8968011 w 12192001"/>
              <a:gd name="connsiteY79" fmla="*/ 1919598 h 2344739"/>
              <a:gd name="connsiteX80" fmla="*/ 8963048 w 12192001"/>
              <a:gd name="connsiteY80" fmla="*/ 1917373 h 2344739"/>
              <a:gd name="connsiteX81" fmla="*/ 8928988 w 12192001"/>
              <a:gd name="connsiteY81" fmla="*/ 1914185 h 2344739"/>
              <a:gd name="connsiteX82" fmla="*/ 8752444 w 12192001"/>
              <a:gd name="connsiteY82" fmla="*/ 1933417 h 2344739"/>
              <a:gd name="connsiteX83" fmla="*/ 8707847 w 12192001"/>
              <a:gd name="connsiteY83" fmla="*/ 1935518 h 2344739"/>
              <a:gd name="connsiteX84" fmla="*/ 8596071 w 12192001"/>
              <a:gd name="connsiteY84" fmla="*/ 1944090 h 2344739"/>
              <a:gd name="connsiteX85" fmla="*/ 8525230 w 12192001"/>
              <a:gd name="connsiteY85" fmla="*/ 1929248 h 2344739"/>
              <a:gd name="connsiteX86" fmla="*/ 8510983 w 12192001"/>
              <a:gd name="connsiteY86" fmla="*/ 1935163 h 2344739"/>
              <a:gd name="connsiteX87" fmla="*/ 8506167 w 12192001"/>
              <a:gd name="connsiteY87" fmla="*/ 1938164 h 2344739"/>
              <a:gd name="connsiteX88" fmla="*/ 8497968 w 12192001"/>
              <a:gd name="connsiteY88" fmla="*/ 1940902 h 2344739"/>
              <a:gd name="connsiteX89" fmla="*/ 8497594 w 12192001"/>
              <a:gd name="connsiteY89" fmla="*/ 1940723 h 2344739"/>
              <a:gd name="connsiteX90" fmla="*/ 8490249 w 12192001"/>
              <a:gd name="connsiteY90" fmla="*/ 1943773 h 2344739"/>
              <a:gd name="connsiteX91" fmla="*/ 8367182 w 12192001"/>
              <a:gd name="connsiteY91" fmla="*/ 1957815 h 2344739"/>
              <a:gd name="connsiteX92" fmla="*/ 8353799 w 12192001"/>
              <a:gd name="connsiteY92" fmla="*/ 1958009 h 2344739"/>
              <a:gd name="connsiteX93" fmla="*/ 8352373 w 12192001"/>
              <a:gd name="connsiteY93" fmla="*/ 1957169 h 2344739"/>
              <a:gd name="connsiteX94" fmla="*/ 8320104 w 12192001"/>
              <a:gd name="connsiteY94" fmla="*/ 1974587 h 2344739"/>
              <a:gd name="connsiteX95" fmla="*/ 8314433 w 12192001"/>
              <a:gd name="connsiteY95" fmla="*/ 1974913 h 2344739"/>
              <a:gd name="connsiteX96" fmla="*/ 8295174 w 12192001"/>
              <a:gd name="connsiteY96" fmla="*/ 1988808 h 2344739"/>
              <a:gd name="connsiteX97" fmla="*/ 8284276 w 12192001"/>
              <a:gd name="connsiteY97" fmla="*/ 1994631 h 2344739"/>
              <a:gd name="connsiteX98" fmla="*/ 8283150 w 12192001"/>
              <a:gd name="connsiteY98" fmla="*/ 1999074 h 2344739"/>
              <a:gd name="connsiteX99" fmla="*/ 8266076 w 12192001"/>
              <a:gd name="connsiteY99" fmla="*/ 2006249 h 2344739"/>
              <a:gd name="connsiteX100" fmla="*/ 8263377 w 12192001"/>
              <a:gd name="connsiteY100" fmla="*/ 2006019 h 2344739"/>
              <a:gd name="connsiteX101" fmla="*/ 8252033 w 12192001"/>
              <a:gd name="connsiteY101" fmla="*/ 2015862 h 2344739"/>
              <a:gd name="connsiteX102" fmla="*/ 8245834 w 12192001"/>
              <a:gd name="connsiteY102" fmla="*/ 2028854 h 2344739"/>
              <a:gd name="connsiteX103" fmla="*/ 8090272 w 12192001"/>
              <a:gd name="connsiteY103" fmla="*/ 2075015 h 2344739"/>
              <a:gd name="connsiteX104" fmla="*/ 7905407 w 12192001"/>
              <a:gd name="connsiteY104" fmla="*/ 2116988 h 2344739"/>
              <a:gd name="connsiteX105" fmla="*/ 7718745 w 12192001"/>
              <a:gd name="connsiteY105" fmla="*/ 2142703 h 2344739"/>
              <a:gd name="connsiteX106" fmla="*/ 7614347 w 12192001"/>
              <a:gd name="connsiteY106" fmla="*/ 2139232 h 2344739"/>
              <a:gd name="connsiteX107" fmla="*/ 7527543 w 12192001"/>
              <a:gd name="connsiteY107" fmla="*/ 2145060 h 2344739"/>
              <a:gd name="connsiteX108" fmla="*/ 7519571 w 12192001"/>
              <a:gd name="connsiteY108" fmla="*/ 2147613 h 2344739"/>
              <a:gd name="connsiteX109" fmla="*/ 7507411 w 12192001"/>
              <a:gd name="connsiteY109" fmla="*/ 2148948 h 2344739"/>
              <a:gd name="connsiteX110" fmla="*/ 7507040 w 12192001"/>
              <a:gd name="connsiteY110" fmla="*/ 2148621 h 2344739"/>
              <a:gd name="connsiteX111" fmla="*/ 7495795 w 12192001"/>
              <a:gd name="connsiteY111" fmla="*/ 2150573 h 2344739"/>
              <a:gd name="connsiteX112" fmla="*/ 7405391 w 12192001"/>
              <a:gd name="connsiteY112" fmla="*/ 2142468 h 2344739"/>
              <a:gd name="connsiteX113" fmla="*/ 7312180 w 12192001"/>
              <a:gd name="connsiteY113" fmla="*/ 2132873 h 2344739"/>
              <a:gd name="connsiteX114" fmla="*/ 7310853 w 12192001"/>
              <a:gd name="connsiteY114" fmla="*/ 2131431 h 2344739"/>
              <a:gd name="connsiteX115" fmla="*/ 7218559 w 12192001"/>
              <a:gd name="connsiteY115" fmla="*/ 2156680 h 2344739"/>
              <a:gd name="connsiteX116" fmla="*/ 7201101 w 12192001"/>
              <a:gd name="connsiteY116" fmla="*/ 2161230 h 2344739"/>
              <a:gd name="connsiteX117" fmla="*/ 7197004 w 12192001"/>
              <a:gd name="connsiteY117" fmla="*/ 2166588 h 2344739"/>
              <a:gd name="connsiteX118" fmla="*/ 7170808 w 12192001"/>
              <a:gd name="connsiteY118" fmla="*/ 2171236 h 2344739"/>
              <a:gd name="connsiteX119" fmla="*/ 7096988 w 12192001"/>
              <a:gd name="connsiteY119" fmla="*/ 2183464 h 2344739"/>
              <a:gd name="connsiteX120" fmla="*/ 7018496 w 12192001"/>
              <a:gd name="connsiteY120" fmla="*/ 2183090 h 2344739"/>
              <a:gd name="connsiteX121" fmla="*/ 6904146 w 12192001"/>
              <a:gd name="connsiteY121" fmla="*/ 2212596 h 2344739"/>
              <a:gd name="connsiteX122" fmla="*/ 6708222 w 12192001"/>
              <a:gd name="connsiteY122" fmla="*/ 2240551 h 2344739"/>
              <a:gd name="connsiteX123" fmla="*/ 6549454 w 12192001"/>
              <a:gd name="connsiteY123" fmla="*/ 2269327 h 2344739"/>
              <a:gd name="connsiteX124" fmla="*/ 6317560 w 12192001"/>
              <a:gd name="connsiteY124" fmla="*/ 2316127 h 2344739"/>
              <a:gd name="connsiteX125" fmla="*/ 6168674 w 12192001"/>
              <a:gd name="connsiteY125" fmla="*/ 2318214 h 2344739"/>
              <a:gd name="connsiteX126" fmla="*/ 6073848 w 12192001"/>
              <a:gd name="connsiteY126" fmla="*/ 2338676 h 2344739"/>
              <a:gd name="connsiteX127" fmla="*/ 6068529 w 12192001"/>
              <a:gd name="connsiteY127" fmla="*/ 2337139 h 2344739"/>
              <a:gd name="connsiteX128" fmla="*/ 6048638 w 12192001"/>
              <a:gd name="connsiteY128" fmla="*/ 2337822 h 2344739"/>
              <a:gd name="connsiteX129" fmla="*/ 6041285 w 12192001"/>
              <a:gd name="connsiteY129" fmla="*/ 2329473 h 2344739"/>
              <a:gd name="connsiteX130" fmla="*/ 6010090 w 12192001"/>
              <a:gd name="connsiteY130" fmla="*/ 2324380 h 2344739"/>
              <a:gd name="connsiteX131" fmla="*/ 5957375 w 12192001"/>
              <a:gd name="connsiteY131" fmla="*/ 2328024 h 2344739"/>
              <a:gd name="connsiteX132" fmla="*/ 5758919 w 12192001"/>
              <a:gd name="connsiteY132" fmla="*/ 2343716 h 2344739"/>
              <a:gd name="connsiteX133" fmla="*/ 5626960 w 12192001"/>
              <a:gd name="connsiteY133" fmla="*/ 2344739 h 2344739"/>
              <a:gd name="connsiteX134" fmla="*/ 5470906 w 12192001"/>
              <a:gd name="connsiteY134" fmla="*/ 2330719 h 2344739"/>
              <a:gd name="connsiteX135" fmla="*/ 5432761 w 12192001"/>
              <a:gd name="connsiteY135" fmla="*/ 2319466 h 2344739"/>
              <a:gd name="connsiteX136" fmla="*/ 5381669 w 12192001"/>
              <a:gd name="connsiteY136" fmla="*/ 2301764 h 2344739"/>
              <a:gd name="connsiteX137" fmla="*/ 5261764 w 12192001"/>
              <a:gd name="connsiteY137" fmla="*/ 2281347 h 2344739"/>
              <a:gd name="connsiteX138" fmla="*/ 5222961 w 12192001"/>
              <a:gd name="connsiteY138" fmla="*/ 2270223 h 2344739"/>
              <a:gd name="connsiteX139" fmla="*/ 5174660 w 12192001"/>
              <a:gd name="connsiteY139" fmla="*/ 2267233 h 2344739"/>
              <a:gd name="connsiteX140" fmla="*/ 5156554 w 12192001"/>
              <a:gd name="connsiteY140" fmla="*/ 2260010 h 2344739"/>
              <a:gd name="connsiteX141" fmla="*/ 5142599 w 12192001"/>
              <a:gd name="connsiteY141" fmla="*/ 2256610 h 2344739"/>
              <a:gd name="connsiteX142" fmla="*/ 5139596 w 12192001"/>
              <a:gd name="connsiteY142" fmla="*/ 2254509 h 2344739"/>
              <a:gd name="connsiteX143" fmla="*/ 5121659 w 12192001"/>
              <a:gd name="connsiteY143" fmla="*/ 2243656 h 2344739"/>
              <a:gd name="connsiteX144" fmla="*/ 5065790 w 12192001"/>
              <a:gd name="connsiteY144" fmla="*/ 2250227 h 2344739"/>
              <a:gd name="connsiteX145" fmla="*/ 5011514 w 12192001"/>
              <a:gd name="connsiteY145" fmla="*/ 2233846 h 2344739"/>
              <a:gd name="connsiteX146" fmla="*/ 4840441 w 12192001"/>
              <a:gd name="connsiteY146" fmla="*/ 2209829 h 2344739"/>
              <a:gd name="connsiteX147" fmla="*/ 4762447 w 12192001"/>
              <a:gd name="connsiteY147" fmla="*/ 2182061 h 2344739"/>
              <a:gd name="connsiteX148" fmla="*/ 4723186 w 12192001"/>
              <a:gd name="connsiteY148" fmla="*/ 2173047 h 2344739"/>
              <a:gd name="connsiteX149" fmla="*/ 4721176 w 12192001"/>
              <a:gd name="connsiteY149" fmla="*/ 2172298 h 2344739"/>
              <a:gd name="connsiteX150" fmla="*/ 4722111 w 12192001"/>
              <a:gd name="connsiteY150" fmla="*/ 2172087 h 2344739"/>
              <a:gd name="connsiteX151" fmla="*/ 4717202 w 12192001"/>
              <a:gd name="connsiteY151" fmla="*/ 2170817 h 2344739"/>
              <a:gd name="connsiteX152" fmla="*/ 4721176 w 12192001"/>
              <a:gd name="connsiteY152" fmla="*/ 2172298 h 2344739"/>
              <a:gd name="connsiteX153" fmla="*/ 4715526 w 12192001"/>
              <a:gd name="connsiteY153" fmla="*/ 2173573 h 2344739"/>
              <a:gd name="connsiteX154" fmla="*/ 4515814 w 12192001"/>
              <a:gd name="connsiteY154" fmla="*/ 2163671 h 2344739"/>
              <a:gd name="connsiteX155" fmla="*/ 4428543 w 12192001"/>
              <a:gd name="connsiteY155" fmla="*/ 2153020 h 2344739"/>
              <a:gd name="connsiteX156" fmla="*/ 4362875 w 12192001"/>
              <a:gd name="connsiteY156" fmla="*/ 2151674 h 2344739"/>
              <a:gd name="connsiteX157" fmla="*/ 4316966 w 12192001"/>
              <a:gd name="connsiteY157" fmla="*/ 2158289 h 2344739"/>
              <a:gd name="connsiteX158" fmla="*/ 4315110 w 12192001"/>
              <a:gd name="connsiteY158" fmla="*/ 2156948 h 2344739"/>
              <a:gd name="connsiteX159" fmla="*/ 4295144 w 12192001"/>
              <a:gd name="connsiteY159" fmla="*/ 2155069 h 2344739"/>
              <a:gd name="connsiteX160" fmla="*/ 4290064 w 12192001"/>
              <a:gd name="connsiteY160" fmla="*/ 2157986 h 2344739"/>
              <a:gd name="connsiteX161" fmla="*/ 4276142 w 12192001"/>
              <a:gd name="connsiteY161" fmla="*/ 2157740 h 2344739"/>
              <a:gd name="connsiteX162" fmla="*/ 4248117 w 12192001"/>
              <a:gd name="connsiteY162" fmla="*/ 2160064 h 2344739"/>
              <a:gd name="connsiteX163" fmla="*/ 4202051 w 12192001"/>
              <a:gd name="connsiteY163" fmla="*/ 2157269 h 2344739"/>
              <a:gd name="connsiteX164" fmla="*/ 4201745 w 12192001"/>
              <a:gd name="connsiteY164" fmla="*/ 2156010 h 2344739"/>
              <a:gd name="connsiteX165" fmla="*/ 4191248 w 12192001"/>
              <a:gd name="connsiteY165" fmla="*/ 2150376 h 2344739"/>
              <a:gd name="connsiteX166" fmla="*/ 4142745 w 12192001"/>
              <a:gd name="connsiteY166" fmla="*/ 2134511 h 2344739"/>
              <a:gd name="connsiteX167" fmla="*/ 4083097 w 12192001"/>
              <a:gd name="connsiteY167" fmla="*/ 2107978 h 2344739"/>
              <a:gd name="connsiteX168" fmla="*/ 4074546 w 12192001"/>
              <a:gd name="connsiteY168" fmla="*/ 2107143 h 2344739"/>
              <a:gd name="connsiteX169" fmla="*/ 4074427 w 12192001"/>
              <a:gd name="connsiteY169" fmla="*/ 2106844 h 2344739"/>
              <a:gd name="connsiteX170" fmla="*/ 4065510 w 12192001"/>
              <a:gd name="connsiteY170" fmla="*/ 2105400 h 2344739"/>
              <a:gd name="connsiteX171" fmla="*/ 4058954 w 12192001"/>
              <a:gd name="connsiteY171" fmla="*/ 2105618 h 2344739"/>
              <a:gd name="connsiteX172" fmla="*/ 4042364 w 12192001"/>
              <a:gd name="connsiteY172" fmla="*/ 2103997 h 2344739"/>
              <a:gd name="connsiteX173" fmla="*/ 4036997 w 12192001"/>
              <a:gd name="connsiteY173" fmla="*/ 2101563 h 2344739"/>
              <a:gd name="connsiteX174" fmla="*/ 4035363 w 12192001"/>
              <a:gd name="connsiteY174" fmla="*/ 2097896 h 2344739"/>
              <a:gd name="connsiteX175" fmla="*/ 4033778 w 12192001"/>
              <a:gd name="connsiteY175" fmla="*/ 2098131 h 2344739"/>
              <a:gd name="connsiteX176" fmla="*/ 4004538 w 12192001"/>
              <a:gd name="connsiteY176" fmla="*/ 2085563 h 2344739"/>
              <a:gd name="connsiteX177" fmla="*/ 3936846 w 12192001"/>
              <a:gd name="connsiteY177" fmla="*/ 2068106 h 2344739"/>
              <a:gd name="connsiteX178" fmla="*/ 3897275 w 12192001"/>
              <a:gd name="connsiteY178" fmla="*/ 2062451 h 2344739"/>
              <a:gd name="connsiteX179" fmla="*/ 3789760 w 12192001"/>
              <a:gd name="connsiteY179" fmla="*/ 2042213 h 2344739"/>
              <a:gd name="connsiteX180" fmla="*/ 3682513 w 12192001"/>
              <a:gd name="connsiteY180" fmla="*/ 2018290 h 2344739"/>
              <a:gd name="connsiteX181" fmla="*/ 3610035 w 12192001"/>
              <a:gd name="connsiteY181" fmla="*/ 1986019 h 2344739"/>
              <a:gd name="connsiteX182" fmla="*/ 3603855 w 12192001"/>
              <a:gd name="connsiteY182" fmla="*/ 1987381 h 2344739"/>
              <a:gd name="connsiteX183" fmla="*/ 3594736 w 12192001"/>
              <a:gd name="connsiteY183" fmla="*/ 1987545 h 2344739"/>
              <a:gd name="connsiteX184" fmla="*/ 3594501 w 12192001"/>
              <a:gd name="connsiteY184" fmla="*/ 1987276 h 2344739"/>
              <a:gd name="connsiteX185" fmla="*/ 3585978 w 12192001"/>
              <a:gd name="connsiteY185" fmla="*/ 1987966 h 2344739"/>
              <a:gd name="connsiteX186" fmla="*/ 3536135 w 12192001"/>
              <a:gd name="connsiteY186" fmla="*/ 1978267 h 2344739"/>
              <a:gd name="connsiteX187" fmla="*/ 3473223 w 12192001"/>
              <a:gd name="connsiteY187" fmla="*/ 1974606 h 2344739"/>
              <a:gd name="connsiteX188" fmla="*/ 3400728 w 12192001"/>
              <a:gd name="connsiteY188" fmla="*/ 1962558 h 2344739"/>
              <a:gd name="connsiteX189" fmla="*/ 3363888 w 12192001"/>
              <a:gd name="connsiteY189" fmla="*/ 1979510 h 2344739"/>
              <a:gd name="connsiteX190" fmla="*/ 3344026 w 12192001"/>
              <a:gd name="connsiteY190" fmla="*/ 1981192 h 2344739"/>
              <a:gd name="connsiteX191" fmla="*/ 3341698 w 12192001"/>
              <a:gd name="connsiteY191" fmla="*/ 1980217 h 2344739"/>
              <a:gd name="connsiteX192" fmla="*/ 3262356 w 12192001"/>
              <a:gd name="connsiteY192" fmla="*/ 1986094 h 2344739"/>
              <a:gd name="connsiteX193" fmla="*/ 3142556 w 12192001"/>
              <a:gd name="connsiteY193" fmla="*/ 1993869 h 2344739"/>
              <a:gd name="connsiteX194" fmla="*/ 3030291 w 12192001"/>
              <a:gd name="connsiteY194" fmla="*/ 1996512 h 2344739"/>
              <a:gd name="connsiteX195" fmla="*/ 2781569 w 12192001"/>
              <a:gd name="connsiteY195" fmla="*/ 2018333 h 2344739"/>
              <a:gd name="connsiteX196" fmla="*/ 2646527 w 12192001"/>
              <a:gd name="connsiteY196" fmla="*/ 2028869 h 2344739"/>
              <a:gd name="connsiteX197" fmla="*/ 2568028 w 12192001"/>
              <a:gd name="connsiteY197" fmla="*/ 2002628 h 2344739"/>
              <a:gd name="connsiteX198" fmla="*/ 2443255 w 12192001"/>
              <a:gd name="connsiteY198" fmla="*/ 2016529 h 2344739"/>
              <a:gd name="connsiteX199" fmla="*/ 2315112 w 12192001"/>
              <a:gd name="connsiteY199" fmla="*/ 2024996 h 2344739"/>
              <a:gd name="connsiteX200" fmla="*/ 2208578 w 12192001"/>
              <a:gd name="connsiteY200" fmla="*/ 2019763 h 2344739"/>
              <a:gd name="connsiteX201" fmla="*/ 2094665 w 12192001"/>
              <a:gd name="connsiteY201" fmla="*/ 2003052 h 2344739"/>
              <a:gd name="connsiteX202" fmla="*/ 1997356 w 12192001"/>
              <a:gd name="connsiteY202" fmla="*/ 1995032 h 2344739"/>
              <a:gd name="connsiteX203" fmla="*/ 1928172 w 12192001"/>
              <a:gd name="connsiteY203" fmla="*/ 2016977 h 2344739"/>
              <a:gd name="connsiteX204" fmla="*/ 1921650 w 12192001"/>
              <a:gd name="connsiteY204" fmla="*/ 2012146 h 2344739"/>
              <a:gd name="connsiteX205" fmla="*/ 1873080 w 12192001"/>
              <a:gd name="connsiteY205" fmla="*/ 2013741 h 2344739"/>
              <a:gd name="connsiteX206" fmla="*/ 1786655 w 12192001"/>
              <a:gd name="connsiteY206" fmla="*/ 2041363 h 2344739"/>
              <a:gd name="connsiteX207" fmla="*/ 1738204 w 12192001"/>
              <a:gd name="connsiteY207" fmla="*/ 2036312 h 2344739"/>
              <a:gd name="connsiteX208" fmla="*/ 1675071 w 12192001"/>
              <a:gd name="connsiteY208" fmla="*/ 2019963 h 2344739"/>
              <a:gd name="connsiteX209" fmla="*/ 1608669 w 12192001"/>
              <a:gd name="connsiteY209" fmla="*/ 2013066 h 2344739"/>
              <a:gd name="connsiteX210" fmla="*/ 1496110 w 12192001"/>
              <a:gd name="connsiteY210" fmla="*/ 1987476 h 2344739"/>
              <a:gd name="connsiteX211" fmla="*/ 1149979 w 12192001"/>
              <a:gd name="connsiteY211" fmla="*/ 1938041 h 2344739"/>
              <a:gd name="connsiteX212" fmla="*/ 858269 w 12192001"/>
              <a:gd name="connsiteY212" fmla="*/ 1928608 h 2344739"/>
              <a:gd name="connsiteX213" fmla="*/ 837540 w 12192001"/>
              <a:gd name="connsiteY213" fmla="*/ 1929821 h 2344739"/>
              <a:gd name="connsiteX214" fmla="*/ 816809 w 12192001"/>
              <a:gd name="connsiteY214" fmla="*/ 1927857 h 2344739"/>
              <a:gd name="connsiteX215" fmla="*/ 811506 w 12192001"/>
              <a:gd name="connsiteY215" fmla="*/ 1930751 h 2344739"/>
              <a:gd name="connsiteX216" fmla="*/ 797041 w 12192001"/>
              <a:gd name="connsiteY216" fmla="*/ 1930446 h 2344739"/>
              <a:gd name="connsiteX217" fmla="*/ 767901 w 12192001"/>
              <a:gd name="connsiteY217" fmla="*/ 1932653 h 2344739"/>
              <a:gd name="connsiteX218" fmla="*/ 763053 w 12192001"/>
              <a:gd name="connsiteY218" fmla="*/ 1930432 h 2344739"/>
              <a:gd name="connsiteX219" fmla="*/ 720047 w 12192001"/>
              <a:gd name="connsiteY219" fmla="*/ 1929661 h 2344739"/>
              <a:gd name="connsiteX220" fmla="*/ 719742 w 12192001"/>
              <a:gd name="connsiteY220" fmla="*/ 1928399 h 2344739"/>
              <a:gd name="connsiteX221" fmla="*/ 708875 w 12192001"/>
              <a:gd name="connsiteY221" fmla="*/ 1922722 h 2344739"/>
              <a:gd name="connsiteX222" fmla="*/ 596792 w 12192001"/>
              <a:gd name="connsiteY222" fmla="*/ 1879864 h 2344739"/>
              <a:gd name="connsiteX223" fmla="*/ 578535 w 12192001"/>
              <a:gd name="connsiteY223" fmla="*/ 1877212 h 2344739"/>
              <a:gd name="connsiteX224" fmla="*/ 571717 w 12192001"/>
              <a:gd name="connsiteY224" fmla="*/ 1877401 h 2344739"/>
              <a:gd name="connsiteX225" fmla="*/ 445099 w 12192001"/>
              <a:gd name="connsiteY225" fmla="*/ 1839371 h 2344739"/>
              <a:gd name="connsiteX226" fmla="*/ 404015 w 12192001"/>
              <a:gd name="connsiteY226" fmla="*/ 1833548 h 2344739"/>
              <a:gd name="connsiteX227" fmla="*/ 292435 w 12192001"/>
              <a:gd name="connsiteY227" fmla="*/ 1812852 h 2344739"/>
              <a:gd name="connsiteX228" fmla="*/ 118381 w 12192001"/>
              <a:gd name="connsiteY228" fmla="*/ 1761047 h 2344739"/>
              <a:gd name="connsiteX229" fmla="*/ 15526 w 12192001"/>
              <a:gd name="connsiteY229" fmla="*/ 1758191 h 2344739"/>
              <a:gd name="connsiteX230" fmla="*/ 2 w 12192001"/>
              <a:gd name="connsiteY230" fmla="*/ 1752722 h 2344739"/>
              <a:gd name="connsiteX231" fmla="*/ 1 w 12192001"/>
              <a:gd name="connsiteY231" fmla="*/ 762497 h 2344739"/>
              <a:gd name="connsiteX232" fmla="*/ 0 w 12192001"/>
              <a:gd name="connsiteY232" fmla="*/ 762497 h 2344739"/>
              <a:gd name="connsiteX233" fmla="*/ 0 w 12192001"/>
              <a:gd name="connsiteY233" fmla="*/ 222213 h 2344739"/>
              <a:gd name="connsiteX234" fmla="*/ 0 w 12192001"/>
              <a:gd name="connsiteY234"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12228 w 12192001"/>
              <a:gd name="connsiteY22" fmla="*/ 797659 h 2344739"/>
              <a:gd name="connsiteX23" fmla="*/ 11748619 w 12192001"/>
              <a:gd name="connsiteY23" fmla="*/ 872002 h 2344739"/>
              <a:gd name="connsiteX24" fmla="*/ 11595155 w 12192001"/>
              <a:gd name="connsiteY24" fmla="*/ 918898 h 2344739"/>
              <a:gd name="connsiteX25" fmla="*/ 11522499 w 12192001"/>
              <a:gd name="connsiteY25" fmla="*/ 1207528 h 2344739"/>
              <a:gd name="connsiteX26" fmla="*/ 11245526 w 12192001"/>
              <a:gd name="connsiteY26" fmla="*/ 1274060 h 2344739"/>
              <a:gd name="connsiteX27" fmla="*/ 11227161 w 12192001"/>
              <a:gd name="connsiteY27" fmla="*/ 1276236 h 2344739"/>
              <a:gd name="connsiteX28" fmla="*/ 11216939 w 12192001"/>
              <a:gd name="connsiteY28" fmla="*/ 1275961 h 2344739"/>
              <a:gd name="connsiteX29" fmla="*/ 11216036 w 12192001"/>
              <a:gd name="connsiteY29" fmla="*/ 1275018 h 2344739"/>
              <a:gd name="connsiteX30" fmla="*/ 11187737 w 12192001"/>
              <a:gd name="connsiteY30" fmla="*/ 1292383 h 2344739"/>
              <a:gd name="connsiteX31" fmla="*/ 11183353 w 12192001"/>
              <a:gd name="connsiteY31" fmla="*/ 1292525 h 2344739"/>
              <a:gd name="connsiteX32" fmla="*/ 11165706 w 12192001"/>
              <a:gd name="connsiteY32" fmla="*/ 1306612 h 2344739"/>
              <a:gd name="connsiteX33" fmla="*/ 11156163 w 12192001"/>
              <a:gd name="connsiteY33" fmla="*/ 1312414 h 2344739"/>
              <a:gd name="connsiteX34" fmla="*/ 11154348 w 12192001"/>
              <a:gd name="connsiteY34" fmla="*/ 1317097 h 2344739"/>
              <a:gd name="connsiteX35" fmla="*/ 11139813 w 12192001"/>
              <a:gd name="connsiteY35" fmla="*/ 1324115 h 2344739"/>
              <a:gd name="connsiteX36" fmla="*/ 11137813 w 12192001"/>
              <a:gd name="connsiteY36" fmla="*/ 1323772 h 2344739"/>
              <a:gd name="connsiteX37" fmla="*/ 11127060 w 12192001"/>
              <a:gd name="connsiteY37" fmla="*/ 1333832 h 2344739"/>
              <a:gd name="connsiteX38" fmla="*/ 11119543 w 12192001"/>
              <a:gd name="connsiteY38" fmla="*/ 1347424 h 2344739"/>
              <a:gd name="connsiteX39" fmla="*/ 10893535 w 12192001"/>
              <a:gd name="connsiteY39" fmla="*/ 1473399 h 2344739"/>
              <a:gd name="connsiteX40" fmla="*/ 10772152 w 12192001"/>
              <a:gd name="connsiteY40" fmla="*/ 1523191 h 2344739"/>
              <a:gd name="connsiteX41" fmla="*/ 10626520 w 12192001"/>
              <a:gd name="connsiteY41" fmla="*/ 1559229 h 2344739"/>
              <a:gd name="connsiteX42" fmla="*/ 10580747 w 12192001"/>
              <a:gd name="connsiteY42" fmla="*/ 1568689 h 2344739"/>
              <a:gd name="connsiteX43" fmla="*/ 10546642 w 12192001"/>
              <a:gd name="connsiteY43" fmla="*/ 1598423 h 2344739"/>
              <a:gd name="connsiteX44" fmla="*/ 10528495 w 12192001"/>
              <a:gd name="connsiteY44" fmla="*/ 1596907 h 2344739"/>
              <a:gd name="connsiteX45" fmla="*/ 10525298 w 12192001"/>
              <a:gd name="connsiteY45" fmla="*/ 1596411 h 2344739"/>
              <a:gd name="connsiteX46" fmla="*/ 10513981 w 12192001"/>
              <a:gd name="connsiteY46" fmla="*/ 1599537 h 2344739"/>
              <a:gd name="connsiteX47" fmla="*/ 10490587 w 12192001"/>
              <a:gd name="connsiteY47" fmla="*/ 1594156 h 2344739"/>
              <a:gd name="connsiteX48" fmla="*/ 10470270 w 12192001"/>
              <a:gd name="connsiteY48" fmla="*/ 1601693 h 2344739"/>
              <a:gd name="connsiteX49" fmla="*/ 10375894 w 12192001"/>
              <a:gd name="connsiteY49" fmla="*/ 1644598 h 2344739"/>
              <a:gd name="connsiteX50" fmla="*/ 10318190 w 12192001"/>
              <a:gd name="connsiteY50" fmla="*/ 1666221 h 2344739"/>
              <a:gd name="connsiteX51" fmla="*/ 10294319 w 12192001"/>
              <a:gd name="connsiteY51" fmla="*/ 1668079 h 2344739"/>
              <a:gd name="connsiteX52" fmla="*/ 10262295 w 12192001"/>
              <a:gd name="connsiteY52" fmla="*/ 1674948 h 2344739"/>
              <a:gd name="connsiteX53" fmla="*/ 10204270 w 12192001"/>
              <a:gd name="connsiteY53" fmla="*/ 1682149 h 2344739"/>
              <a:gd name="connsiteX54" fmla="*/ 10176611 w 12192001"/>
              <a:gd name="connsiteY54" fmla="*/ 1692943 h 2344739"/>
              <a:gd name="connsiteX55" fmla="*/ 10163922 w 12192001"/>
              <a:gd name="connsiteY55" fmla="*/ 1693739 h 2344739"/>
              <a:gd name="connsiteX56" fmla="*/ 10155160 w 12192001"/>
              <a:gd name="connsiteY56" fmla="*/ 1707487 h 2344739"/>
              <a:gd name="connsiteX57" fmla="*/ 10117119 w 12192001"/>
              <a:gd name="connsiteY57" fmla="*/ 1731142 h 2344739"/>
              <a:gd name="connsiteX58" fmla="*/ 10100445 w 12192001"/>
              <a:gd name="connsiteY58" fmla="*/ 1742432 h 2344739"/>
              <a:gd name="connsiteX59" fmla="*/ 10082169 w 12192001"/>
              <a:gd name="connsiteY59" fmla="*/ 1743296 h 2344739"/>
              <a:gd name="connsiteX60" fmla="*/ 10039240 w 12192001"/>
              <a:gd name="connsiteY60" fmla="*/ 1741632 h 2344739"/>
              <a:gd name="connsiteX61" fmla="*/ 9960019 w 12192001"/>
              <a:gd name="connsiteY61" fmla="*/ 1757147 h 2344739"/>
              <a:gd name="connsiteX62" fmla="*/ 9847792 w 12192001"/>
              <a:gd name="connsiteY62" fmla="*/ 1763915 h 2344739"/>
              <a:gd name="connsiteX63" fmla="*/ 9728309 w 12192001"/>
              <a:gd name="connsiteY63" fmla="*/ 1784122 h 2344739"/>
              <a:gd name="connsiteX64" fmla="*/ 9584507 w 12192001"/>
              <a:gd name="connsiteY64" fmla="*/ 1795542 h 2344739"/>
              <a:gd name="connsiteX65" fmla="*/ 9343052 w 12192001"/>
              <a:gd name="connsiteY65" fmla="*/ 1841244 h 2344739"/>
              <a:gd name="connsiteX66" fmla="*/ 9231370 w 12192001"/>
              <a:gd name="connsiteY66" fmla="*/ 1893149 h 2344739"/>
              <a:gd name="connsiteX67" fmla="*/ 9194810 w 12192001"/>
              <a:gd name="connsiteY67" fmla="*/ 1903228 h 2344739"/>
              <a:gd name="connsiteX68" fmla="*/ 9189246 w 12192001"/>
              <a:gd name="connsiteY68" fmla="*/ 1912467 h 2344739"/>
              <a:gd name="connsiteX69" fmla="*/ 9151232 w 12192001"/>
              <a:gd name="connsiteY69" fmla="*/ 1923669 h 2344739"/>
              <a:gd name="connsiteX70" fmla="*/ 9150210 w 12192001"/>
              <a:gd name="connsiteY70" fmla="*/ 1922604 h 2344739"/>
              <a:gd name="connsiteX71" fmla="*/ 9137318 w 12192001"/>
              <a:gd name="connsiteY71" fmla="*/ 1920435 h 2344739"/>
              <a:gd name="connsiteX72" fmla="*/ 9113812 w 12192001"/>
              <a:gd name="connsiteY72" fmla="*/ 1919069 h 2344739"/>
              <a:gd name="connsiteX73" fmla="*/ 9053453 w 12192001"/>
              <a:gd name="connsiteY73" fmla="*/ 1910755 h 2344739"/>
              <a:gd name="connsiteX74" fmla="*/ 9005486 w 12192001"/>
              <a:gd name="connsiteY74" fmla="*/ 1914040 h 2344739"/>
              <a:gd name="connsiteX75" fmla="*/ 9005201 w 12192001"/>
              <a:gd name="connsiteY75" fmla="*/ 1913800 h 2344739"/>
              <a:gd name="connsiteX76" fmla="*/ 8996232 w 12192001"/>
              <a:gd name="connsiteY76" fmla="*/ 1915011 h 2344739"/>
              <a:gd name="connsiteX77" fmla="*/ 8990394 w 12192001"/>
              <a:gd name="connsiteY77" fmla="*/ 1917072 h 2344739"/>
              <a:gd name="connsiteX78" fmla="*/ 8974337 w 12192001"/>
              <a:gd name="connsiteY78" fmla="*/ 1920298 h 2344739"/>
              <a:gd name="connsiteX79" fmla="*/ 8968011 w 12192001"/>
              <a:gd name="connsiteY79" fmla="*/ 1919598 h 2344739"/>
              <a:gd name="connsiteX80" fmla="*/ 8963048 w 12192001"/>
              <a:gd name="connsiteY80" fmla="*/ 1917373 h 2344739"/>
              <a:gd name="connsiteX81" fmla="*/ 8928988 w 12192001"/>
              <a:gd name="connsiteY81" fmla="*/ 1914185 h 2344739"/>
              <a:gd name="connsiteX82" fmla="*/ 8752444 w 12192001"/>
              <a:gd name="connsiteY82" fmla="*/ 1933417 h 2344739"/>
              <a:gd name="connsiteX83" fmla="*/ 8707847 w 12192001"/>
              <a:gd name="connsiteY83" fmla="*/ 1935518 h 2344739"/>
              <a:gd name="connsiteX84" fmla="*/ 8596071 w 12192001"/>
              <a:gd name="connsiteY84" fmla="*/ 1944090 h 2344739"/>
              <a:gd name="connsiteX85" fmla="*/ 8525230 w 12192001"/>
              <a:gd name="connsiteY85" fmla="*/ 1929248 h 2344739"/>
              <a:gd name="connsiteX86" fmla="*/ 8510983 w 12192001"/>
              <a:gd name="connsiteY86" fmla="*/ 1935163 h 2344739"/>
              <a:gd name="connsiteX87" fmla="*/ 8506167 w 12192001"/>
              <a:gd name="connsiteY87" fmla="*/ 1938164 h 2344739"/>
              <a:gd name="connsiteX88" fmla="*/ 8497968 w 12192001"/>
              <a:gd name="connsiteY88" fmla="*/ 1940902 h 2344739"/>
              <a:gd name="connsiteX89" fmla="*/ 8497594 w 12192001"/>
              <a:gd name="connsiteY89" fmla="*/ 1940723 h 2344739"/>
              <a:gd name="connsiteX90" fmla="*/ 8490249 w 12192001"/>
              <a:gd name="connsiteY90" fmla="*/ 1943773 h 2344739"/>
              <a:gd name="connsiteX91" fmla="*/ 8367182 w 12192001"/>
              <a:gd name="connsiteY91" fmla="*/ 1957815 h 2344739"/>
              <a:gd name="connsiteX92" fmla="*/ 8353799 w 12192001"/>
              <a:gd name="connsiteY92" fmla="*/ 1958009 h 2344739"/>
              <a:gd name="connsiteX93" fmla="*/ 8352373 w 12192001"/>
              <a:gd name="connsiteY93" fmla="*/ 1957169 h 2344739"/>
              <a:gd name="connsiteX94" fmla="*/ 8320104 w 12192001"/>
              <a:gd name="connsiteY94" fmla="*/ 1974587 h 2344739"/>
              <a:gd name="connsiteX95" fmla="*/ 8314433 w 12192001"/>
              <a:gd name="connsiteY95" fmla="*/ 1974913 h 2344739"/>
              <a:gd name="connsiteX96" fmla="*/ 8295174 w 12192001"/>
              <a:gd name="connsiteY96" fmla="*/ 1988808 h 2344739"/>
              <a:gd name="connsiteX97" fmla="*/ 8284276 w 12192001"/>
              <a:gd name="connsiteY97" fmla="*/ 1994631 h 2344739"/>
              <a:gd name="connsiteX98" fmla="*/ 8283150 w 12192001"/>
              <a:gd name="connsiteY98" fmla="*/ 1999074 h 2344739"/>
              <a:gd name="connsiteX99" fmla="*/ 8266076 w 12192001"/>
              <a:gd name="connsiteY99" fmla="*/ 2006249 h 2344739"/>
              <a:gd name="connsiteX100" fmla="*/ 8263377 w 12192001"/>
              <a:gd name="connsiteY100" fmla="*/ 2006019 h 2344739"/>
              <a:gd name="connsiteX101" fmla="*/ 8252033 w 12192001"/>
              <a:gd name="connsiteY101" fmla="*/ 2015862 h 2344739"/>
              <a:gd name="connsiteX102" fmla="*/ 8245834 w 12192001"/>
              <a:gd name="connsiteY102" fmla="*/ 2028854 h 2344739"/>
              <a:gd name="connsiteX103" fmla="*/ 8090272 w 12192001"/>
              <a:gd name="connsiteY103" fmla="*/ 2075015 h 2344739"/>
              <a:gd name="connsiteX104" fmla="*/ 7905407 w 12192001"/>
              <a:gd name="connsiteY104" fmla="*/ 2116988 h 2344739"/>
              <a:gd name="connsiteX105" fmla="*/ 7718745 w 12192001"/>
              <a:gd name="connsiteY105" fmla="*/ 2142703 h 2344739"/>
              <a:gd name="connsiteX106" fmla="*/ 7614347 w 12192001"/>
              <a:gd name="connsiteY106" fmla="*/ 2139232 h 2344739"/>
              <a:gd name="connsiteX107" fmla="*/ 7527543 w 12192001"/>
              <a:gd name="connsiteY107" fmla="*/ 2145060 h 2344739"/>
              <a:gd name="connsiteX108" fmla="*/ 7519571 w 12192001"/>
              <a:gd name="connsiteY108" fmla="*/ 2147613 h 2344739"/>
              <a:gd name="connsiteX109" fmla="*/ 7507411 w 12192001"/>
              <a:gd name="connsiteY109" fmla="*/ 2148948 h 2344739"/>
              <a:gd name="connsiteX110" fmla="*/ 7507040 w 12192001"/>
              <a:gd name="connsiteY110" fmla="*/ 2148621 h 2344739"/>
              <a:gd name="connsiteX111" fmla="*/ 7495795 w 12192001"/>
              <a:gd name="connsiteY111" fmla="*/ 2150573 h 2344739"/>
              <a:gd name="connsiteX112" fmla="*/ 7405391 w 12192001"/>
              <a:gd name="connsiteY112" fmla="*/ 2142468 h 2344739"/>
              <a:gd name="connsiteX113" fmla="*/ 7312180 w 12192001"/>
              <a:gd name="connsiteY113" fmla="*/ 2132873 h 2344739"/>
              <a:gd name="connsiteX114" fmla="*/ 7310853 w 12192001"/>
              <a:gd name="connsiteY114" fmla="*/ 2131431 h 2344739"/>
              <a:gd name="connsiteX115" fmla="*/ 7218559 w 12192001"/>
              <a:gd name="connsiteY115" fmla="*/ 2156680 h 2344739"/>
              <a:gd name="connsiteX116" fmla="*/ 7201101 w 12192001"/>
              <a:gd name="connsiteY116" fmla="*/ 2161230 h 2344739"/>
              <a:gd name="connsiteX117" fmla="*/ 7197004 w 12192001"/>
              <a:gd name="connsiteY117" fmla="*/ 2166588 h 2344739"/>
              <a:gd name="connsiteX118" fmla="*/ 7170808 w 12192001"/>
              <a:gd name="connsiteY118" fmla="*/ 2171236 h 2344739"/>
              <a:gd name="connsiteX119" fmla="*/ 7096988 w 12192001"/>
              <a:gd name="connsiteY119" fmla="*/ 2183464 h 2344739"/>
              <a:gd name="connsiteX120" fmla="*/ 7018496 w 12192001"/>
              <a:gd name="connsiteY120" fmla="*/ 2183090 h 2344739"/>
              <a:gd name="connsiteX121" fmla="*/ 6904146 w 12192001"/>
              <a:gd name="connsiteY121" fmla="*/ 2212596 h 2344739"/>
              <a:gd name="connsiteX122" fmla="*/ 6708222 w 12192001"/>
              <a:gd name="connsiteY122" fmla="*/ 2240551 h 2344739"/>
              <a:gd name="connsiteX123" fmla="*/ 6549454 w 12192001"/>
              <a:gd name="connsiteY123" fmla="*/ 2269327 h 2344739"/>
              <a:gd name="connsiteX124" fmla="*/ 6317560 w 12192001"/>
              <a:gd name="connsiteY124" fmla="*/ 2316127 h 2344739"/>
              <a:gd name="connsiteX125" fmla="*/ 6168674 w 12192001"/>
              <a:gd name="connsiteY125" fmla="*/ 2318214 h 2344739"/>
              <a:gd name="connsiteX126" fmla="*/ 6073848 w 12192001"/>
              <a:gd name="connsiteY126" fmla="*/ 2338676 h 2344739"/>
              <a:gd name="connsiteX127" fmla="*/ 6068529 w 12192001"/>
              <a:gd name="connsiteY127" fmla="*/ 2337139 h 2344739"/>
              <a:gd name="connsiteX128" fmla="*/ 6048638 w 12192001"/>
              <a:gd name="connsiteY128" fmla="*/ 2337822 h 2344739"/>
              <a:gd name="connsiteX129" fmla="*/ 6041285 w 12192001"/>
              <a:gd name="connsiteY129" fmla="*/ 2329473 h 2344739"/>
              <a:gd name="connsiteX130" fmla="*/ 6010090 w 12192001"/>
              <a:gd name="connsiteY130" fmla="*/ 2324380 h 2344739"/>
              <a:gd name="connsiteX131" fmla="*/ 5957375 w 12192001"/>
              <a:gd name="connsiteY131" fmla="*/ 2328024 h 2344739"/>
              <a:gd name="connsiteX132" fmla="*/ 5758919 w 12192001"/>
              <a:gd name="connsiteY132" fmla="*/ 2343716 h 2344739"/>
              <a:gd name="connsiteX133" fmla="*/ 5626960 w 12192001"/>
              <a:gd name="connsiteY133" fmla="*/ 2344739 h 2344739"/>
              <a:gd name="connsiteX134" fmla="*/ 5470906 w 12192001"/>
              <a:gd name="connsiteY134" fmla="*/ 2330719 h 2344739"/>
              <a:gd name="connsiteX135" fmla="*/ 5432761 w 12192001"/>
              <a:gd name="connsiteY135" fmla="*/ 2319466 h 2344739"/>
              <a:gd name="connsiteX136" fmla="*/ 5381669 w 12192001"/>
              <a:gd name="connsiteY136" fmla="*/ 2301764 h 2344739"/>
              <a:gd name="connsiteX137" fmla="*/ 5261764 w 12192001"/>
              <a:gd name="connsiteY137" fmla="*/ 2281347 h 2344739"/>
              <a:gd name="connsiteX138" fmla="*/ 5222961 w 12192001"/>
              <a:gd name="connsiteY138" fmla="*/ 2270223 h 2344739"/>
              <a:gd name="connsiteX139" fmla="*/ 5174660 w 12192001"/>
              <a:gd name="connsiteY139" fmla="*/ 2267233 h 2344739"/>
              <a:gd name="connsiteX140" fmla="*/ 5156554 w 12192001"/>
              <a:gd name="connsiteY140" fmla="*/ 2260010 h 2344739"/>
              <a:gd name="connsiteX141" fmla="*/ 5142599 w 12192001"/>
              <a:gd name="connsiteY141" fmla="*/ 2256610 h 2344739"/>
              <a:gd name="connsiteX142" fmla="*/ 5139596 w 12192001"/>
              <a:gd name="connsiteY142" fmla="*/ 2254509 h 2344739"/>
              <a:gd name="connsiteX143" fmla="*/ 5121659 w 12192001"/>
              <a:gd name="connsiteY143" fmla="*/ 2243656 h 2344739"/>
              <a:gd name="connsiteX144" fmla="*/ 5065790 w 12192001"/>
              <a:gd name="connsiteY144" fmla="*/ 2250227 h 2344739"/>
              <a:gd name="connsiteX145" fmla="*/ 5011514 w 12192001"/>
              <a:gd name="connsiteY145" fmla="*/ 2233846 h 2344739"/>
              <a:gd name="connsiteX146" fmla="*/ 4840441 w 12192001"/>
              <a:gd name="connsiteY146" fmla="*/ 2209829 h 2344739"/>
              <a:gd name="connsiteX147" fmla="*/ 4762447 w 12192001"/>
              <a:gd name="connsiteY147" fmla="*/ 2182061 h 2344739"/>
              <a:gd name="connsiteX148" fmla="*/ 4723186 w 12192001"/>
              <a:gd name="connsiteY148" fmla="*/ 2173047 h 2344739"/>
              <a:gd name="connsiteX149" fmla="*/ 4721176 w 12192001"/>
              <a:gd name="connsiteY149" fmla="*/ 2172298 h 2344739"/>
              <a:gd name="connsiteX150" fmla="*/ 4722111 w 12192001"/>
              <a:gd name="connsiteY150" fmla="*/ 2172087 h 2344739"/>
              <a:gd name="connsiteX151" fmla="*/ 4717202 w 12192001"/>
              <a:gd name="connsiteY151" fmla="*/ 2170817 h 2344739"/>
              <a:gd name="connsiteX152" fmla="*/ 4721176 w 12192001"/>
              <a:gd name="connsiteY152" fmla="*/ 2172298 h 2344739"/>
              <a:gd name="connsiteX153" fmla="*/ 4715526 w 12192001"/>
              <a:gd name="connsiteY153" fmla="*/ 2173573 h 2344739"/>
              <a:gd name="connsiteX154" fmla="*/ 4515814 w 12192001"/>
              <a:gd name="connsiteY154" fmla="*/ 2163671 h 2344739"/>
              <a:gd name="connsiteX155" fmla="*/ 4428543 w 12192001"/>
              <a:gd name="connsiteY155" fmla="*/ 2153020 h 2344739"/>
              <a:gd name="connsiteX156" fmla="*/ 4362875 w 12192001"/>
              <a:gd name="connsiteY156" fmla="*/ 2151674 h 2344739"/>
              <a:gd name="connsiteX157" fmla="*/ 4316966 w 12192001"/>
              <a:gd name="connsiteY157" fmla="*/ 2158289 h 2344739"/>
              <a:gd name="connsiteX158" fmla="*/ 4315110 w 12192001"/>
              <a:gd name="connsiteY158" fmla="*/ 2156948 h 2344739"/>
              <a:gd name="connsiteX159" fmla="*/ 4295144 w 12192001"/>
              <a:gd name="connsiteY159" fmla="*/ 2155069 h 2344739"/>
              <a:gd name="connsiteX160" fmla="*/ 4290064 w 12192001"/>
              <a:gd name="connsiteY160" fmla="*/ 2157986 h 2344739"/>
              <a:gd name="connsiteX161" fmla="*/ 4276142 w 12192001"/>
              <a:gd name="connsiteY161" fmla="*/ 2157740 h 2344739"/>
              <a:gd name="connsiteX162" fmla="*/ 4248117 w 12192001"/>
              <a:gd name="connsiteY162" fmla="*/ 2160064 h 2344739"/>
              <a:gd name="connsiteX163" fmla="*/ 4202051 w 12192001"/>
              <a:gd name="connsiteY163" fmla="*/ 2157269 h 2344739"/>
              <a:gd name="connsiteX164" fmla="*/ 4201745 w 12192001"/>
              <a:gd name="connsiteY164" fmla="*/ 2156010 h 2344739"/>
              <a:gd name="connsiteX165" fmla="*/ 4191248 w 12192001"/>
              <a:gd name="connsiteY165" fmla="*/ 2150376 h 2344739"/>
              <a:gd name="connsiteX166" fmla="*/ 4142745 w 12192001"/>
              <a:gd name="connsiteY166" fmla="*/ 2134511 h 2344739"/>
              <a:gd name="connsiteX167" fmla="*/ 4083097 w 12192001"/>
              <a:gd name="connsiteY167" fmla="*/ 2107978 h 2344739"/>
              <a:gd name="connsiteX168" fmla="*/ 4074546 w 12192001"/>
              <a:gd name="connsiteY168" fmla="*/ 2107143 h 2344739"/>
              <a:gd name="connsiteX169" fmla="*/ 4074427 w 12192001"/>
              <a:gd name="connsiteY169" fmla="*/ 2106844 h 2344739"/>
              <a:gd name="connsiteX170" fmla="*/ 4065510 w 12192001"/>
              <a:gd name="connsiteY170" fmla="*/ 2105400 h 2344739"/>
              <a:gd name="connsiteX171" fmla="*/ 4058954 w 12192001"/>
              <a:gd name="connsiteY171" fmla="*/ 2105618 h 2344739"/>
              <a:gd name="connsiteX172" fmla="*/ 4042364 w 12192001"/>
              <a:gd name="connsiteY172" fmla="*/ 2103997 h 2344739"/>
              <a:gd name="connsiteX173" fmla="*/ 4036997 w 12192001"/>
              <a:gd name="connsiteY173" fmla="*/ 2101563 h 2344739"/>
              <a:gd name="connsiteX174" fmla="*/ 4035363 w 12192001"/>
              <a:gd name="connsiteY174" fmla="*/ 2097896 h 2344739"/>
              <a:gd name="connsiteX175" fmla="*/ 4033778 w 12192001"/>
              <a:gd name="connsiteY175" fmla="*/ 2098131 h 2344739"/>
              <a:gd name="connsiteX176" fmla="*/ 4004538 w 12192001"/>
              <a:gd name="connsiteY176" fmla="*/ 2085563 h 2344739"/>
              <a:gd name="connsiteX177" fmla="*/ 3936846 w 12192001"/>
              <a:gd name="connsiteY177" fmla="*/ 2068106 h 2344739"/>
              <a:gd name="connsiteX178" fmla="*/ 3897275 w 12192001"/>
              <a:gd name="connsiteY178" fmla="*/ 2062451 h 2344739"/>
              <a:gd name="connsiteX179" fmla="*/ 3789760 w 12192001"/>
              <a:gd name="connsiteY179" fmla="*/ 2042213 h 2344739"/>
              <a:gd name="connsiteX180" fmla="*/ 3682513 w 12192001"/>
              <a:gd name="connsiteY180" fmla="*/ 2018290 h 2344739"/>
              <a:gd name="connsiteX181" fmla="*/ 3610035 w 12192001"/>
              <a:gd name="connsiteY181" fmla="*/ 1986019 h 2344739"/>
              <a:gd name="connsiteX182" fmla="*/ 3603855 w 12192001"/>
              <a:gd name="connsiteY182" fmla="*/ 1987381 h 2344739"/>
              <a:gd name="connsiteX183" fmla="*/ 3594736 w 12192001"/>
              <a:gd name="connsiteY183" fmla="*/ 1987545 h 2344739"/>
              <a:gd name="connsiteX184" fmla="*/ 3594501 w 12192001"/>
              <a:gd name="connsiteY184" fmla="*/ 1987276 h 2344739"/>
              <a:gd name="connsiteX185" fmla="*/ 3585978 w 12192001"/>
              <a:gd name="connsiteY185" fmla="*/ 1987966 h 2344739"/>
              <a:gd name="connsiteX186" fmla="*/ 3536135 w 12192001"/>
              <a:gd name="connsiteY186" fmla="*/ 1978267 h 2344739"/>
              <a:gd name="connsiteX187" fmla="*/ 3473223 w 12192001"/>
              <a:gd name="connsiteY187" fmla="*/ 1974606 h 2344739"/>
              <a:gd name="connsiteX188" fmla="*/ 3400728 w 12192001"/>
              <a:gd name="connsiteY188" fmla="*/ 1962558 h 2344739"/>
              <a:gd name="connsiteX189" fmla="*/ 3363888 w 12192001"/>
              <a:gd name="connsiteY189" fmla="*/ 1979510 h 2344739"/>
              <a:gd name="connsiteX190" fmla="*/ 3344026 w 12192001"/>
              <a:gd name="connsiteY190" fmla="*/ 1981192 h 2344739"/>
              <a:gd name="connsiteX191" fmla="*/ 3341698 w 12192001"/>
              <a:gd name="connsiteY191" fmla="*/ 1980217 h 2344739"/>
              <a:gd name="connsiteX192" fmla="*/ 3262356 w 12192001"/>
              <a:gd name="connsiteY192" fmla="*/ 1986094 h 2344739"/>
              <a:gd name="connsiteX193" fmla="*/ 3142556 w 12192001"/>
              <a:gd name="connsiteY193" fmla="*/ 1993869 h 2344739"/>
              <a:gd name="connsiteX194" fmla="*/ 3030291 w 12192001"/>
              <a:gd name="connsiteY194" fmla="*/ 1996512 h 2344739"/>
              <a:gd name="connsiteX195" fmla="*/ 2781569 w 12192001"/>
              <a:gd name="connsiteY195" fmla="*/ 2018333 h 2344739"/>
              <a:gd name="connsiteX196" fmla="*/ 2646527 w 12192001"/>
              <a:gd name="connsiteY196" fmla="*/ 2028869 h 2344739"/>
              <a:gd name="connsiteX197" fmla="*/ 2568028 w 12192001"/>
              <a:gd name="connsiteY197" fmla="*/ 2002628 h 2344739"/>
              <a:gd name="connsiteX198" fmla="*/ 2443255 w 12192001"/>
              <a:gd name="connsiteY198" fmla="*/ 2016529 h 2344739"/>
              <a:gd name="connsiteX199" fmla="*/ 2315112 w 12192001"/>
              <a:gd name="connsiteY199" fmla="*/ 2024996 h 2344739"/>
              <a:gd name="connsiteX200" fmla="*/ 2208578 w 12192001"/>
              <a:gd name="connsiteY200" fmla="*/ 2019763 h 2344739"/>
              <a:gd name="connsiteX201" fmla="*/ 2094665 w 12192001"/>
              <a:gd name="connsiteY201" fmla="*/ 2003052 h 2344739"/>
              <a:gd name="connsiteX202" fmla="*/ 1997356 w 12192001"/>
              <a:gd name="connsiteY202" fmla="*/ 1995032 h 2344739"/>
              <a:gd name="connsiteX203" fmla="*/ 1928172 w 12192001"/>
              <a:gd name="connsiteY203" fmla="*/ 2016977 h 2344739"/>
              <a:gd name="connsiteX204" fmla="*/ 1921650 w 12192001"/>
              <a:gd name="connsiteY204" fmla="*/ 2012146 h 2344739"/>
              <a:gd name="connsiteX205" fmla="*/ 1873080 w 12192001"/>
              <a:gd name="connsiteY205" fmla="*/ 2013741 h 2344739"/>
              <a:gd name="connsiteX206" fmla="*/ 1786655 w 12192001"/>
              <a:gd name="connsiteY206" fmla="*/ 2041363 h 2344739"/>
              <a:gd name="connsiteX207" fmla="*/ 1738204 w 12192001"/>
              <a:gd name="connsiteY207" fmla="*/ 2036312 h 2344739"/>
              <a:gd name="connsiteX208" fmla="*/ 1675071 w 12192001"/>
              <a:gd name="connsiteY208" fmla="*/ 2019963 h 2344739"/>
              <a:gd name="connsiteX209" fmla="*/ 1608669 w 12192001"/>
              <a:gd name="connsiteY209" fmla="*/ 2013066 h 2344739"/>
              <a:gd name="connsiteX210" fmla="*/ 1496110 w 12192001"/>
              <a:gd name="connsiteY210" fmla="*/ 1987476 h 2344739"/>
              <a:gd name="connsiteX211" fmla="*/ 1149979 w 12192001"/>
              <a:gd name="connsiteY211" fmla="*/ 1938041 h 2344739"/>
              <a:gd name="connsiteX212" fmla="*/ 858269 w 12192001"/>
              <a:gd name="connsiteY212" fmla="*/ 1928608 h 2344739"/>
              <a:gd name="connsiteX213" fmla="*/ 837540 w 12192001"/>
              <a:gd name="connsiteY213" fmla="*/ 1929821 h 2344739"/>
              <a:gd name="connsiteX214" fmla="*/ 816809 w 12192001"/>
              <a:gd name="connsiteY214" fmla="*/ 1927857 h 2344739"/>
              <a:gd name="connsiteX215" fmla="*/ 811506 w 12192001"/>
              <a:gd name="connsiteY215" fmla="*/ 1930751 h 2344739"/>
              <a:gd name="connsiteX216" fmla="*/ 797041 w 12192001"/>
              <a:gd name="connsiteY216" fmla="*/ 1930446 h 2344739"/>
              <a:gd name="connsiteX217" fmla="*/ 767901 w 12192001"/>
              <a:gd name="connsiteY217" fmla="*/ 1932653 h 2344739"/>
              <a:gd name="connsiteX218" fmla="*/ 763053 w 12192001"/>
              <a:gd name="connsiteY218" fmla="*/ 1930432 h 2344739"/>
              <a:gd name="connsiteX219" fmla="*/ 720047 w 12192001"/>
              <a:gd name="connsiteY219" fmla="*/ 1929661 h 2344739"/>
              <a:gd name="connsiteX220" fmla="*/ 719742 w 12192001"/>
              <a:gd name="connsiteY220" fmla="*/ 1928399 h 2344739"/>
              <a:gd name="connsiteX221" fmla="*/ 708875 w 12192001"/>
              <a:gd name="connsiteY221" fmla="*/ 1922722 h 2344739"/>
              <a:gd name="connsiteX222" fmla="*/ 596792 w 12192001"/>
              <a:gd name="connsiteY222" fmla="*/ 1879864 h 2344739"/>
              <a:gd name="connsiteX223" fmla="*/ 578535 w 12192001"/>
              <a:gd name="connsiteY223" fmla="*/ 1877212 h 2344739"/>
              <a:gd name="connsiteX224" fmla="*/ 571717 w 12192001"/>
              <a:gd name="connsiteY224" fmla="*/ 1877401 h 2344739"/>
              <a:gd name="connsiteX225" fmla="*/ 445099 w 12192001"/>
              <a:gd name="connsiteY225" fmla="*/ 1839371 h 2344739"/>
              <a:gd name="connsiteX226" fmla="*/ 404015 w 12192001"/>
              <a:gd name="connsiteY226" fmla="*/ 1833548 h 2344739"/>
              <a:gd name="connsiteX227" fmla="*/ 292435 w 12192001"/>
              <a:gd name="connsiteY227" fmla="*/ 1812852 h 2344739"/>
              <a:gd name="connsiteX228" fmla="*/ 118381 w 12192001"/>
              <a:gd name="connsiteY228" fmla="*/ 1761047 h 2344739"/>
              <a:gd name="connsiteX229" fmla="*/ 15526 w 12192001"/>
              <a:gd name="connsiteY229" fmla="*/ 1758191 h 2344739"/>
              <a:gd name="connsiteX230" fmla="*/ 2 w 12192001"/>
              <a:gd name="connsiteY230" fmla="*/ 1752722 h 2344739"/>
              <a:gd name="connsiteX231" fmla="*/ 1 w 12192001"/>
              <a:gd name="connsiteY231" fmla="*/ 762497 h 2344739"/>
              <a:gd name="connsiteX232" fmla="*/ 0 w 12192001"/>
              <a:gd name="connsiteY232" fmla="*/ 762497 h 2344739"/>
              <a:gd name="connsiteX233" fmla="*/ 0 w 12192001"/>
              <a:gd name="connsiteY233" fmla="*/ 222213 h 2344739"/>
              <a:gd name="connsiteX234" fmla="*/ 0 w 12192001"/>
              <a:gd name="connsiteY234"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12228 w 12192001"/>
              <a:gd name="connsiteY22" fmla="*/ 797659 h 2344739"/>
              <a:gd name="connsiteX23" fmla="*/ 11748619 w 12192001"/>
              <a:gd name="connsiteY23" fmla="*/ 872002 h 2344739"/>
              <a:gd name="connsiteX24" fmla="*/ 11595155 w 12192001"/>
              <a:gd name="connsiteY24" fmla="*/ 918898 h 2344739"/>
              <a:gd name="connsiteX25" fmla="*/ 11522499 w 12192001"/>
              <a:gd name="connsiteY25" fmla="*/ 1207528 h 2344739"/>
              <a:gd name="connsiteX26" fmla="*/ 11245526 w 12192001"/>
              <a:gd name="connsiteY26" fmla="*/ 1274060 h 2344739"/>
              <a:gd name="connsiteX27" fmla="*/ 11227161 w 12192001"/>
              <a:gd name="connsiteY27" fmla="*/ 1276236 h 2344739"/>
              <a:gd name="connsiteX28" fmla="*/ 11216939 w 12192001"/>
              <a:gd name="connsiteY28" fmla="*/ 1275961 h 2344739"/>
              <a:gd name="connsiteX29" fmla="*/ 11216036 w 12192001"/>
              <a:gd name="connsiteY29" fmla="*/ 1275018 h 2344739"/>
              <a:gd name="connsiteX30" fmla="*/ 11187737 w 12192001"/>
              <a:gd name="connsiteY30" fmla="*/ 1292383 h 2344739"/>
              <a:gd name="connsiteX31" fmla="*/ 11183353 w 12192001"/>
              <a:gd name="connsiteY31" fmla="*/ 1292525 h 2344739"/>
              <a:gd name="connsiteX32" fmla="*/ 11165706 w 12192001"/>
              <a:gd name="connsiteY32" fmla="*/ 1306612 h 2344739"/>
              <a:gd name="connsiteX33" fmla="*/ 11156163 w 12192001"/>
              <a:gd name="connsiteY33" fmla="*/ 1312414 h 2344739"/>
              <a:gd name="connsiteX34" fmla="*/ 11154348 w 12192001"/>
              <a:gd name="connsiteY34" fmla="*/ 1317097 h 2344739"/>
              <a:gd name="connsiteX35" fmla="*/ 11139813 w 12192001"/>
              <a:gd name="connsiteY35" fmla="*/ 1324115 h 2344739"/>
              <a:gd name="connsiteX36" fmla="*/ 11137813 w 12192001"/>
              <a:gd name="connsiteY36" fmla="*/ 1323772 h 2344739"/>
              <a:gd name="connsiteX37" fmla="*/ 11127060 w 12192001"/>
              <a:gd name="connsiteY37" fmla="*/ 1333832 h 2344739"/>
              <a:gd name="connsiteX38" fmla="*/ 11119543 w 12192001"/>
              <a:gd name="connsiteY38" fmla="*/ 1347424 h 2344739"/>
              <a:gd name="connsiteX39" fmla="*/ 10893535 w 12192001"/>
              <a:gd name="connsiteY39" fmla="*/ 1473399 h 2344739"/>
              <a:gd name="connsiteX40" fmla="*/ 10772152 w 12192001"/>
              <a:gd name="connsiteY40" fmla="*/ 1523191 h 2344739"/>
              <a:gd name="connsiteX41" fmla="*/ 10626520 w 12192001"/>
              <a:gd name="connsiteY41" fmla="*/ 1559229 h 2344739"/>
              <a:gd name="connsiteX42" fmla="*/ 10580747 w 12192001"/>
              <a:gd name="connsiteY42" fmla="*/ 1568689 h 2344739"/>
              <a:gd name="connsiteX43" fmla="*/ 10546642 w 12192001"/>
              <a:gd name="connsiteY43" fmla="*/ 1598423 h 2344739"/>
              <a:gd name="connsiteX44" fmla="*/ 10528495 w 12192001"/>
              <a:gd name="connsiteY44" fmla="*/ 1596907 h 2344739"/>
              <a:gd name="connsiteX45" fmla="*/ 10525298 w 12192001"/>
              <a:gd name="connsiteY45" fmla="*/ 1596411 h 2344739"/>
              <a:gd name="connsiteX46" fmla="*/ 10513981 w 12192001"/>
              <a:gd name="connsiteY46" fmla="*/ 1599537 h 2344739"/>
              <a:gd name="connsiteX47" fmla="*/ 10490587 w 12192001"/>
              <a:gd name="connsiteY47" fmla="*/ 1594156 h 2344739"/>
              <a:gd name="connsiteX48" fmla="*/ 10470270 w 12192001"/>
              <a:gd name="connsiteY48" fmla="*/ 1601693 h 2344739"/>
              <a:gd name="connsiteX49" fmla="*/ 10375894 w 12192001"/>
              <a:gd name="connsiteY49" fmla="*/ 1644598 h 2344739"/>
              <a:gd name="connsiteX50" fmla="*/ 10318190 w 12192001"/>
              <a:gd name="connsiteY50" fmla="*/ 1666221 h 2344739"/>
              <a:gd name="connsiteX51" fmla="*/ 10294319 w 12192001"/>
              <a:gd name="connsiteY51" fmla="*/ 1668079 h 2344739"/>
              <a:gd name="connsiteX52" fmla="*/ 10262295 w 12192001"/>
              <a:gd name="connsiteY52" fmla="*/ 1674948 h 2344739"/>
              <a:gd name="connsiteX53" fmla="*/ 10204270 w 12192001"/>
              <a:gd name="connsiteY53" fmla="*/ 1682149 h 2344739"/>
              <a:gd name="connsiteX54" fmla="*/ 10176611 w 12192001"/>
              <a:gd name="connsiteY54" fmla="*/ 1692943 h 2344739"/>
              <a:gd name="connsiteX55" fmla="*/ 10163922 w 12192001"/>
              <a:gd name="connsiteY55" fmla="*/ 1693739 h 2344739"/>
              <a:gd name="connsiteX56" fmla="*/ 10155160 w 12192001"/>
              <a:gd name="connsiteY56" fmla="*/ 1707487 h 2344739"/>
              <a:gd name="connsiteX57" fmla="*/ 10117119 w 12192001"/>
              <a:gd name="connsiteY57" fmla="*/ 1731142 h 2344739"/>
              <a:gd name="connsiteX58" fmla="*/ 10100445 w 12192001"/>
              <a:gd name="connsiteY58" fmla="*/ 1742432 h 2344739"/>
              <a:gd name="connsiteX59" fmla="*/ 10082169 w 12192001"/>
              <a:gd name="connsiteY59" fmla="*/ 1743296 h 2344739"/>
              <a:gd name="connsiteX60" fmla="*/ 10039240 w 12192001"/>
              <a:gd name="connsiteY60" fmla="*/ 1741632 h 2344739"/>
              <a:gd name="connsiteX61" fmla="*/ 9960019 w 12192001"/>
              <a:gd name="connsiteY61" fmla="*/ 1757147 h 2344739"/>
              <a:gd name="connsiteX62" fmla="*/ 9847792 w 12192001"/>
              <a:gd name="connsiteY62" fmla="*/ 1763915 h 2344739"/>
              <a:gd name="connsiteX63" fmla="*/ 9728309 w 12192001"/>
              <a:gd name="connsiteY63" fmla="*/ 1784122 h 2344739"/>
              <a:gd name="connsiteX64" fmla="*/ 9584507 w 12192001"/>
              <a:gd name="connsiteY64" fmla="*/ 1795542 h 2344739"/>
              <a:gd name="connsiteX65" fmla="*/ 9343052 w 12192001"/>
              <a:gd name="connsiteY65" fmla="*/ 1841244 h 2344739"/>
              <a:gd name="connsiteX66" fmla="*/ 9231370 w 12192001"/>
              <a:gd name="connsiteY66" fmla="*/ 1893149 h 2344739"/>
              <a:gd name="connsiteX67" fmla="*/ 9194810 w 12192001"/>
              <a:gd name="connsiteY67" fmla="*/ 1903228 h 2344739"/>
              <a:gd name="connsiteX68" fmla="*/ 9189246 w 12192001"/>
              <a:gd name="connsiteY68" fmla="*/ 1912467 h 2344739"/>
              <a:gd name="connsiteX69" fmla="*/ 9151232 w 12192001"/>
              <a:gd name="connsiteY69" fmla="*/ 1923669 h 2344739"/>
              <a:gd name="connsiteX70" fmla="*/ 9150210 w 12192001"/>
              <a:gd name="connsiteY70" fmla="*/ 1922604 h 2344739"/>
              <a:gd name="connsiteX71" fmla="*/ 9137318 w 12192001"/>
              <a:gd name="connsiteY71" fmla="*/ 1920435 h 2344739"/>
              <a:gd name="connsiteX72" fmla="*/ 9113812 w 12192001"/>
              <a:gd name="connsiteY72" fmla="*/ 1919069 h 2344739"/>
              <a:gd name="connsiteX73" fmla="*/ 9053453 w 12192001"/>
              <a:gd name="connsiteY73" fmla="*/ 1910755 h 2344739"/>
              <a:gd name="connsiteX74" fmla="*/ 9005486 w 12192001"/>
              <a:gd name="connsiteY74" fmla="*/ 1914040 h 2344739"/>
              <a:gd name="connsiteX75" fmla="*/ 9005201 w 12192001"/>
              <a:gd name="connsiteY75" fmla="*/ 1913800 h 2344739"/>
              <a:gd name="connsiteX76" fmla="*/ 8996232 w 12192001"/>
              <a:gd name="connsiteY76" fmla="*/ 1915011 h 2344739"/>
              <a:gd name="connsiteX77" fmla="*/ 8990394 w 12192001"/>
              <a:gd name="connsiteY77" fmla="*/ 1917072 h 2344739"/>
              <a:gd name="connsiteX78" fmla="*/ 8974337 w 12192001"/>
              <a:gd name="connsiteY78" fmla="*/ 1920298 h 2344739"/>
              <a:gd name="connsiteX79" fmla="*/ 8968011 w 12192001"/>
              <a:gd name="connsiteY79" fmla="*/ 1919598 h 2344739"/>
              <a:gd name="connsiteX80" fmla="*/ 8963048 w 12192001"/>
              <a:gd name="connsiteY80" fmla="*/ 1917373 h 2344739"/>
              <a:gd name="connsiteX81" fmla="*/ 8928988 w 12192001"/>
              <a:gd name="connsiteY81" fmla="*/ 1914185 h 2344739"/>
              <a:gd name="connsiteX82" fmla="*/ 8752444 w 12192001"/>
              <a:gd name="connsiteY82" fmla="*/ 1933417 h 2344739"/>
              <a:gd name="connsiteX83" fmla="*/ 8707847 w 12192001"/>
              <a:gd name="connsiteY83" fmla="*/ 1935518 h 2344739"/>
              <a:gd name="connsiteX84" fmla="*/ 8596071 w 12192001"/>
              <a:gd name="connsiteY84" fmla="*/ 1944090 h 2344739"/>
              <a:gd name="connsiteX85" fmla="*/ 8525230 w 12192001"/>
              <a:gd name="connsiteY85" fmla="*/ 1929248 h 2344739"/>
              <a:gd name="connsiteX86" fmla="*/ 8510983 w 12192001"/>
              <a:gd name="connsiteY86" fmla="*/ 1935163 h 2344739"/>
              <a:gd name="connsiteX87" fmla="*/ 8506167 w 12192001"/>
              <a:gd name="connsiteY87" fmla="*/ 1938164 h 2344739"/>
              <a:gd name="connsiteX88" fmla="*/ 8497968 w 12192001"/>
              <a:gd name="connsiteY88" fmla="*/ 1940902 h 2344739"/>
              <a:gd name="connsiteX89" fmla="*/ 8497594 w 12192001"/>
              <a:gd name="connsiteY89" fmla="*/ 1940723 h 2344739"/>
              <a:gd name="connsiteX90" fmla="*/ 8490249 w 12192001"/>
              <a:gd name="connsiteY90" fmla="*/ 1943773 h 2344739"/>
              <a:gd name="connsiteX91" fmla="*/ 8367182 w 12192001"/>
              <a:gd name="connsiteY91" fmla="*/ 1957815 h 2344739"/>
              <a:gd name="connsiteX92" fmla="*/ 8353799 w 12192001"/>
              <a:gd name="connsiteY92" fmla="*/ 1958009 h 2344739"/>
              <a:gd name="connsiteX93" fmla="*/ 8352373 w 12192001"/>
              <a:gd name="connsiteY93" fmla="*/ 1957169 h 2344739"/>
              <a:gd name="connsiteX94" fmla="*/ 8320104 w 12192001"/>
              <a:gd name="connsiteY94" fmla="*/ 1974587 h 2344739"/>
              <a:gd name="connsiteX95" fmla="*/ 8314433 w 12192001"/>
              <a:gd name="connsiteY95" fmla="*/ 1974913 h 2344739"/>
              <a:gd name="connsiteX96" fmla="*/ 8295174 w 12192001"/>
              <a:gd name="connsiteY96" fmla="*/ 1988808 h 2344739"/>
              <a:gd name="connsiteX97" fmla="*/ 8284276 w 12192001"/>
              <a:gd name="connsiteY97" fmla="*/ 1994631 h 2344739"/>
              <a:gd name="connsiteX98" fmla="*/ 8283150 w 12192001"/>
              <a:gd name="connsiteY98" fmla="*/ 1999074 h 2344739"/>
              <a:gd name="connsiteX99" fmla="*/ 8266076 w 12192001"/>
              <a:gd name="connsiteY99" fmla="*/ 2006249 h 2344739"/>
              <a:gd name="connsiteX100" fmla="*/ 8263377 w 12192001"/>
              <a:gd name="connsiteY100" fmla="*/ 2006019 h 2344739"/>
              <a:gd name="connsiteX101" fmla="*/ 8252033 w 12192001"/>
              <a:gd name="connsiteY101" fmla="*/ 2015862 h 2344739"/>
              <a:gd name="connsiteX102" fmla="*/ 8245834 w 12192001"/>
              <a:gd name="connsiteY102" fmla="*/ 2028854 h 2344739"/>
              <a:gd name="connsiteX103" fmla="*/ 8090272 w 12192001"/>
              <a:gd name="connsiteY103" fmla="*/ 2075015 h 2344739"/>
              <a:gd name="connsiteX104" fmla="*/ 7905407 w 12192001"/>
              <a:gd name="connsiteY104" fmla="*/ 2116988 h 2344739"/>
              <a:gd name="connsiteX105" fmla="*/ 7718745 w 12192001"/>
              <a:gd name="connsiteY105" fmla="*/ 2142703 h 2344739"/>
              <a:gd name="connsiteX106" fmla="*/ 7614347 w 12192001"/>
              <a:gd name="connsiteY106" fmla="*/ 2139232 h 2344739"/>
              <a:gd name="connsiteX107" fmla="*/ 7527543 w 12192001"/>
              <a:gd name="connsiteY107" fmla="*/ 2145060 h 2344739"/>
              <a:gd name="connsiteX108" fmla="*/ 7519571 w 12192001"/>
              <a:gd name="connsiteY108" fmla="*/ 2147613 h 2344739"/>
              <a:gd name="connsiteX109" fmla="*/ 7507411 w 12192001"/>
              <a:gd name="connsiteY109" fmla="*/ 2148948 h 2344739"/>
              <a:gd name="connsiteX110" fmla="*/ 7507040 w 12192001"/>
              <a:gd name="connsiteY110" fmla="*/ 2148621 h 2344739"/>
              <a:gd name="connsiteX111" fmla="*/ 7495795 w 12192001"/>
              <a:gd name="connsiteY111" fmla="*/ 2150573 h 2344739"/>
              <a:gd name="connsiteX112" fmla="*/ 7405391 w 12192001"/>
              <a:gd name="connsiteY112" fmla="*/ 2142468 h 2344739"/>
              <a:gd name="connsiteX113" fmla="*/ 7312180 w 12192001"/>
              <a:gd name="connsiteY113" fmla="*/ 2132873 h 2344739"/>
              <a:gd name="connsiteX114" fmla="*/ 7310853 w 12192001"/>
              <a:gd name="connsiteY114" fmla="*/ 2131431 h 2344739"/>
              <a:gd name="connsiteX115" fmla="*/ 7218559 w 12192001"/>
              <a:gd name="connsiteY115" fmla="*/ 2156680 h 2344739"/>
              <a:gd name="connsiteX116" fmla="*/ 7201101 w 12192001"/>
              <a:gd name="connsiteY116" fmla="*/ 2161230 h 2344739"/>
              <a:gd name="connsiteX117" fmla="*/ 7197004 w 12192001"/>
              <a:gd name="connsiteY117" fmla="*/ 2166588 h 2344739"/>
              <a:gd name="connsiteX118" fmla="*/ 7170808 w 12192001"/>
              <a:gd name="connsiteY118" fmla="*/ 2171236 h 2344739"/>
              <a:gd name="connsiteX119" fmla="*/ 7096988 w 12192001"/>
              <a:gd name="connsiteY119" fmla="*/ 2183464 h 2344739"/>
              <a:gd name="connsiteX120" fmla="*/ 7018496 w 12192001"/>
              <a:gd name="connsiteY120" fmla="*/ 2183090 h 2344739"/>
              <a:gd name="connsiteX121" fmla="*/ 6904146 w 12192001"/>
              <a:gd name="connsiteY121" fmla="*/ 2212596 h 2344739"/>
              <a:gd name="connsiteX122" fmla="*/ 6708222 w 12192001"/>
              <a:gd name="connsiteY122" fmla="*/ 2240551 h 2344739"/>
              <a:gd name="connsiteX123" fmla="*/ 6549454 w 12192001"/>
              <a:gd name="connsiteY123" fmla="*/ 2269327 h 2344739"/>
              <a:gd name="connsiteX124" fmla="*/ 6317560 w 12192001"/>
              <a:gd name="connsiteY124" fmla="*/ 2316127 h 2344739"/>
              <a:gd name="connsiteX125" fmla="*/ 6168674 w 12192001"/>
              <a:gd name="connsiteY125" fmla="*/ 2318214 h 2344739"/>
              <a:gd name="connsiteX126" fmla="*/ 6073848 w 12192001"/>
              <a:gd name="connsiteY126" fmla="*/ 2338676 h 2344739"/>
              <a:gd name="connsiteX127" fmla="*/ 6068529 w 12192001"/>
              <a:gd name="connsiteY127" fmla="*/ 2337139 h 2344739"/>
              <a:gd name="connsiteX128" fmla="*/ 6048638 w 12192001"/>
              <a:gd name="connsiteY128" fmla="*/ 2337822 h 2344739"/>
              <a:gd name="connsiteX129" fmla="*/ 6041285 w 12192001"/>
              <a:gd name="connsiteY129" fmla="*/ 2329473 h 2344739"/>
              <a:gd name="connsiteX130" fmla="*/ 6010090 w 12192001"/>
              <a:gd name="connsiteY130" fmla="*/ 2324380 h 2344739"/>
              <a:gd name="connsiteX131" fmla="*/ 5957375 w 12192001"/>
              <a:gd name="connsiteY131" fmla="*/ 2328024 h 2344739"/>
              <a:gd name="connsiteX132" fmla="*/ 5758919 w 12192001"/>
              <a:gd name="connsiteY132" fmla="*/ 2343716 h 2344739"/>
              <a:gd name="connsiteX133" fmla="*/ 5626960 w 12192001"/>
              <a:gd name="connsiteY133" fmla="*/ 2344739 h 2344739"/>
              <a:gd name="connsiteX134" fmla="*/ 5470906 w 12192001"/>
              <a:gd name="connsiteY134" fmla="*/ 2330719 h 2344739"/>
              <a:gd name="connsiteX135" fmla="*/ 5432761 w 12192001"/>
              <a:gd name="connsiteY135" fmla="*/ 2319466 h 2344739"/>
              <a:gd name="connsiteX136" fmla="*/ 5381669 w 12192001"/>
              <a:gd name="connsiteY136" fmla="*/ 2301764 h 2344739"/>
              <a:gd name="connsiteX137" fmla="*/ 5261764 w 12192001"/>
              <a:gd name="connsiteY137" fmla="*/ 2281347 h 2344739"/>
              <a:gd name="connsiteX138" fmla="*/ 5222961 w 12192001"/>
              <a:gd name="connsiteY138" fmla="*/ 2270223 h 2344739"/>
              <a:gd name="connsiteX139" fmla="*/ 5174660 w 12192001"/>
              <a:gd name="connsiteY139" fmla="*/ 2267233 h 2344739"/>
              <a:gd name="connsiteX140" fmla="*/ 5156554 w 12192001"/>
              <a:gd name="connsiteY140" fmla="*/ 2260010 h 2344739"/>
              <a:gd name="connsiteX141" fmla="*/ 5142599 w 12192001"/>
              <a:gd name="connsiteY141" fmla="*/ 2256610 h 2344739"/>
              <a:gd name="connsiteX142" fmla="*/ 5139596 w 12192001"/>
              <a:gd name="connsiteY142" fmla="*/ 2254509 h 2344739"/>
              <a:gd name="connsiteX143" fmla="*/ 5121659 w 12192001"/>
              <a:gd name="connsiteY143" fmla="*/ 2243656 h 2344739"/>
              <a:gd name="connsiteX144" fmla="*/ 5065790 w 12192001"/>
              <a:gd name="connsiteY144" fmla="*/ 2250227 h 2344739"/>
              <a:gd name="connsiteX145" fmla="*/ 5011514 w 12192001"/>
              <a:gd name="connsiteY145" fmla="*/ 2233846 h 2344739"/>
              <a:gd name="connsiteX146" fmla="*/ 4840441 w 12192001"/>
              <a:gd name="connsiteY146" fmla="*/ 2209829 h 2344739"/>
              <a:gd name="connsiteX147" fmla="*/ 4762447 w 12192001"/>
              <a:gd name="connsiteY147" fmla="*/ 2182061 h 2344739"/>
              <a:gd name="connsiteX148" fmla="*/ 4723186 w 12192001"/>
              <a:gd name="connsiteY148" fmla="*/ 2173047 h 2344739"/>
              <a:gd name="connsiteX149" fmla="*/ 4721176 w 12192001"/>
              <a:gd name="connsiteY149" fmla="*/ 2172298 h 2344739"/>
              <a:gd name="connsiteX150" fmla="*/ 4722111 w 12192001"/>
              <a:gd name="connsiteY150" fmla="*/ 2172087 h 2344739"/>
              <a:gd name="connsiteX151" fmla="*/ 4717202 w 12192001"/>
              <a:gd name="connsiteY151" fmla="*/ 2170817 h 2344739"/>
              <a:gd name="connsiteX152" fmla="*/ 4721176 w 12192001"/>
              <a:gd name="connsiteY152" fmla="*/ 2172298 h 2344739"/>
              <a:gd name="connsiteX153" fmla="*/ 4715526 w 12192001"/>
              <a:gd name="connsiteY153" fmla="*/ 2173573 h 2344739"/>
              <a:gd name="connsiteX154" fmla="*/ 4515814 w 12192001"/>
              <a:gd name="connsiteY154" fmla="*/ 2163671 h 2344739"/>
              <a:gd name="connsiteX155" fmla="*/ 4428543 w 12192001"/>
              <a:gd name="connsiteY155" fmla="*/ 2153020 h 2344739"/>
              <a:gd name="connsiteX156" fmla="*/ 4362875 w 12192001"/>
              <a:gd name="connsiteY156" fmla="*/ 2151674 h 2344739"/>
              <a:gd name="connsiteX157" fmla="*/ 4316966 w 12192001"/>
              <a:gd name="connsiteY157" fmla="*/ 2158289 h 2344739"/>
              <a:gd name="connsiteX158" fmla="*/ 4315110 w 12192001"/>
              <a:gd name="connsiteY158" fmla="*/ 2156948 h 2344739"/>
              <a:gd name="connsiteX159" fmla="*/ 4295144 w 12192001"/>
              <a:gd name="connsiteY159" fmla="*/ 2155069 h 2344739"/>
              <a:gd name="connsiteX160" fmla="*/ 4290064 w 12192001"/>
              <a:gd name="connsiteY160" fmla="*/ 2157986 h 2344739"/>
              <a:gd name="connsiteX161" fmla="*/ 4276142 w 12192001"/>
              <a:gd name="connsiteY161" fmla="*/ 2157740 h 2344739"/>
              <a:gd name="connsiteX162" fmla="*/ 4248117 w 12192001"/>
              <a:gd name="connsiteY162" fmla="*/ 2160064 h 2344739"/>
              <a:gd name="connsiteX163" fmla="*/ 4202051 w 12192001"/>
              <a:gd name="connsiteY163" fmla="*/ 2157269 h 2344739"/>
              <a:gd name="connsiteX164" fmla="*/ 4201745 w 12192001"/>
              <a:gd name="connsiteY164" fmla="*/ 2156010 h 2344739"/>
              <a:gd name="connsiteX165" fmla="*/ 4191248 w 12192001"/>
              <a:gd name="connsiteY165" fmla="*/ 2150376 h 2344739"/>
              <a:gd name="connsiteX166" fmla="*/ 4142745 w 12192001"/>
              <a:gd name="connsiteY166" fmla="*/ 2134511 h 2344739"/>
              <a:gd name="connsiteX167" fmla="*/ 4083097 w 12192001"/>
              <a:gd name="connsiteY167" fmla="*/ 2107978 h 2344739"/>
              <a:gd name="connsiteX168" fmla="*/ 4074546 w 12192001"/>
              <a:gd name="connsiteY168" fmla="*/ 2107143 h 2344739"/>
              <a:gd name="connsiteX169" fmla="*/ 4074427 w 12192001"/>
              <a:gd name="connsiteY169" fmla="*/ 2106844 h 2344739"/>
              <a:gd name="connsiteX170" fmla="*/ 4065510 w 12192001"/>
              <a:gd name="connsiteY170" fmla="*/ 2105400 h 2344739"/>
              <a:gd name="connsiteX171" fmla="*/ 4058954 w 12192001"/>
              <a:gd name="connsiteY171" fmla="*/ 2105618 h 2344739"/>
              <a:gd name="connsiteX172" fmla="*/ 4042364 w 12192001"/>
              <a:gd name="connsiteY172" fmla="*/ 2103997 h 2344739"/>
              <a:gd name="connsiteX173" fmla="*/ 4036997 w 12192001"/>
              <a:gd name="connsiteY173" fmla="*/ 2101563 h 2344739"/>
              <a:gd name="connsiteX174" fmla="*/ 4035363 w 12192001"/>
              <a:gd name="connsiteY174" fmla="*/ 2097896 h 2344739"/>
              <a:gd name="connsiteX175" fmla="*/ 4033778 w 12192001"/>
              <a:gd name="connsiteY175" fmla="*/ 2098131 h 2344739"/>
              <a:gd name="connsiteX176" fmla="*/ 4004538 w 12192001"/>
              <a:gd name="connsiteY176" fmla="*/ 2085563 h 2344739"/>
              <a:gd name="connsiteX177" fmla="*/ 3936846 w 12192001"/>
              <a:gd name="connsiteY177" fmla="*/ 2068106 h 2344739"/>
              <a:gd name="connsiteX178" fmla="*/ 3897275 w 12192001"/>
              <a:gd name="connsiteY178" fmla="*/ 2062451 h 2344739"/>
              <a:gd name="connsiteX179" fmla="*/ 3789760 w 12192001"/>
              <a:gd name="connsiteY179" fmla="*/ 2042213 h 2344739"/>
              <a:gd name="connsiteX180" fmla="*/ 3682513 w 12192001"/>
              <a:gd name="connsiteY180" fmla="*/ 2018290 h 2344739"/>
              <a:gd name="connsiteX181" fmla="*/ 3610035 w 12192001"/>
              <a:gd name="connsiteY181" fmla="*/ 1986019 h 2344739"/>
              <a:gd name="connsiteX182" fmla="*/ 3603855 w 12192001"/>
              <a:gd name="connsiteY182" fmla="*/ 1987381 h 2344739"/>
              <a:gd name="connsiteX183" fmla="*/ 3594736 w 12192001"/>
              <a:gd name="connsiteY183" fmla="*/ 1987545 h 2344739"/>
              <a:gd name="connsiteX184" fmla="*/ 3594501 w 12192001"/>
              <a:gd name="connsiteY184" fmla="*/ 1987276 h 2344739"/>
              <a:gd name="connsiteX185" fmla="*/ 3585978 w 12192001"/>
              <a:gd name="connsiteY185" fmla="*/ 1987966 h 2344739"/>
              <a:gd name="connsiteX186" fmla="*/ 3536135 w 12192001"/>
              <a:gd name="connsiteY186" fmla="*/ 1978267 h 2344739"/>
              <a:gd name="connsiteX187" fmla="*/ 3473223 w 12192001"/>
              <a:gd name="connsiteY187" fmla="*/ 1974606 h 2344739"/>
              <a:gd name="connsiteX188" fmla="*/ 3400728 w 12192001"/>
              <a:gd name="connsiteY188" fmla="*/ 1962558 h 2344739"/>
              <a:gd name="connsiteX189" fmla="*/ 3363888 w 12192001"/>
              <a:gd name="connsiteY189" fmla="*/ 1979510 h 2344739"/>
              <a:gd name="connsiteX190" fmla="*/ 3344026 w 12192001"/>
              <a:gd name="connsiteY190" fmla="*/ 1981192 h 2344739"/>
              <a:gd name="connsiteX191" fmla="*/ 3341698 w 12192001"/>
              <a:gd name="connsiteY191" fmla="*/ 1980217 h 2344739"/>
              <a:gd name="connsiteX192" fmla="*/ 3262356 w 12192001"/>
              <a:gd name="connsiteY192" fmla="*/ 1986094 h 2344739"/>
              <a:gd name="connsiteX193" fmla="*/ 3142556 w 12192001"/>
              <a:gd name="connsiteY193" fmla="*/ 1993869 h 2344739"/>
              <a:gd name="connsiteX194" fmla="*/ 3030291 w 12192001"/>
              <a:gd name="connsiteY194" fmla="*/ 1996512 h 2344739"/>
              <a:gd name="connsiteX195" fmla="*/ 2781569 w 12192001"/>
              <a:gd name="connsiteY195" fmla="*/ 2018333 h 2344739"/>
              <a:gd name="connsiteX196" fmla="*/ 2646527 w 12192001"/>
              <a:gd name="connsiteY196" fmla="*/ 2028869 h 2344739"/>
              <a:gd name="connsiteX197" fmla="*/ 2568028 w 12192001"/>
              <a:gd name="connsiteY197" fmla="*/ 2002628 h 2344739"/>
              <a:gd name="connsiteX198" fmla="*/ 2443255 w 12192001"/>
              <a:gd name="connsiteY198" fmla="*/ 2016529 h 2344739"/>
              <a:gd name="connsiteX199" fmla="*/ 2315112 w 12192001"/>
              <a:gd name="connsiteY199" fmla="*/ 2024996 h 2344739"/>
              <a:gd name="connsiteX200" fmla="*/ 2208578 w 12192001"/>
              <a:gd name="connsiteY200" fmla="*/ 2019763 h 2344739"/>
              <a:gd name="connsiteX201" fmla="*/ 2094665 w 12192001"/>
              <a:gd name="connsiteY201" fmla="*/ 2003052 h 2344739"/>
              <a:gd name="connsiteX202" fmla="*/ 1997356 w 12192001"/>
              <a:gd name="connsiteY202" fmla="*/ 1995032 h 2344739"/>
              <a:gd name="connsiteX203" fmla="*/ 1928172 w 12192001"/>
              <a:gd name="connsiteY203" fmla="*/ 2016977 h 2344739"/>
              <a:gd name="connsiteX204" fmla="*/ 1921650 w 12192001"/>
              <a:gd name="connsiteY204" fmla="*/ 2012146 h 2344739"/>
              <a:gd name="connsiteX205" fmla="*/ 1873080 w 12192001"/>
              <a:gd name="connsiteY205" fmla="*/ 2013741 h 2344739"/>
              <a:gd name="connsiteX206" fmla="*/ 1786655 w 12192001"/>
              <a:gd name="connsiteY206" fmla="*/ 2041363 h 2344739"/>
              <a:gd name="connsiteX207" fmla="*/ 1738204 w 12192001"/>
              <a:gd name="connsiteY207" fmla="*/ 2036312 h 2344739"/>
              <a:gd name="connsiteX208" fmla="*/ 1675071 w 12192001"/>
              <a:gd name="connsiteY208" fmla="*/ 2019963 h 2344739"/>
              <a:gd name="connsiteX209" fmla="*/ 1608669 w 12192001"/>
              <a:gd name="connsiteY209" fmla="*/ 2013066 h 2344739"/>
              <a:gd name="connsiteX210" fmla="*/ 1496110 w 12192001"/>
              <a:gd name="connsiteY210" fmla="*/ 1987476 h 2344739"/>
              <a:gd name="connsiteX211" fmla="*/ 1149979 w 12192001"/>
              <a:gd name="connsiteY211" fmla="*/ 1938041 h 2344739"/>
              <a:gd name="connsiteX212" fmla="*/ 858269 w 12192001"/>
              <a:gd name="connsiteY212" fmla="*/ 1928608 h 2344739"/>
              <a:gd name="connsiteX213" fmla="*/ 837540 w 12192001"/>
              <a:gd name="connsiteY213" fmla="*/ 1929821 h 2344739"/>
              <a:gd name="connsiteX214" fmla="*/ 816809 w 12192001"/>
              <a:gd name="connsiteY214" fmla="*/ 1927857 h 2344739"/>
              <a:gd name="connsiteX215" fmla="*/ 811506 w 12192001"/>
              <a:gd name="connsiteY215" fmla="*/ 1930751 h 2344739"/>
              <a:gd name="connsiteX216" fmla="*/ 797041 w 12192001"/>
              <a:gd name="connsiteY216" fmla="*/ 1930446 h 2344739"/>
              <a:gd name="connsiteX217" fmla="*/ 767901 w 12192001"/>
              <a:gd name="connsiteY217" fmla="*/ 1932653 h 2344739"/>
              <a:gd name="connsiteX218" fmla="*/ 763053 w 12192001"/>
              <a:gd name="connsiteY218" fmla="*/ 1930432 h 2344739"/>
              <a:gd name="connsiteX219" fmla="*/ 720047 w 12192001"/>
              <a:gd name="connsiteY219" fmla="*/ 1929661 h 2344739"/>
              <a:gd name="connsiteX220" fmla="*/ 719742 w 12192001"/>
              <a:gd name="connsiteY220" fmla="*/ 1928399 h 2344739"/>
              <a:gd name="connsiteX221" fmla="*/ 708875 w 12192001"/>
              <a:gd name="connsiteY221" fmla="*/ 1922722 h 2344739"/>
              <a:gd name="connsiteX222" fmla="*/ 596792 w 12192001"/>
              <a:gd name="connsiteY222" fmla="*/ 1879864 h 2344739"/>
              <a:gd name="connsiteX223" fmla="*/ 578535 w 12192001"/>
              <a:gd name="connsiteY223" fmla="*/ 1877212 h 2344739"/>
              <a:gd name="connsiteX224" fmla="*/ 571717 w 12192001"/>
              <a:gd name="connsiteY224" fmla="*/ 1877401 h 2344739"/>
              <a:gd name="connsiteX225" fmla="*/ 445099 w 12192001"/>
              <a:gd name="connsiteY225" fmla="*/ 1839371 h 2344739"/>
              <a:gd name="connsiteX226" fmla="*/ 404015 w 12192001"/>
              <a:gd name="connsiteY226" fmla="*/ 1833548 h 2344739"/>
              <a:gd name="connsiteX227" fmla="*/ 292435 w 12192001"/>
              <a:gd name="connsiteY227" fmla="*/ 1812852 h 2344739"/>
              <a:gd name="connsiteX228" fmla="*/ 118381 w 12192001"/>
              <a:gd name="connsiteY228" fmla="*/ 1761047 h 2344739"/>
              <a:gd name="connsiteX229" fmla="*/ 15526 w 12192001"/>
              <a:gd name="connsiteY229" fmla="*/ 1758191 h 2344739"/>
              <a:gd name="connsiteX230" fmla="*/ 2 w 12192001"/>
              <a:gd name="connsiteY230" fmla="*/ 1752722 h 2344739"/>
              <a:gd name="connsiteX231" fmla="*/ 1 w 12192001"/>
              <a:gd name="connsiteY231" fmla="*/ 762497 h 2344739"/>
              <a:gd name="connsiteX232" fmla="*/ 0 w 12192001"/>
              <a:gd name="connsiteY232" fmla="*/ 762497 h 2344739"/>
              <a:gd name="connsiteX233" fmla="*/ 0 w 12192001"/>
              <a:gd name="connsiteY233" fmla="*/ 222213 h 2344739"/>
              <a:gd name="connsiteX234" fmla="*/ 0 w 12192001"/>
              <a:gd name="connsiteY234"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12228 w 12192001"/>
              <a:gd name="connsiteY22" fmla="*/ 797659 h 2344739"/>
              <a:gd name="connsiteX23" fmla="*/ 11748619 w 12192001"/>
              <a:gd name="connsiteY23" fmla="*/ 872002 h 2344739"/>
              <a:gd name="connsiteX24" fmla="*/ 11595155 w 12192001"/>
              <a:gd name="connsiteY24" fmla="*/ 918898 h 2344739"/>
              <a:gd name="connsiteX25" fmla="*/ 11522499 w 12192001"/>
              <a:gd name="connsiteY25" fmla="*/ 999965 h 2344739"/>
              <a:gd name="connsiteX26" fmla="*/ 11245526 w 12192001"/>
              <a:gd name="connsiteY26" fmla="*/ 1274060 h 2344739"/>
              <a:gd name="connsiteX27" fmla="*/ 11227161 w 12192001"/>
              <a:gd name="connsiteY27" fmla="*/ 1276236 h 2344739"/>
              <a:gd name="connsiteX28" fmla="*/ 11216939 w 12192001"/>
              <a:gd name="connsiteY28" fmla="*/ 1275961 h 2344739"/>
              <a:gd name="connsiteX29" fmla="*/ 11216036 w 12192001"/>
              <a:gd name="connsiteY29" fmla="*/ 1275018 h 2344739"/>
              <a:gd name="connsiteX30" fmla="*/ 11187737 w 12192001"/>
              <a:gd name="connsiteY30" fmla="*/ 1292383 h 2344739"/>
              <a:gd name="connsiteX31" fmla="*/ 11183353 w 12192001"/>
              <a:gd name="connsiteY31" fmla="*/ 1292525 h 2344739"/>
              <a:gd name="connsiteX32" fmla="*/ 11165706 w 12192001"/>
              <a:gd name="connsiteY32" fmla="*/ 1306612 h 2344739"/>
              <a:gd name="connsiteX33" fmla="*/ 11156163 w 12192001"/>
              <a:gd name="connsiteY33" fmla="*/ 1312414 h 2344739"/>
              <a:gd name="connsiteX34" fmla="*/ 11154348 w 12192001"/>
              <a:gd name="connsiteY34" fmla="*/ 1317097 h 2344739"/>
              <a:gd name="connsiteX35" fmla="*/ 11139813 w 12192001"/>
              <a:gd name="connsiteY35" fmla="*/ 1324115 h 2344739"/>
              <a:gd name="connsiteX36" fmla="*/ 11137813 w 12192001"/>
              <a:gd name="connsiteY36" fmla="*/ 1323772 h 2344739"/>
              <a:gd name="connsiteX37" fmla="*/ 11127060 w 12192001"/>
              <a:gd name="connsiteY37" fmla="*/ 1333832 h 2344739"/>
              <a:gd name="connsiteX38" fmla="*/ 11119543 w 12192001"/>
              <a:gd name="connsiteY38" fmla="*/ 1347424 h 2344739"/>
              <a:gd name="connsiteX39" fmla="*/ 10893535 w 12192001"/>
              <a:gd name="connsiteY39" fmla="*/ 1473399 h 2344739"/>
              <a:gd name="connsiteX40" fmla="*/ 10772152 w 12192001"/>
              <a:gd name="connsiteY40" fmla="*/ 1523191 h 2344739"/>
              <a:gd name="connsiteX41" fmla="*/ 10626520 w 12192001"/>
              <a:gd name="connsiteY41" fmla="*/ 1559229 h 2344739"/>
              <a:gd name="connsiteX42" fmla="*/ 10580747 w 12192001"/>
              <a:gd name="connsiteY42" fmla="*/ 1568689 h 2344739"/>
              <a:gd name="connsiteX43" fmla="*/ 10546642 w 12192001"/>
              <a:gd name="connsiteY43" fmla="*/ 1598423 h 2344739"/>
              <a:gd name="connsiteX44" fmla="*/ 10528495 w 12192001"/>
              <a:gd name="connsiteY44" fmla="*/ 1596907 h 2344739"/>
              <a:gd name="connsiteX45" fmla="*/ 10525298 w 12192001"/>
              <a:gd name="connsiteY45" fmla="*/ 1596411 h 2344739"/>
              <a:gd name="connsiteX46" fmla="*/ 10513981 w 12192001"/>
              <a:gd name="connsiteY46" fmla="*/ 1599537 h 2344739"/>
              <a:gd name="connsiteX47" fmla="*/ 10490587 w 12192001"/>
              <a:gd name="connsiteY47" fmla="*/ 1594156 h 2344739"/>
              <a:gd name="connsiteX48" fmla="*/ 10470270 w 12192001"/>
              <a:gd name="connsiteY48" fmla="*/ 1601693 h 2344739"/>
              <a:gd name="connsiteX49" fmla="*/ 10375894 w 12192001"/>
              <a:gd name="connsiteY49" fmla="*/ 1644598 h 2344739"/>
              <a:gd name="connsiteX50" fmla="*/ 10318190 w 12192001"/>
              <a:gd name="connsiteY50" fmla="*/ 1666221 h 2344739"/>
              <a:gd name="connsiteX51" fmla="*/ 10294319 w 12192001"/>
              <a:gd name="connsiteY51" fmla="*/ 1668079 h 2344739"/>
              <a:gd name="connsiteX52" fmla="*/ 10262295 w 12192001"/>
              <a:gd name="connsiteY52" fmla="*/ 1674948 h 2344739"/>
              <a:gd name="connsiteX53" fmla="*/ 10204270 w 12192001"/>
              <a:gd name="connsiteY53" fmla="*/ 1682149 h 2344739"/>
              <a:gd name="connsiteX54" fmla="*/ 10176611 w 12192001"/>
              <a:gd name="connsiteY54" fmla="*/ 1692943 h 2344739"/>
              <a:gd name="connsiteX55" fmla="*/ 10163922 w 12192001"/>
              <a:gd name="connsiteY55" fmla="*/ 1693739 h 2344739"/>
              <a:gd name="connsiteX56" fmla="*/ 10155160 w 12192001"/>
              <a:gd name="connsiteY56" fmla="*/ 1707487 h 2344739"/>
              <a:gd name="connsiteX57" fmla="*/ 10117119 w 12192001"/>
              <a:gd name="connsiteY57" fmla="*/ 1731142 h 2344739"/>
              <a:gd name="connsiteX58" fmla="*/ 10100445 w 12192001"/>
              <a:gd name="connsiteY58" fmla="*/ 1742432 h 2344739"/>
              <a:gd name="connsiteX59" fmla="*/ 10082169 w 12192001"/>
              <a:gd name="connsiteY59" fmla="*/ 1743296 h 2344739"/>
              <a:gd name="connsiteX60" fmla="*/ 10039240 w 12192001"/>
              <a:gd name="connsiteY60" fmla="*/ 1741632 h 2344739"/>
              <a:gd name="connsiteX61" fmla="*/ 9960019 w 12192001"/>
              <a:gd name="connsiteY61" fmla="*/ 1757147 h 2344739"/>
              <a:gd name="connsiteX62" fmla="*/ 9847792 w 12192001"/>
              <a:gd name="connsiteY62" fmla="*/ 1763915 h 2344739"/>
              <a:gd name="connsiteX63" fmla="*/ 9728309 w 12192001"/>
              <a:gd name="connsiteY63" fmla="*/ 1784122 h 2344739"/>
              <a:gd name="connsiteX64" fmla="*/ 9584507 w 12192001"/>
              <a:gd name="connsiteY64" fmla="*/ 1795542 h 2344739"/>
              <a:gd name="connsiteX65" fmla="*/ 9343052 w 12192001"/>
              <a:gd name="connsiteY65" fmla="*/ 1841244 h 2344739"/>
              <a:gd name="connsiteX66" fmla="*/ 9231370 w 12192001"/>
              <a:gd name="connsiteY66" fmla="*/ 1893149 h 2344739"/>
              <a:gd name="connsiteX67" fmla="*/ 9194810 w 12192001"/>
              <a:gd name="connsiteY67" fmla="*/ 1903228 h 2344739"/>
              <a:gd name="connsiteX68" fmla="*/ 9189246 w 12192001"/>
              <a:gd name="connsiteY68" fmla="*/ 1912467 h 2344739"/>
              <a:gd name="connsiteX69" fmla="*/ 9151232 w 12192001"/>
              <a:gd name="connsiteY69" fmla="*/ 1923669 h 2344739"/>
              <a:gd name="connsiteX70" fmla="*/ 9150210 w 12192001"/>
              <a:gd name="connsiteY70" fmla="*/ 1922604 h 2344739"/>
              <a:gd name="connsiteX71" fmla="*/ 9137318 w 12192001"/>
              <a:gd name="connsiteY71" fmla="*/ 1920435 h 2344739"/>
              <a:gd name="connsiteX72" fmla="*/ 9113812 w 12192001"/>
              <a:gd name="connsiteY72" fmla="*/ 1919069 h 2344739"/>
              <a:gd name="connsiteX73" fmla="*/ 9053453 w 12192001"/>
              <a:gd name="connsiteY73" fmla="*/ 1910755 h 2344739"/>
              <a:gd name="connsiteX74" fmla="*/ 9005486 w 12192001"/>
              <a:gd name="connsiteY74" fmla="*/ 1914040 h 2344739"/>
              <a:gd name="connsiteX75" fmla="*/ 9005201 w 12192001"/>
              <a:gd name="connsiteY75" fmla="*/ 1913800 h 2344739"/>
              <a:gd name="connsiteX76" fmla="*/ 8996232 w 12192001"/>
              <a:gd name="connsiteY76" fmla="*/ 1915011 h 2344739"/>
              <a:gd name="connsiteX77" fmla="*/ 8990394 w 12192001"/>
              <a:gd name="connsiteY77" fmla="*/ 1917072 h 2344739"/>
              <a:gd name="connsiteX78" fmla="*/ 8974337 w 12192001"/>
              <a:gd name="connsiteY78" fmla="*/ 1920298 h 2344739"/>
              <a:gd name="connsiteX79" fmla="*/ 8968011 w 12192001"/>
              <a:gd name="connsiteY79" fmla="*/ 1919598 h 2344739"/>
              <a:gd name="connsiteX80" fmla="*/ 8963048 w 12192001"/>
              <a:gd name="connsiteY80" fmla="*/ 1917373 h 2344739"/>
              <a:gd name="connsiteX81" fmla="*/ 8928988 w 12192001"/>
              <a:gd name="connsiteY81" fmla="*/ 1914185 h 2344739"/>
              <a:gd name="connsiteX82" fmla="*/ 8752444 w 12192001"/>
              <a:gd name="connsiteY82" fmla="*/ 1933417 h 2344739"/>
              <a:gd name="connsiteX83" fmla="*/ 8707847 w 12192001"/>
              <a:gd name="connsiteY83" fmla="*/ 1935518 h 2344739"/>
              <a:gd name="connsiteX84" fmla="*/ 8596071 w 12192001"/>
              <a:gd name="connsiteY84" fmla="*/ 1944090 h 2344739"/>
              <a:gd name="connsiteX85" fmla="*/ 8525230 w 12192001"/>
              <a:gd name="connsiteY85" fmla="*/ 1929248 h 2344739"/>
              <a:gd name="connsiteX86" fmla="*/ 8510983 w 12192001"/>
              <a:gd name="connsiteY86" fmla="*/ 1935163 h 2344739"/>
              <a:gd name="connsiteX87" fmla="*/ 8506167 w 12192001"/>
              <a:gd name="connsiteY87" fmla="*/ 1938164 h 2344739"/>
              <a:gd name="connsiteX88" fmla="*/ 8497968 w 12192001"/>
              <a:gd name="connsiteY88" fmla="*/ 1940902 h 2344739"/>
              <a:gd name="connsiteX89" fmla="*/ 8497594 w 12192001"/>
              <a:gd name="connsiteY89" fmla="*/ 1940723 h 2344739"/>
              <a:gd name="connsiteX90" fmla="*/ 8490249 w 12192001"/>
              <a:gd name="connsiteY90" fmla="*/ 1943773 h 2344739"/>
              <a:gd name="connsiteX91" fmla="*/ 8367182 w 12192001"/>
              <a:gd name="connsiteY91" fmla="*/ 1957815 h 2344739"/>
              <a:gd name="connsiteX92" fmla="*/ 8353799 w 12192001"/>
              <a:gd name="connsiteY92" fmla="*/ 1958009 h 2344739"/>
              <a:gd name="connsiteX93" fmla="*/ 8352373 w 12192001"/>
              <a:gd name="connsiteY93" fmla="*/ 1957169 h 2344739"/>
              <a:gd name="connsiteX94" fmla="*/ 8320104 w 12192001"/>
              <a:gd name="connsiteY94" fmla="*/ 1974587 h 2344739"/>
              <a:gd name="connsiteX95" fmla="*/ 8314433 w 12192001"/>
              <a:gd name="connsiteY95" fmla="*/ 1974913 h 2344739"/>
              <a:gd name="connsiteX96" fmla="*/ 8295174 w 12192001"/>
              <a:gd name="connsiteY96" fmla="*/ 1988808 h 2344739"/>
              <a:gd name="connsiteX97" fmla="*/ 8284276 w 12192001"/>
              <a:gd name="connsiteY97" fmla="*/ 1994631 h 2344739"/>
              <a:gd name="connsiteX98" fmla="*/ 8283150 w 12192001"/>
              <a:gd name="connsiteY98" fmla="*/ 1999074 h 2344739"/>
              <a:gd name="connsiteX99" fmla="*/ 8266076 w 12192001"/>
              <a:gd name="connsiteY99" fmla="*/ 2006249 h 2344739"/>
              <a:gd name="connsiteX100" fmla="*/ 8263377 w 12192001"/>
              <a:gd name="connsiteY100" fmla="*/ 2006019 h 2344739"/>
              <a:gd name="connsiteX101" fmla="*/ 8252033 w 12192001"/>
              <a:gd name="connsiteY101" fmla="*/ 2015862 h 2344739"/>
              <a:gd name="connsiteX102" fmla="*/ 8245834 w 12192001"/>
              <a:gd name="connsiteY102" fmla="*/ 2028854 h 2344739"/>
              <a:gd name="connsiteX103" fmla="*/ 8090272 w 12192001"/>
              <a:gd name="connsiteY103" fmla="*/ 2075015 h 2344739"/>
              <a:gd name="connsiteX104" fmla="*/ 7905407 w 12192001"/>
              <a:gd name="connsiteY104" fmla="*/ 2116988 h 2344739"/>
              <a:gd name="connsiteX105" fmla="*/ 7718745 w 12192001"/>
              <a:gd name="connsiteY105" fmla="*/ 2142703 h 2344739"/>
              <a:gd name="connsiteX106" fmla="*/ 7614347 w 12192001"/>
              <a:gd name="connsiteY106" fmla="*/ 2139232 h 2344739"/>
              <a:gd name="connsiteX107" fmla="*/ 7527543 w 12192001"/>
              <a:gd name="connsiteY107" fmla="*/ 2145060 h 2344739"/>
              <a:gd name="connsiteX108" fmla="*/ 7519571 w 12192001"/>
              <a:gd name="connsiteY108" fmla="*/ 2147613 h 2344739"/>
              <a:gd name="connsiteX109" fmla="*/ 7507411 w 12192001"/>
              <a:gd name="connsiteY109" fmla="*/ 2148948 h 2344739"/>
              <a:gd name="connsiteX110" fmla="*/ 7507040 w 12192001"/>
              <a:gd name="connsiteY110" fmla="*/ 2148621 h 2344739"/>
              <a:gd name="connsiteX111" fmla="*/ 7495795 w 12192001"/>
              <a:gd name="connsiteY111" fmla="*/ 2150573 h 2344739"/>
              <a:gd name="connsiteX112" fmla="*/ 7405391 w 12192001"/>
              <a:gd name="connsiteY112" fmla="*/ 2142468 h 2344739"/>
              <a:gd name="connsiteX113" fmla="*/ 7312180 w 12192001"/>
              <a:gd name="connsiteY113" fmla="*/ 2132873 h 2344739"/>
              <a:gd name="connsiteX114" fmla="*/ 7310853 w 12192001"/>
              <a:gd name="connsiteY114" fmla="*/ 2131431 h 2344739"/>
              <a:gd name="connsiteX115" fmla="*/ 7218559 w 12192001"/>
              <a:gd name="connsiteY115" fmla="*/ 2156680 h 2344739"/>
              <a:gd name="connsiteX116" fmla="*/ 7201101 w 12192001"/>
              <a:gd name="connsiteY116" fmla="*/ 2161230 h 2344739"/>
              <a:gd name="connsiteX117" fmla="*/ 7197004 w 12192001"/>
              <a:gd name="connsiteY117" fmla="*/ 2166588 h 2344739"/>
              <a:gd name="connsiteX118" fmla="*/ 7170808 w 12192001"/>
              <a:gd name="connsiteY118" fmla="*/ 2171236 h 2344739"/>
              <a:gd name="connsiteX119" fmla="*/ 7096988 w 12192001"/>
              <a:gd name="connsiteY119" fmla="*/ 2183464 h 2344739"/>
              <a:gd name="connsiteX120" fmla="*/ 7018496 w 12192001"/>
              <a:gd name="connsiteY120" fmla="*/ 2183090 h 2344739"/>
              <a:gd name="connsiteX121" fmla="*/ 6904146 w 12192001"/>
              <a:gd name="connsiteY121" fmla="*/ 2212596 h 2344739"/>
              <a:gd name="connsiteX122" fmla="*/ 6708222 w 12192001"/>
              <a:gd name="connsiteY122" fmla="*/ 2240551 h 2344739"/>
              <a:gd name="connsiteX123" fmla="*/ 6549454 w 12192001"/>
              <a:gd name="connsiteY123" fmla="*/ 2269327 h 2344739"/>
              <a:gd name="connsiteX124" fmla="*/ 6317560 w 12192001"/>
              <a:gd name="connsiteY124" fmla="*/ 2316127 h 2344739"/>
              <a:gd name="connsiteX125" fmla="*/ 6168674 w 12192001"/>
              <a:gd name="connsiteY125" fmla="*/ 2318214 h 2344739"/>
              <a:gd name="connsiteX126" fmla="*/ 6073848 w 12192001"/>
              <a:gd name="connsiteY126" fmla="*/ 2338676 h 2344739"/>
              <a:gd name="connsiteX127" fmla="*/ 6068529 w 12192001"/>
              <a:gd name="connsiteY127" fmla="*/ 2337139 h 2344739"/>
              <a:gd name="connsiteX128" fmla="*/ 6048638 w 12192001"/>
              <a:gd name="connsiteY128" fmla="*/ 2337822 h 2344739"/>
              <a:gd name="connsiteX129" fmla="*/ 6041285 w 12192001"/>
              <a:gd name="connsiteY129" fmla="*/ 2329473 h 2344739"/>
              <a:gd name="connsiteX130" fmla="*/ 6010090 w 12192001"/>
              <a:gd name="connsiteY130" fmla="*/ 2324380 h 2344739"/>
              <a:gd name="connsiteX131" fmla="*/ 5957375 w 12192001"/>
              <a:gd name="connsiteY131" fmla="*/ 2328024 h 2344739"/>
              <a:gd name="connsiteX132" fmla="*/ 5758919 w 12192001"/>
              <a:gd name="connsiteY132" fmla="*/ 2343716 h 2344739"/>
              <a:gd name="connsiteX133" fmla="*/ 5626960 w 12192001"/>
              <a:gd name="connsiteY133" fmla="*/ 2344739 h 2344739"/>
              <a:gd name="connsiteX134" fmla="*/ 5470906 w 12192001"/>
              <a:gd name="connsiteY134" fmla="*/ 2330719 h 2344739"/>
              <a:gd name="connsiteX135" fmla="*/ 5432761 w 12192001"/>
              <a:gd name="connsiteY135" fmla="*/ 2319466 h 2344739"/>
              <a:gd name="connsiteX136" fmla="*/ 5381669 w 12192001"/>
              <a:gd name="connsiteY136" fmla="*/ 2301764 h 2344739"/>
              <a:gd name="connsiteX137" fmla="*/ 5261764 w 12192001"/>
              <a:gd name="connsiteY137" fmla="*/ 2281347 h 2344739"/>
              <a:gd name="connsiteX138" fmla="*/ 5222961 w 12192001"/>
              <a:gd name="connsiteY138" fmla="*/ 2270223 h 2344739"/>
              <a:gd name="connsiteX139" fmla="*/ 5174660 w 12192001"/>
              <a:gd name="connsiteY139" fmla="*/ 2267233 h 2344739"/>
              <a:gd name="connsiteX140" fmla="*/ 5156554 w 12192001"/>
              <a:gd name="connsiteY140" fmla="*/ 2260010 h 2344739"/>
              <a:gd name="connsiteX141" fmla="*/ 5142599 w 12192001"/>
              <a:gd name="connsiteY141" fmla="*/ 2256610 h 2344739"/>
              <a:gd name="connsiteX142" fmla="*/ 5139596 w 12192001"/>
              <a:gd name="connsiteY142" fmla="*/ 2254509 h 2344739"/>
              <a:gd name="connsiteX143" fmla="*/ 5121659 w 12192001"/>
              <a:gd name="connsiteY143" fmla="*/ 2243656 h 2344739"/>
              <a:gd name="connsiteX144" fmla="*/ 5065790 w 12192001"/>
              <a:gd name="connsiteY144" fmla="*/ 2250227 h 2344739"/>
              <a:gd name="connsiteX145" fmla="*/ 5011514 w 12192001"/>
              <a:gd name="connsiteY145" fmla="*/ 2233846 h 2344739"/>
              <a:gd name="connsiteX146" fmla="*/ 4840441 w 12192001"/>
              <a:gd name="connsiteY146" fmla="*/ 2209829 h 2344739"/>
              <a:gd name="connsiteX147" fmla="*/ 4762447 w 12192001"/>
              <a:gd name="connsiteY147" fmla="*/ 2182061 h 2344739"/>
              <a:gd name="connsiteX148" fmla="*/ 4723186 w 12192001"/>
              <a:gd name="connsiteY148" fmla="*/ 2173047 h 2344739"/>
              <a:gd name="connsiteX149" fmla="*/ 4721176 w 12192001"/>
              <a:gd name="connsiteY149" fmla="*/ 2172298 h 2344739"/>
              <a:gd name="connsiteX150" fmla="*/ 4722111 w 12192001"/>
              <a:gd name="connsiteY150" fmla="*/ 2172087 h 2344739"/>
              <a:gd name="connsiteX151" fmla="*/ 4717202 w 12192001"/>
              <a:gd name="connsiteY151" fmla="*/ 2170817 h 2344739"/>
              <a:gd name="connsiteX152" fmla="*/ 4721176 w 12192001"/>
              <a:gd name="connsiteY152" fmla="*/ 2172298 h 2344739"/>
              <a:gd name="connsiteX153" fmla="*/ 4715526 w 12192001"/>
              <a:gd name="connsiteY153" fmla="*/ 2173573 h 2344739"/>
              <a:gd name="connsiteX154" fmla="*/ 4515814 w 12192001"/>
              <a:gd name="connsiteY154" fmla="*/ 2163671 h 2344739"/>
              <a:gd name="connsiteX155" fmla="*/ 4428543 w 12192001"/>
              <a:gd name="connsiteY155" fmla="*/ 2153020 h 2344739"/>
              <a:gd name="connsiteX156" fmla="*/ 4362875 w 12192001"/>
              <a:gd name="connsiteY156" fmla="*/ 2151674 h 2344739"/>
              <a:gd name="connsiteX157" fmla="*/ 4316966 w 12192001"/>
              <a:gd name="connsiteY157" fmla="*/ 2158289 h 2344739"/>
              <a:gd name="connsiteX158" fmla="*/ 4315110 w 12192001"/>
              <a:gd name="connsiteY158" fmla="*/ 2156948 h 2344739"/>
              <a:gd name="connsiteX159" fmla="*/ 4295144 w 12192001"/>
              <a:gd name="connsiteY159" fmla="*/ 2155069 h 2344739"/>
              <a:gd name="connsiteX160" fmla="*/ 4290064 w 12192001"/>
              <a:gd name="connsiteY160" fmla="*/ 2157986 h 2344739"/>
              <a:gd name="connsiteX161" fmla="*/ 4276142 w 12192001"/>
              <a:gd name="connsiteY161" fmla="*/ 2157740 h 2344739"/>
              <a:gd name="connsiteX162" fmla="*/ 4248117 w 12192001"/>
              <a:gd name="connsiteY162" fmla="*/ 2160064 h 2344739"/>
              <a:gd name="connsiteX163" fmla="*/ 4202051 w 12192001"/>
              <a:gd name="connsiteY163" fmla="*/ 2157269 h 2344739"/>
              <a:gd name="connsiteX164" fmla="*/ 4201745 w 12192001"/>
              <a:gd name="connsiteY164" fmla="*/ 2156010 h 2344739"/>
              <a:gd name="connsiteX165" fmla="*/ 4191248 w 12192001"/>
              <a:gd name="connsiteY165" fmla="*/ 2150376 h 2344739"/>
              <a:gd name="connsiteX166" fmla="*/ 4142745 w 12192001"/>
              <a:gd name="connsiteY166" fmla="*/ 2134511 h 2344739"/>
              <a:gd name="connsiteX167" fmla="*/ 4083097 w 12192001"/>
              <a:gd name="connsiteY167" fmla="*/ 2107978 h 2344739"/>
              <a:gd name="connsiteX168" fmla="*/ 4074546 w 12192001"/>
              <a:gd name="connsiteY168" fmla="*/ 2107143 h 2344739"/>
              <a:gd name="connsiteX169" fmla="*/ 4074427 w 12192001"/>
              <a:gd name="connsiteY169" fmla="*/ 2106844 h 2344739"/>
              <a:gd name="connsiteX170" fmla="*/ 4065510 w 12192001"/>
              <a:gd name="connsiteY170" fmla="*/ 2105400 h 2344739"/>
              <a:gd name="connsiteX171" fmla="*/ 4058954 w 12192001"/>
              <a:gd name="connsiteY171" fmla="*/ 2105618 h 2344739"/>
              <a:gd name="connsiteX172" fmla="*/ 4042364 w 12192001"/>
              <a:gd name="connsiteY172" fmla="*/ 2103997 h 2344739"/>
              <a:gd name="connsiteX173" fmla="*/ 4036997 w 12192001"/>
              <a:gd name="connsiteY173" fmla="*/ 2101563 h 2344739"/>
              <a:gd name="connsiteX174" fmla="*/ 4035363 w 12192001"/>
              <a:gd name="connsiteY174" fmla="*/ 2097896 h 2344739"/>
              <a:gd name="connsiteX175" fmla="*/ 4033778 w 12192001"/>
              <a:gd name="connsiteY175" fmla="*/ 2098131 h 2344739"/>
              <a:gd name="connsiteX176" fmla="*/ 4004538 w 12192001"/>
              <a:gd name="connsiteY176" fmla="*/ 2085563 h 2344739"/>
              <a:gd name="connsiteX177" fmla="*/ 3936846 w 12192001"/>
              <a:gd name="connsiteY177" fmla="*/ 2068106 h 2344739"/>
              <a:gd name="connsiteX178" fmla="*/ 3897275 w 12192001"/>
              <a:gd name="connsiteY178" fmla="*/ 2062451 h 2344739"/>
              <a:gd name="connsiteX179" fmla="*/ 3789760 w 12192001"/>
              <a:gd name="connsiteY179" fmla="*/ 2042213 h 2344739"/>
              <a:gd name="connsiteX180" fmla="*/ 3682513 w 12192001"/>
              <a:gd name="connsiteY180" fmla="*/ 2018290 h 2344739"/>
              <a:gd name="connsiteX181" fmla="*/ 3610035 w 12192001"/>
              <a:gd name="connsiteY181" fmla="*/ 1986019 h 2344739"/>
              <a:gd name="connsiteX182" fmla="*/ 3603855 w 12192001"/>
              <a:gd name="connsiteY182" fmla="*/ 1987381 h 2344739"/>
              <a:gd name="connsiteX183" fmla="*/ 3594736 w 12192001"/>
              <a:gd name="connsiteY183" fmla="*/ 1987545 h 2344739"/>
              <a:gd name="connsiteX184" fmla="*/ 3594501 w 12192001"/>
              <a:gd name="connsiteY184" fmla="*/ 1987276 h 2344739"/>
              <a:gd name="connsiteX185" fmla="*/ 3585978 w 12192001"/>
              <a:gd name="connsiteY185" fmla="*/ 1987966 h 2344739"/>
              <a:gd name="connsiteX186" fmla="*/ 3536135 w 12192001"/>
              <a:gd name="connsiteY186" fmla="*/ 1978267 h 2344739"/>
              <a:gd name="connsiteX187" fmla="*/ 3473223 w 12192001"/>
              <a:gd name="connsiteY187" fmla="*/ 1974606 h 2344739"/>
              <a:gd name="connsiteX188" fmla="*/ 3400728 w 12192001"/>
              <a:gd name="connsiteY188" fmla="*/ 1962558 h 2344739"/>
              <a:gd name="connsiteX189" fmla="*/ 3363888 w 12192001"/>
              <a:gd name="connsiteY189" fmla="*/ 1979510 h 2344739"/>
              <a:gd name="connsiteX190" fmla="*/ 3344026 w 12192001"/>
              <a:gd name="connsiteY190" fmla="*/ 1981192 h 2344739"/>
              <a:gd name="connsiteX191" fmla="*/ 3341698 w 12192001"/>
              <a:gd name="connsiteY191" fmla="*/ 1980217 h 2344739"/>
              <a:gd name="connsiteX192" fmla="*/ 3262356 w 12192001"/>
              <a:gd name="connsiteY192" fmla="*/ 1986094 h 2344739"/>
              <a:gd name="connsiteX193" fmla="*/ 3142556 w 12192001"/>
              <a:gd name="connsiteY193" fmla="*/ 1993869 h 2344739"/>
              <a:gd name="connsiteX194" fmla="*/ 3030291 w 12192001"/>
              <a:gd name="connsiteY194" fmla="*/ 1996512 h 2344739"/>
              <a:gd name="connsiteX195" fmla="*/ 2781569 w 12192001"/>
              <a:gd name="connsiteY195" fmla="*/ 2018333 h 2344739"/>
              <a:gd name="connsiteX196" fmla="*/ 2646527 w 12192001"/>
              <a:gd name="connsiteY196" fmla="*/ 2028869 h 2344739"/>
              <a:gd name="connsiteX197" fmla="*/ 2568028 w 12192001"/>
              <a:gd name="connsiteY197" fmla="*/ 2002628 h 2344739"/>
              <a:gd name="connsiteX198" fmla="*/ 2443255 w 12192001"/>
              <a:gd name="connsiteY198" fmla="*/ 2016529 h 2344739"/>
              <a:gd name="connsiteX199" fmla="*/ 2315112 w 12192001"/>
              <a:gd name="connsiteY199" fmla="*/ 2024996 h 2344739"/>
              <a:gd name="connsiteX200" fmla="*/ 2208578 w 12192001"/>
              <a:gd name="connsiteY200" fmla="*/ 2019763 h 2344739"/>
              <a:gd name="connsiteX201" fmla="*/ 2094665 w 12192001"/>
              <a:gd name="connsiteY201" fmla="*/ 2003052 h 2344739"/>
              <a:gd name="connsiteX202" fmla="*/ 1997356 w 12192001"/>
              <a:gd name="connsiteY202" fmla="*/ 1995032 h 2344739"/>
              <a:gd name="connsiteX203" fmla="*/ 1928172 w 12192001"/>
              <a:gd name="connsiteY203" fmla="*/ 2016977 h 2344739"/>
              <a:gd name="connsiteX204" fmla="*/ 1921650 w 12192001"/>
              <a:gd name="connsiteY204" fmla="*/ 2012146 h 2344739"/>
              <a:gd name="connsiteX205" fmla="*/ 1873080 w 12192001"/>
              <a:gd name="connsiteY205" fmla="*/ 2013741 h 2344739"/>
              <a:gd name="connsiteX206" fmla="*/ 1786655 w 12192001"/>
              <a:gd name="connsiteY206" fmla="*/ 2041363 h 2344739"/>
              <a:gd name="connsiteX207" fmla="*/ 1738204 w 12192001"/>
              <a:gd name="connsiteY207" fmla="*/ 2036312 h 2344739"/>
              <a:gd name="connsiteX208" fmla="*/ 1675071 w 12192001"/>
              <a:gd name="connsiteY208" fmla="*/ 2019963 h 2344739"/>
              <a:gd name="connsiteX209" fmla="*/ 1608669 w 12192001"/>
              <a:gd name="connsiteY209" fmla="*/ 2013066 h 2344739"/>
              <a:gd name="connsiteX210" fmla="*/ 1496110 w 12192001"/>
              <a:gd name="connsiteY210" fmla="*/ 1987476 h 2344739"/>
              <a:gd name="connsiteX211" fmla="*/ 1149979 w 12192001"/>
              <a:gd name="connsiteY211" fmla="*/ 1938041 h 2344739"/>
              <a:gd name="connsiteX212" fmla="*/ 858269 w 12192001"/>
              <a:gd name="connsiteY212" fmla="*/ 1928608 h 2344739"/>
              <a:gd name="connsiteX213" fmla="*/ 837540 w 12192001"/>
              <a:gd name="connsiteY213" fmla="*/ 1929821 h 2344739"/>
              <a:gd name="connsiteX214" fmla="*/ 816809 w 12192001"/>
              <a:gd name="connsiteY214" fmla="*/ 1927857 h 2344739"/>
              <a:gd name="connsiteX215" fmla="*/ 811506 w 12192001"/>
              <a:gd name="connsiteY215" fmla="*/ 1930751 h 2344739"/>
              <a:gd name="connsiteX216" fmla="*/ 797041 w 12192001"/>
              <a:gd name="connsiteY216" fmla="*/ 1930446 h 2344739"/>
              <a:gd name="connsiteX217" fmla="*/ 767901 w 12192001"/>
              <a:gd name="connsiteY217" fmla="*/ 1932653 h 2344739"/>
              <a:gd name="connsiteX218" fmla="*/ 763053 w 12192001"/>
              <a:gd name="connsiteY218" fmla="*/ 1930432 h 2344739"/>
              <a:gd name="connsiteX219" fmla="*/ 720047 w 12192001"/>
              <a:gd name="connsiteY219" fmla="*/ 1929661 h 2344739"/>
              <a:gd name="connsiteX220" fmla="*/ 719742 w 12192001"/>
              <a:gd name="connsiteY220" fmla="*/ 1928399 h 2344739"/>
              <a:gd name="connsiteX221" fmla="*/ 708875 w 12192001"/>
              <a:gd name="connsiteY221" fmla="*/ 1922722 h 2344739"/>
              <a:gd name="connsiteX222" fmla="*/ 596792 w 12192001"/>
              <a:gd name="connsiteY222" fmla="*/ 1879864 h 2344739"/>
              <a:gd name="connsiteX223" fmla="*/ 578535 w 12192001"/>
              <a:gd name="connsiteY223" fmla="*/ 1877212 h 2344739"/>
              <a:gd name="connsiteX224" fmla="*/ 571717 w 12192001"/>
              <a:gd name="connsiteY224" fmla="*/ 1877401 h 2344739"/>
              <a:gd name="connsiteX225" fmla="*/ 445099 w 12192001"/>
              <a:gd name="connsiteY225" fmla="*/ 1839371 h 2344739"/>
              <a:gd name="connsiteX226" fmla="*/ 404015 w 12192001"/>
              <a:gd name="connsiteY226" fmla="*/ 1833548 h 2344739"/>
              <a:gd name="connsiteX227" fmla="*/ 292435 w 12192001"/>
              <a:gd name="connsiteY227" fmla="*/ 1812852 h 2344739"/>
              <a:gd name="connsiteX228" fmla="*/ 118381 w 12192001"/>
              <a:gd name="connsiteY228" fmla="*/ 1761047 h 2344739"/>
              <a:gd name="connsiteX229" fmla="*/ 15526 w 12192001"/>
              <a:gd name="connsiteY229" fmla="*/ 1758191 h 2344739"/>
              <a:gd name="connsiteX230" fmla="*/ 2 w 12192001"/>
              <a:gd name="connsiteY230" fmla="*/ 1752722 h 2344739"/>
              <a:gd name="connsiteX231" fmla="*/ 1 w 12192001"/>
              <a:gd name="connsiteY231" fmla="*/ 762497 h 2344739"/>
              <a:gd name="connsiteX232" fmla="*/ 0 w 12192001"/>
              <a:gd name="connsiteY232" fmla="*/ 762497 h 2344739"/>
              <a:gd name="connsiteX233" fmla="*/ 0 w 12192001"/>
              <a:gd name="connsiteY233" fmla="*/ 222213 h 2344739"/>
              <a:gd name="connsiteX234" fmla="*/ 0 w 12192001"/>
              <a:gd name="connsiteY234"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12228 w 12192001"/>
              <a:gd name="connsiteY22" fmla="*/ 797659 h 2344739"/>
              <a:gd name="connsiteX23" fmla="*/ 11748619 w 12192001"/>
              <a:gd name="connsiteY23" fmla="*/ 872002 h 2344739"/>
              <a:gd name="connsiteX24" fmla="*/ 11589545 w 12192001"/>
              <a:gd name="connsiteY24" fmla="*/ 963777 h 2344739"/>
              <a:gd name="connsiteX25" fmla="*/ 11522499 w 12192001"/>
              <a:gd name="connsiteY25" fmla="*/ 999965 h 2344739"/>
              <a:gd name="connsiteX26" fmla="*/ 11245526 w 12192001"/>
              <a:gd name="connsiteY26" fmla="*/ 1274060 h 2344739"/>
              <a:gd name="connsiteX27" fmla="*/ 11227161 w 12192001"/>
              <a:gd name="connsiteY27" fmla="*/ 1276236 h 2344739"/>
              <a:gd name="connsiteX28" fmla="*/ 11216939 w 12192001"/>
              <a:gd name="connsiteY28" fmla="*/ 1275961 h 2344739"/>
              <a:gd name="connsiteX29" fmla="*/ 11216036 w 12192001"/>
              <a:gd name="connsiteY29" fmla="*/ 1275018 h 2344739"/>
              <a:gd name="connsiteX30" fmla="*/ 11187737 w 12192001"/>
              <a:gd name="connsiteY30" fmla="*/ 1292383 h 2344739"/>
              <a:gd name="connsiteX31" fmla="*/ 11183353 w 12192001"/>
              <a:gd name="connsiteY31" fmla="*/ 1292525 h 2344739"/>
              <a:gd name="connsiteX32" fmla="*/ 11165706 w 12192001"/>
              <a:gd name="connsiteY32" fmla="*/ 1306612 h 2344739"/>
              <a:gd name="connsiteX33" fmla="*/ 11156163 w 12192001"/>
              <a:gd name="connsiteY33" fmla="*/ 1312414 h 2344739"/>
              <a:gd name="connsiteX34" fmla="*/ 11154348 w 12192001"/>
              <a:gd name="connsiteY34" fmla="*/ 1317097 h 2344739"/>
              <a:gd name="connsiteX35" fmla="*/ 11139813 w 12192001"/>
              <a:gd name="connsiteY35" fmla="*/ 1324115 h 2344739"/>
              <a:gd name="connsiteX36" fmla="*/ 11137813 w 12192001"/>
              <a:gd name="connsiteY36" fmla="*/ 1323772 h 2344739"/>
              <a:gd name="connsiteX37" fmla="*/ 11127060 w 12192001"/>
              <a:gd name="connsiteY37" fmla="*/ 1333832 h 2344739"/>
              <a:gd name="connsiteX38" fmla="*/ 11119543 w 12192001"/>
              <a:gd name="connsiteY38" fmla="*/ 1347424 h 2344739"/>
              <a:gd name="connsiteX39" fmla="*/ 10893535 w 12192001"/>
              <a:gd name="connsiteY39" fmla="*/ 1473399 h 2344739"/>
              <a:gd name="connsiteX40" fmla="*/ 10772152 w 12192001"/>
              <a:gd name="connsiteY40" fmla="*/ 1523191 h 2344739"/>
              <a:gd name="connsiteX41" fmla="*/ 10626520 w 12192001"/>
              <a:gd name="connsiteY41" fmla="*/ 1559229 h 2344739"/>
              <a:gd name="connsiteX42" fmla="*/ 10580747 w 12192001"/>
              <a:gd name="connsiteY42" fmla="*/ 1568689 h 2344739"/>
              <a:gd name="connsiteX43" fmla="*/ 10546642 w 12192001"/>
              <a:gd name="connsiteY43" fmla="*/ 1598423 h 2344739"/>
              <a:gd name="connsiteX44" fmla="*/ 10528495 w 12192001"/>
              <a:gd name="connsiteY44" fmla="*/ 1596907 h 2344739"/>
              <a:gd name="connsiteX45" fmla="*/ 10525298 w 12192001"/>
              <a:gd name="connsiteY45" fmla="*/ 1596411 h 2344739"/>
              <a:gd name="connsiteX46" fmla="*/ 10513981 w 12192001"/>
              <a:gd name="connsiteY46" fmla="*/ 1599537 h 2344739"/>
              <a:gd name="connsiteX47" fmla="*/ 10490587 w 12192001"/>
              <a:gd name="connsiteY47" fmla="*/ 1594156 h 2344739"/>
              <a:gd name="connsiteX48" fmla="*/ 10470270 w 12192001"/>
              <a:gd name="connsiteY48" fmla="*/ 1601693 h 2344739"/>
              <a:gd name="connsiteX49" fmla="*/ 10375894 w 12192001"/>
              <a:gd name="connsiteY49" fmla="*/ 1644598 h 2344739"/>
              <a:gd name="connsiteX50" fmla="*/ 10318190 w 12192001"/>
              <a:gd name="connsiteY50" fmla="*/ 1666221 h 2344739"/>
              <a:gd name="connsiteX51" fmla="*/ 10294319 w 12192001"/>
              <a:gd name="connsiteY51" fmla="*/ 1668079 h 2344739"/>
              <a:gd name="connsiteX52" fmla="*/ 10262295 w 12192001"/>
              <a:gd name="connsiteY52" fmla="*/ 1674948 h 2344739"/>
              <a:gd name="connsiteX53" fmla="*/ 10204270 w 12192001"/>
              <a:gd name="connsiteY53" fmla="*/ 1682149 h 2344739"/>
              <a:gd name="connsiteX54" fmla="*/ 10176611 w 12192001"/>
              <a:gd name="connsiteY54" fmla="*/ 1692943 h 2344739"/>
              <a:gd name="connsiteX55" fmla="*/ 10163922 w 12192001"/>
              <a:gd name="connsiteY55" fmla="*/ 1693739 h 2344739"/>
              <a:gd name="connsiteX56" fmla="*/ 10155160 w 12192001"/>
              <a:gd name="connsiteY56" fmla="*/ 1707487 h 2344739"/>
              <a:gd name="connsiteX57" fmla="*/ 10117119 w 12192001"/>
              <a:gd name="connsiteY57" fmla="*/ 1731142 h 2344739"/>
              <a:gd name="connsiteX58" fmla="*/ 10100445 w 12192001"/>
              <a:gd name="connsiteY58" fmla="*/ 1742432 h 2344739"/>
              <a:gd name="connsiteX59" fmla="*/ 10082169 w 12192001"/>
              <a:gd name="connsiteY59" fmla="*/ 1743296 h 2344739"/>
              <a:gd name="connsiteX60" fmla="*/ 10039240 w 12192001"/>
              <a:gd name="connsiteY60" fmla="*/ 1741632 h 2344739"/>
              <a:gd name="connsiteX61" fmla="*/ 9960019 w 12192001"/>
              <a:gd name="connsiteY61" fmla="*/ 1757147 h 2344739"/>
              <a:gd name="connsiteX62" fmla="*/ 9847792 w 12192001"/>
              <a:gd name="connsiteY62" fmla="*/ 1763915 h 2344739"/>
              <a:gd name="connsiteX63" fmla="*/ 9728309 w 12192001"/>
              <a:gd name="connsiteY63" fmla="*/ 1784122 h 2344739"/>
              <a:gd name="connsiteX64" fmla="*/ 9584507 w 12192001"/>
              <a:gd name="connsiteY64" fmla="*/ 1795542 h 2344739"/>
              <a:gd name="connsiteX65" fmla="*/ 9343052 w 12192001"/>
              <a:gd name="connsiteY65" fmla="*/ 1841244 h 2344739"/>
              <a:gd name="connsiteX66" fmla="*/ 9231370 w 12192001"/>
              <a:gd name="connsiteY66" fmla="*/ 1893149 h 2344739"/>
              <a:gd name="connsiteX67" fmla="*/ 9194810 w 12192001"/>
              <a:gd name="connsiteY67" fmla="*/ 1903228 h 2344739"/>
              <a:gd name="connsiteX68" fmla="*/ 9189246 w 12192001"/>
              <a:gd name="connsiteY68" fmla="*/ 1912467 h 2344739"/>
              <a:gd name="connsiteX69" fmla="*/ 9151232 w 12192001"/>
              <a:gd name="connsiteY69" fmla="*/ 1923669 h 2344739"/>
              <a:gd name="connsiteX70" fmla="*/ 9150210 w 12192001"/>
              <a:gd name="connsiteY70" fmla="*/ 1922604 h 2344739"/>
              <a:gd name="connsiteX71" fmla="*/ 9137318 w 12192001"/>
              <a:gd name="connsiteY71" fmla="*/ 1920435 h 2344739"/>
              <a:gd name="connsiteX72" fmla="*/ 9113812 w 12192001"/>
              <a:gd name="connsiteY72" fmla="*/ 1919069 h 2344739"/>
              <a:gd name="connsiteX73" fmla="*/ 9053453 w 12192001"/>
              <a:gd name="connsiteY73" fmla="*/ 1910755 h 2344739"/>
              <a:gd name="connsiteX74" fmla="*/ 9005486 w 12192001"/>
              <a:gd name="connsiteY74" fmla="*/ 1914040 h 2344739"/>
              <a:gd name="connsiteX75" fmla="*/ 9005201 w 12192001"/>
              <a:gd name="connsiteY75" fmla="*/ 1913800 h 2344739"/>
              <a:gd name="connsiteX76" fmla="*/ 8996232 w 12192001"/>
              <a:gd name="connsiteY76" fmla="*/ 1915011 h 2344739"/>
              <a:gd name="connsiteX77" fmla="*/ 8990394 w 12192001"/>
              <a:gd name="connsiteY77" fmla="*/ 1917072 h 2344739"/>
              <a:gd name="connsiteX78" fmla="*/ 8974337 w 12192001"/>
              <a:gd name="connsiteY78" fmla="*/ 1920298 h 2344739"/>
              <a:gd name="connsiteX79" fmla="*/ 8968011 w 12192001"/>
              <a:gd name="connsiteY79" fmla="*/ 1919598 h 2344739"/>
              <a:gd name="connsiteX80" fmla="*/ 8963048 w 12192001"/>
              <a:gd name="connsiteY80" fmla="*/ 1917373 h 2344739"/>
              <a:gd name="connsiteX81" fmla="*/ 8928988 w 12192001"/>
              <a:gd name="connsiteY81" fmla="*/ 1914185 h 2344739"/>
              <a:gd name="connsiteX82" fmla="*/ 8752444 w 12192001"/>
              <a:gd name="connsiteY82" fmla="*/ 1933417 h 2344739"/>
              <a:gd name="connsiteX83" fmla="*/ 8707847 w 12192001"/>
              <a:gd name="connsiteY83" fmla="*/ 1935518 h 2344739"/>
              <a:gd name="connsiteX84" fmla="*/ 8596071 w 12192001"/>
              <a:gd name="connsiteY84" fmla="*/ 1944090 h 2344739"/>
              <a:gd name="connsiteX85" fmla="*/ 8525230 w 12192001"/>
              <a:gd name="connsiteY85" fmla="*/ 1929248 h 2344739"/>
              <a:gd name="connsiteX86" fmla="*/ 8510983 w 12192001"/>
              <a:gd name="connsiteY86" fmla="*/ 1935163 h 2344739"/>
              <a:gd name="connsiteX87" fmla="*/ 8506167 w 12192001"/>
              <a:gd name="connsiteY87" fmla="*/ 1938164 h 2344739"/>
              <a:gd name="connsiteX88" fmla="*/ 8497968 w 12192001"/>
              <a:gd name="connsiteY88" fmla="*/ 1940902 h 2344739"/>
              <a:gd name="connsiteX89" fmla="*/ 8497594 w 12192001"/>
              <a:gd name="connsiteY89" fmla="*/ 1940723 h 2344739"/>
              <a:gd name="connsiteX90" fmla="*/ 8490249 w 12192001"/>
              <a:gd name="connsiteY90" fmla="*/ 1943773 h 2344739"/>
              <a:gd name="connsiteX91" fmla="*/ 8367182 w 12192001"/>
              <a:gd name="connsiteY91" fmla="*/ 1957815 h 2344739"/>
              <a:gd name="connsiteX92" fmla="*/ 8353799 w 12192001"/>
              <a:gd name="connsiteY92" fmla="*/ 1958009 h 2344739"/>
              <a:gd name="connsiteX93" fmla="*/ 8352373 w 12192001"/>
              <a:gd name="connsiteY93" fmla="*/ 1957169 h 2344739"/>
              <a:gd name="connsiteX94" fmla="*/ 8320104 w 12192001"/>
              <a:gd name="connsiteY94" fmla="*/ 1974587 h 2344739"/>
              <a:gd name="connsiteX95" fmla="*/ 8314433 w 12192001"/>
              <a:gd name="connsiteY95" fmla="*/ 1974913 h 2344739"/>
              <a:gd name="connsiteX96" fmla="*/ 8295174 w 12192001"/>
              <a:gd name="connsiteY96" fmla="*/ 1988808 h 2344739"/>
              <a:gd name="connsiteX97" fmla="*/ 8284276 w 12192001"/>
              <a:gd name="connsiteY97" fmla="*/ 1994631 h 2344739"/>
              <a:gd name="connsiteX98" fmla="*/ 8283150 w 12192001"/>
              <a:gd name="connsiteY98" fmla="*/ 1999074 h 2344739"/>
              <a:gd name="connsiteX99" fmla="*/ 8266076 w 12192001"/>
              <a:gd name="connsiteY99" fmla="*/ 2006249 h 2344739"/>
              <a:gd name="connsiteX100" fmla="*/ 8263377 w 12192001"/>
              <a:gd name="connsiteY100" fmla="*/ 2006019 h 2344739"/>
              <a:gd name="connsiteX101" fmla="*/ 8252033 w 12192001"/>
              <a:gd name="connsiteY101" fmla="*/ 2015862 h 2344739"/>
              <a:gd name="connsiteX102" fmla="*/ 8245834 w 12192001"/>
              <a:gd name="connsiteY102" fmla="*/ 2028854 h 2344739"/>
              <a:gd name="connsiteX103" fmla="*/ 8090272 w 12192001"/>
              <a:gd name="connsiteY103" fmla="*/ 2075015 h 2344739"/>
              <a:gd name="connsiteX104" fmla="*/ 7905407 w 12192001"/>
              <a:gd name="connsiteY104" fmla="*/ 2116988 h 2344739"/>
              <a:gd name="connsiteX105" fmla="*/ 7718745 w 12192001"/>
              <a:gd name="connsiteY105" fmla="*/ 2142703 h 2344739"/>
              <a:gd name="connsiteX106" fmla="*/ 7614347 w 12192001"/>
              <a:gd name="connsiteY106" fmla="*/ 2139232 h 2344739"/>
              <a:gd name="connsiteX107" fmla="*/ 7527543 w 12192001"/>
              <a:gd name="connsiteY107" fmla="*/ 2145060 h 2344739"/>
              <a:gd name="connsiteX108" fmla="*/ 7519571 w 12192001"/>
              <a:gd name="connsiteY108" fmla="*/ 2147613 h 2344739"/>
              <a:gd name="connsiteX109" fmla="*/ 7507411 w 12192001"/>
              <a:gd name="connsiteY109" fmla="*/ 2148948 h 2344739"/>
              <a:gd name="connsiteX110" fmla="*/ 7507040 w 12192001"/>
              <a:gd name="connsiteY110" fmla="*/ 2148621 h 2344739"/>
              <a:gd name="connsiteX111" fmla="*/ 7495795 w 12192001"/>
              <a:gd name="connsiteY111" fmla="*/ 2150573 h 2344739"/>
              <a:gd name="connsiteX112" fmla="*/ 7405391 w 12192001"/>
              <a:gd name="connsiteY112" fmla="*/ 2142468 h 2344739"/>
              <a:gd name="connsiteX113" fmla="*/ 7312180 w 12192001"/>
              <a:gd name="connsiteY113" fmla="*/ 2132873 h 2344739"/>
              <a:gd name="connsiteX114" fmla="*/ 7310853 w 12192001"/>
              <a:gd name="connsiteY114" fmla="*/ 2131431 h 2344739"/>
              <a:gd name="connsiteX115" fmla="*/ 7218559 w 12192001"/>
              <a:gd name="connsiteY115" fmla="*/ 2156680 h 2344739"/>
              <a:gd name="connsiteX116" fmla="*/ 7201101 w 12192001"/>
              <a:gd name="connsiteY116" fmla="*/ 2161230 h 2344739"/>
              <a:gd name="connsiteX117" fmla="*/ 7197004 w 12192001"/>
              <a:gd name="connsiteY117" fmla="*/ 2166588 h 2344739"/>
              <a:gd name="connsiteX118" fmla="*/ 7170808 w 12192001"/>
              <a:gd name="connsiteY118" fmla="*/ 2171236 h 2344739"/>
              <a:gd name="connsiteX119" fmla="*/ 7096988 w 12192001"/>
              <a:gd name="connsiteY119" fmla="*/ 2183464 h 2344739"/>
              <a:gd name="connsiteX120" fmla="*/ 7018496 w 12192001"/>
              <a:gd name="connsiteY120" fmla="*/ 2183090 h 2344739"/>
              <a:gd name="connsiteX121" fmla="*/ 6904146 w 12192001"/>
              <a:gd name="connsiteY121" fmla="*/ 2212596 h 2344739"/>
              <a:gd name="connsiteX122" fmla="*/ 6708222 w 12192001"/>
              <a:gd name="connsiteY122" fmla="*/ 2240551 h 2344739"/>
              <a:gd name="connsiteX123" fmla="*/ 6549454 w 12192001"/>
              <a:gd name="connsiteY123" fmla="*/ 2269327 h 2344739"/>
              <a:gd name="connsiteX124" fmla="*/ 6317560 w 12192001"/>
              <a:gd name="connsiteY124" fmla="*/ 2316127 h 2344739"/>
              <a:gd name="connsiteX125" fmla="*/ 6168674 w 12192001"/>
              <a:gd name="connsiteY125" fmla="*/ 2318214 h 2344739"/>
              <a:gd name="connsiteX126" fmla="*/ 6073848 w 12192001"/>
              <a:gd name="connsiteY126" fmla="*/ 2338676 h 2344739"/>
              <a:gd name="connsiteX127" fmla="*/ 6068529 w 12192001"/>
              <a:gd name="connsiteY127" fmla="*/ 2337139 h 2344739"/>
              <a:gd name="connsiteX128" fmla="*/ 6048638 w 12192001"/>
              <a:gd name="connsiteY128" fmla="*/ 2337822 h 2344739"/>
              <a:gd name="connsiteX129" fmla="*/ 6041285 w 12192001"/>
              <a:gd name="connsiteY129" fmla="*/ 2329473 h 2344739"/>
              <a:gd name="connsiteX130" fmla="*/ 6010090 w 12192001"/>
              <a:gd name="connsiteY130" fmla="*/ 2324380 h 2344739"/>
              <a:gd name="connsiteX131" fmla="*/ 5957375 w 12192001"/>
              <a:gd name="connsiteY131" fmla="*/ 2328024 h 2344739"/>
              <a:gd name="connsiteX132" fmla="*/ 5758919 w 12192001"/>
              <a:gd name="connsiteY132" fmla="*/ 2343716 h 2344739"/>
              <a:gd name="connsiteX133" fmla="*/ 5626960 w 12192001"/>
              <a:gd name="connsiteY133" fmla="*/ 2344739 h 2344739"/>
              <a:gd name="connsiteX134" fmla="*/ 5470906 w 12192001"/>
              <a:gd name="connsiteY134" fmla="*/ 2330719 h 2344739"/>
              <a:gd name="connsiteX135" fmla="*/ 5432761 w 12192001"/>
              <a:gd name="connsiteY135" fmla="*/ 2319466 h 2344739"/>
              <a:gd name="connsiteX136" fmla="*/ 5381669 w 12192001"/>
              <a:gd name="connsiteY136" fmla="*/ 2301764 h 2344739"/>
              <a:gd name="connsiteX137" fmla="*/ 5261764 w 12192001"/>
              <a:gd name="connsiteY137" fmla="*/ 2281347 h 2344739"/>
              <a:gd name="connsiteX138" fmla="*/ 5222961 w 12192001"/>
              <a:gd name="connsiteY138" fmla="*/ 2270223 h 2344739"/>
              <a:gd name="connsiteX139" fmla="*/ 5174660 w 12192001"/>
              <a:gd name="connsiteY139" fmla="*/ 2267233 h 2344739"/>
              <a:gd name="connsiteX140" fmla="*/ 5156554 w 12192001"/>
              <a:gd name="connsiteY140" fmla="*/ 2260010 h 2344739"/>
              <a:gd name="connsiteX141" fmla="*/ 5142599 w 12192001"/>
              <a:gd name="connsiteY141" fmla="*/ 2256610 h 2344739"/>
              <a:gd name="connsiteX142" fmla="*/ 5139596 w 12192001"/>
              <a:gd name="connsiteY142" fmla="*/ 2254509 h 2344739"/>
              <a:gd name="connsiteX143" fmla="*/ 5121659 w 12192001"/>
              <a:gd name="connsiteY143" fmla="*/ 2243656 h 2344739"/>
              <a:gd name="connsiteX144" fmla="*/ 5065790 w 12192001"/>
              <a:gd name="connsiteY144" fmla="*/ 2250227 h 2344739"/>
              <a:gd name="connsiteX145" fmla="*/ 5011514 w 12192001"/>
              <a:gd name="connsiteY145" fmla="*/ 2233846 h 2344739"/>
              <a:gd name="connsiteX146" fmla="*/ 4840441 w 12192001"/>
              <a:gd name="connsiteY146" fmla="*/ 2209829 h 2344739"/>
              <a:gd name="connsiteX147" fmla="*/ 4762447 w 12192001"/>
              <a:gd name="connsiteY147" fmla="*/ 2182061 h 2344739"/>
              <a:gd name="connsiteX148" fmla="*/ 4723186 w 12192001"/>
              <a:gd name="connsiteY148" fmla="*/ 2173047 h 2344739"/>
              <a:gd name="connsiteX149" fmla="*/ 4721176 w 12192001"/>
              <a:gd name="connsiteY149" fmla="*/ 2172298 h 2344739"/>
              <a:gd name="connsiteX150" fmla="*/ 4722111 w 12192001"/>
              <a:gd name="connsiteY150" fmla="*/ 2172087 h 2344739"/>
              <a:gd name="connsiteX151" fmla="*/ 4717202 w 12192001"/>
              <a:gd name="connsiteY151" fmla="*/ 2170817 h 2344739"/>
              <a:gd name="connsiteX152" fmla="*/ 4721176 w 12192001"/>
              <a:gd name="connsiteY152" fmla="*/ 2172298 h 2344739"/>
              <a:gd name="connsiteX153" fmla="*/ 4715526 w 12192001"/>
              <a:gd name="connsiteY153" fmla="*/ 2173573 h 2344739"/>
              <a:gd name="connsiteX154" fmla="*/ 4515814 w 12192001"/>
              <a:gd name="connsiteY154" fmla="*/ 2163671 h 2344739"/>
              <a:gd name="connsiteX155" fmla="*/ 4428543 w 12192001"/>
              <a:gd name="connsiteY155" fmla="*/ 2153020 h 2344739"/>
              <a:gd name="connsiteX156" fmla="*/ 4362875 w 12192001"/>
              <a:gd name="connsiteY156" fmla="*/ 2151674 h 2344739"/>
              <a:gd name="connsiteX157" fmla="*/ 4316966 w 12192001"/>
              <a:gd name="connsiteY157" fmla="*/ 2158289 h 2344739"/>
              <a:gd name="connsiteX158" fmla="*/ 4315110 w 12192001"/>
              <a:gd name="connsiteY158" fmla="*/ 2156948 h 2344739"/>
              <a:gd name="connsiteX159" fmla="*/ 4295144 w 12192001"/>
              <a:gd name="connsiteY159" fmla="*/ 2155069 h 2344739"/>
              <a:gd name="connsiteX160" fmla="*/ 4290064 w 12192001"/>
              <a:gd name="connsiteY160" fmla="*/ 2157986 h 2344739"/>
              <a:gd name="connsiteX161" fmla="*/ 4276142 w 12192001"/>
              <a:gd name="connsiteY161" fmla="*/ 2157740 h 2344739"/>
              <a:gd name="connsiteX162" fmla="*/ 4248117 w 12192001"/>
              <a:gd name="connsiteY162" fmla="*/ 2160064 h 2344739"/>
              <a:gd name="connsiteX163" fmla="*/ 4202051 w 12192001"/>
              <a:gd name="connsiteY163" fmla="*/ 2157269 h 2344739"/>
              <a:gd name="connsiteX164" fmla="*/ 4201745 w 12192001"/>
              <a:gd name="connsiteY164" fmla="*/ 2156010 h 2344739"/>
              <a:gd name="connsiteX165" fmla="*/ 4191248 w 12192001"/>
              <a:gd name="connsiteY165" fmla="*/ 2150376 h 2344739"/>
              <a:gd name="connsiteX166" fmla="*/ 4142745 w 12192001"/>
              <a:gd name="connsiteY166" fmla="*/ 2134511 h 2344739"/>
              <a:gd name="connsiteX167" fmla="*/ 4083097 w 12192001"/>
              <a:gd name="connsiteY167" fmla="*/ 2107978 h 2344739"/>
              <a:gd name="connsiteX168" fmla="*/ 4074546 w 12192001"/>
              <a:gd name="connsiteY168" fmla="*/ 2107143 h 2344739"/>
              <a:gd name="connsiteX169" fmla="*/ 4074427 w 12192001"/>
              <a:gd name="connsiteY169" fmla="*/ 2106844 h 2344739"/>
              <a:gd name="connsiteX170" fmla="*/ 4065510 w 12192001"/>
              <a:gd name="connsiteY170" fmla="*/ 2105400 h 2344739"/>
              <a:gd name="connsiteX171" fmla="*/ 4058954 w 12192001"/>
              <a:gd name="connsiteY171" fmla="*/ 2105618 h 2344739"/>
              <a:gd name="connsiteX172" fmla="*/ 4042364 w 12192001"/>
              <a:gd name="connsiteY172" fmla="*/ 2103997 h 2344739"/>
              <a:gd name="connsiteX173" fmla="*/ 4036997 w 12192001"/>
              <a:gd name="connsiteY173" fmla="*/ 2101563 h 2344739"/>
              <a:gd name="connsiteX174" fmla="*/ 4035363 w 12192001"/>
              <a:gd name="connsiteY174" fmla="*/ 2097896 h 2344739"/>
              <a:gd name="connsiteX175" fmla="*/ 4033778 w 12192001"/>
              <a:gd name="connsiteY175" fmla="*/ 2098131 h 2344739"/>
              <a:gd name="connsiteX176" fmla="*/ 4004538 w 12192001"/>
              <a:gd name="connsiteY176" fmla="*/ 2085563 h 2344739"/>
              <a:gd name="connsiteX177" fmla="*/ 3936846 w 12192001"/>
              <a:gd name="connsiteY177" fmla="*/ 2068106 h 2344739"/>
              <a:gd name="connsiteX178" fmla="*/ 3897275 w 12192001"/>
              <a:gd name="connsiteY178" fmla="*/ 2062451 h 2344739"/>
              <a:gd name="connsiteX179" fmla="*/ 3789760 w 12192001"/>
              <a:gd name="connsiteY179" fmla="*/ 2042213 h 2344739"/>
              <a:gd name="connsiteX180" fmla="*/ 3682513 w 12192001"/>
              <a:gd name="connsiteY180" fmla="*/ 2018290 h 2344739"/>
              <a:gd name="connsiteX181" fmla="*/ 3610035 w 12192001"/>
              <a:gd name="connsiteY181" fmla="*/ 1986019 h 2344739"/>
              <a:gd name="connsiteX182" fmla="*/ 3603855 w 12192001"/>
              <a:gd name="connsiteY182" fmla="*/ 1987381 h 2344739"/>
              <a:gd name="connsiteX183" fmla="*/ 3594736 w 12192001"/>
              <a:gd name="connsiteY183" fmla="*/ 1987545 h 2344739"/>
              <a:gd name="connsiteX184" fmla="*/ 3594501 w 12192001"/>
              <a:gd name="connsiteY184" fmla="*/ 1987276 h 2344739"/>
              <a:gd name="connsiteX185" fmla="*/ 3585978 w 12192001"/>
              <a:gd name="connsiteY185" fmla="*/ 1987966 h 2344739"/>
              <a:gd name="connsiteX186" fmla="*/ 3536135 w 12192001"/>
              <a:gd name="connsiteY186" fmla="*/ 1978267 h 2344739"/>
              <a:gd name="connsiteX187" fmla="*/ 3473223 w 12192001"/>
              <a:gd name="connsiteY187" fmla="*/ 1974606 h 2344739"/>
              <a:gd name="connsiteX188" fmla="*/ 3400728 w 12192001"/>
              <a:gd name="connsiteY188" fmla="*/ 1962558 h 2344739"/>
              <a:gd name="connsiteX189" fmla="*/ 3363888 w 12192001"/>
              <a:gd name="connsiteY189" fmla="*/ 1979510 h 2344739"/>
              <a:gd name="connsiteX190" fmla="*/ 3344026 w 12192001"/>
              <a:gd name="connsiteY190" fmla="*/ 1981192 h 2344739"/>
              <a:gd name="connsiteX191" fmla="*/ 3341698 w 12192001"/>
              <a:gd name="connsiteY191" fmla="*/ 1980217 h 2344739"/>
              <a:gd name="connsiteX192" fmla="*/ 3262356 w 12192001"/>
              <a:gd name="connsiteY192" fmla="*/ 1986094 h 2344739"/>
              <a:gd name="connsiteX193" fmla="*/ 3142556 w 12192001"/>
              <a:gd name="connsiteY193" fmla="*/ 1993869 h 2344739"/>
              <a:gd name="connsiteX194" fmla="*/ 3030291 w 12192001"/>
              <a:gd name="connsiteY194" fmla="*/ 1996512 h 2344739"/>
              <a:gd name="connsiteX195" fmla="*/ 2781569 w 12192001"/>
              <a:gd name="connsiteY195" fmla="*/ 2018333 h 2344739"/>
              <a:gd name="connsiteX196" fmla="*/ 2646527 w 12192001"/>
              <a:gd name="connsiteY196" fmla="*/ 2028869 h 2344739"/>
              <a:gd name="connsiteX197" fmla="*/ 2568028 w 12192001"/>
              <a:gd name="connsiteY197" fmla="*/ 2002628 h 2344739"/>
              <a:gd name="connsiteX198" fmla="*/ 2443255 w 12192001"/>
              <a:gd name="connsiteY198" fmla="*/ 2016529 h 2344739"/>
              <a:gd name="connsiteX199" fmla="*/ 2315112 w 12192001"/>
              <a:gd name="connsiteY199" fmla="*/ 2024996 h 2344739"/>
              <a:gd name="connsiteX200" fmla="*/ 2208578 w 12192001"/>
              <a:gd name="connsiteY200" fmla="*/ 2019763 h 2344739"/>
              <a:gd name="connsiteX201" fmla="*/ 2094665 w 12192001"/>
              <a:gd name="connsiteY201" fmla="*/ 2003052 h 2344739"/>
              <a:gd name="connsiteX202" fmla="*/ 1997356 w 12192001"/>
              <a:gd name="connsiteY202" fmla="*/ 1995032 h 2344739"/>
              <a:gd name="connsiteX203" fmla="*/ 1928172 w 12192001"/>
              <a:gd name="connsiteY203" fmla="*/ 2016977 h 2344739"/>
              <a:gd name="connsiteX204" fmla="*/ 1921650 w 12192001"/>
              <a:gd name="connsiteY204" fmla="*/ 2012146 h 2344739"/>
              <a:gd name="connsiteX205" fmla="*/ 1873080 w 12192001"/>
              <a:gd name="connsiteY205" fmla="*/ 2013741 h 2344739"/>
              <a:gd name="connsiteX206" fmla="*/ 1786655 w 12192001"/>
              <a:gd name="connsiteY206" fmla="*/ 2041363 h 2344739"/>
              <a:gd name="connsiteX207" fmla="*/ 1738204 w 12192001"/>
              <a:gd name="connsiteY207" fmla="*/ 2036312 h 2344739"/>
              <a:gd name="connsiteX208" fmla="*/ 1675071 w 12192001"/>
              <a:gd name="connsiteY208" fmla="*/ 2019963 h 2344739"/>
              <a:gd name="connsiteX209" fmla="*/ 1608669 w 12192001"/>
              <a:gd name="connsiteY209" fmla="*/ 2013066 h 2344739"/>
              <a:gd name="connsiteX210" fmla="*/ 1496110 w 12192001"/>
              <a:gd name="connsiteY210" fmla="*/ 1987476 h 2344739"/>
              <a:gd name="connsiteX211" fmla="*/ 1149979 w 12192001"/>
              <a:gd name="connsiteY211" fmla="*/ 1938041 h 2344739"/>
              <a:gd name="connsiteX212" fmla="*/ 858269 w 12192001"/>
              <a:gd name="connsiteY212" fmla="*/ 1928608 h 2344739"/>
              <a:gd name="connsiteX213" fmla="*/ 837540 w 12192001"/>
              <a:gd name="connsiteY213" fmla="*/ 1929821 h 2344739"/>
              <a:gd name="connsiteX214" fmla="*/ 816809 w 12192001"/>
              <a:gd name="connsiteY214" fmla="*/ 1927857 h 2344739"/>
              <a:gd name="connsiteX215" fmla="*/ 811506 w 12192001"/>
              <a:gd name="connsiteY215" fmla="*/ 1930751 h 2344739"/>
              <a:gd name="connsiteX216" fmla="*/ 797041 w 12192001"/>
              <a:gd name="connsiteY216" fmla="*/ 1930446 h 2344739"/>
              <a:gd name="connsiteX217" fmla="*/ 767901 w 12192001"/>
              <a:gd name="connsiteY217" fmla="*/ 1932653 h 2344739"/>
              <a:gd name="connsiteX218" fmla="*/ 763053 w 12192001"/>
              <a:gd name="connsiteY218" fmla="*/ 1930432 h 2344739"/>
              <a:gd name="connsiteX219" fmla="*/ 720047 w 12192001"/>
              <a:gd name="connsiteY219" fmla="*/ 1929661 h 2344739"/>
              <a:gd name="connsiteX220" fmla="*/ 719742 w 12192001"/>
              <a:gd name="connsiteY220" fmla="*/ 1928399 h 2344739"/>
              <a:gd name="connsiteX221" fmla="*/ 708875 w 12192001"/>
              <a:gd name="connsiteY221" fmla="*/ 1922722 h 2344739"/>
              <a:gd name="connsiteX222" fmla="*/ 596792 w 12192001"/>
              <a:gd name="connsiteY222" fmla="*/ 1879864 h 2344739"/>
              <a:gd name="connsiteX223" fmla="*/ 578535 w 12192001"/>
              <a:gd name="connsiteY223" fmla="*/ 1877212 h 2344739"/>
              <a:gd name="connsiteX224" fmla="*/ 571717 w 12192001"/>
              <a:gd name="connsiteY224" fmla="*/ 1877401 h 2344739"/>
              <a:gd name="connsiteX225" fmla="*/ 445099 w 12192001"/>
              <a:gd name="connsiteY225" fmla="*/ 1839371 h 2344739"/>
              <a:gd name="connsiteX226" fmla="*/ 404015 w 12192001"/>
              <a:gd name="connsiteY226" fmla="*/ 1833548 h 2344739"/>
              <a:gd name="connsiteX227" fmla="*/ 292435 w 12192001"/>
              <a:gd name="connsiteY227" fmla="*/ 1812852 h 2344739"/>
              <a:gd name="connsiteX228" fmla="*/ 118381 w 12192001"/>
              <a:gd name="connsiteY228" fmla="*/ 1761047 h 2344739"/>
              <a:gd name="connsiteX229" fmla="*/ 15526 w 12192001"/>
              <a:gd name="connsiteY229" fmla="*/ 1758191 h 2344739"/>
              <a:gd name="connsiteX230" fmla="*/ 2 w 12192001"/>
              <a:gd name="connsiteY230" fmla="*/ 1752722 h 2344739"/>
              <a:gd name="connsiteX231" fmla="*/ 1 w 12192001"/>
              <a:gd name="connsiteY231" fmla="*/ 762497 h 2344739"/>
              <a:gd name="connsiteX232" fmla="*/ 0 w 12192001"/>
              <a:gd name="connsiteY232" fmla="*/ 762497 h 2344739"/>
              <a:gd name="connsiteX233" fmla="*/ 0 w 12192001"/>
              <a:gd name="connsiteY233" fmla="*/ 222213 h 2344739"/>
              <a:gd name="connsiteX234" fmla="*/ 0 w 12192001"/>
              <a:gd name="connsiteY234"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12228 w 12192001"/>
              <a:gd name="connsiteY22" fmla="*/ 797659 h 2344739"/>
              <a:gd name="connsiteX23" fmla="*/ 11748619 w 12192001"/>
              <a:gd name="connsiteY23" fmla="*/ 872002 h 2344739"/>
              <a:gd name="connsiteX24" fmla="*/ 11589545 w 12192001"/>
              <a:gd name="connsiteY24" fmla="*/ 963777 h 2344739"/>
              <a:gd name="connsiteX25" fmla="*/ 11522499 w 12192001"/>
              <a:gd name="connsiteY25" fmla="*/ 999965 h 2344739"/>
              <a:gd name="connsiteX26" fmla="*/ 11279184 w 12192001"/>
              <a:gd name="connsiteY26" fmla="*/ 1223571 h 2344739"/>
              <a:gd name="connsiteX27" fmla="*/ 11227161 w 12192001"/>
              <a:gd name="connsiteY27" fmla="*/ 1276236 h 2344739"/>
              <a:gd name="connsiteX28" fmla="*/ 11216939 w 12192001"/>
              <a:gd name="connsiteY28" fmla="*/ 1275961 h 2344739"/>
              <a:gd name="connsiteX29" fmla="*/ 11216036 w 12192001"/>
              <a:gd name="connsiteY29" fmla="*/ 1275018 h 2344739"/>
              <a:gd name="connsiteX30" fmla="*/ 11187737 w 12192001"/>
              <a:gd name="connsiteY30" fmla="*/ 1292383 h 2344739"/>
              <a:gd name="connsiteX31" fmla="*/ 11183353 w 12192001"/>
              <a:gd name="connsiteY31" fmla="*/ 1292525 h 2344739"/>
              <a:gd name="connsiteX32" fmla="*/ 11165706 w 12192001"/>
              <a:gd name="connsiteY32" fmla="*/ 1306612 h 2344739"/>
              <a:gd name="connsiteX33" fmla="*/ 11156163 w 12192001"/>
              <a:gd name="connsiteY33" fmla="*/ 1312414 h 2344739"/>
              <a:gd name="connsiteX34" fmla="*/ 11154348 w 12192001"/>
              <a:gd name="connsiteY34" fmla="*/ 1317097 h 2344739"/>
              <a:gd name="connsiteX35" fmla="*/ 11139813 w 12192001"/>
              <a:gd name="connsiteY35" fmla="*/ 1324115 h 2344739"/>
              <a:gd name="connsiteX36" fmla="*/ 11137813 w 12192001"/>
              <a:gd name="connsiteY36" fmla="*/ 1323772 h 2344739"/>
              <a:gd name="connsiteX37" fmla="*/ 11127060 w 12192001"/>
              <a:gd name="connsiteY37" fmla="*/ 1333832 h 2344739"/>
              <a:gd name="connsiteX38" fmla="*/ 11119543 w 12192001"/>
              <a:gd name="connsiteY38" fmla="*/ 1347424 h 2344739"/>
              <a:gd name="connsiteX39" fmla="*/ 10893535 w 12192001"/>
              <a:gd name="connsiteY39" fmla="*/ 1473399 h 2344739"/>
              <a:gd name="connsiteX40" fmla="*/ 10772152 w 12192001"/>
              <a:gd name="connsiteY40" fmla="*/ 1523191 h 2344739"/>
              <a:gd name="connsiteX41" fmla="*/ 10626520 w 12192001"/>
              <a:gd name="connsiteY41" fmla="*/ 1559229 h 2344739"/>
              <a:gd name="connsiteX42" fmla="*/ 10580747 w 12192001"/>
              <a:gd name="connsiteY42" fmla="*/ 1568689 h 2344739"/>
              <a:gd name="connsiteX43" fmla="*/ 10546642 w 12192001"/>
              <a:gd name="connsiteY43" fmla="*/ 1598423 h 2344739"/>
              <a:gd name="connsiteX44" fmla="*/ 10528495 w 12192001"/>
              <a:gd name="connsiteY44" fmla="*/ 1596907 h 2344739"/>
              <a:gd name="connsiteX45" fmla="*/ 10525298 w 12192001"/>
              <a:gd name="connsiteY45" fmla="*/ 1596411 h 2344739"/>
              <a:gd name="connsiteX46" fmla="*/ 10513981 w 12192001"/>
              <a:gd name="connsiteY46" fmla="*/ 1599537 h 2344739"/>
              <a:gd name="connsiteX47" fmla="*/ 10490587 w 12192001"/>
              <a:gd name="connsiteY47" fmla="*/ 1594156 h 2344739"/>
              <a:gd name="connsiteX48" fmla="*/ 10470270 w 12192001"/>
              <a:gd name="connsiteY48" fmla="*/ 1601693 h 2344739"/>
              <a:gd name="connsiteX49" fmla="*/ 10375894 w 12192001"/>
              <a:gd name="connsiteY49" fmla="*/ 1644598 h 2344739"/>
              <a:gd name="connsiteX50" fmla="*/ 10318190 w 12192001"/>
              <a:gd name="connsiteY50" fmla="*/ 1666221 h 2344739"/>
              <a:gd name="connsiteX51" fmla="*/ 10294319 w 12192001"/>
              <a:gd name="connsiteY51" fmla="*/ 1668079 h 2344739"/>
              <a:gd name="connsiteX52" fmla="*/ 10262295 w 12192001"/>
              <a:gd name="connsiteY52" fmla="*/ 1674948 h 2344739"/>
              <a:gd name="connsiteX53" fmla="*/ 10204270 w 12192001"/>
              <a:gd name="connsiteY53" fmla="*/ 1682149 h 2344739"/>
              <a:gd name="connsiteX54" fmla="*/ 10176611 w 12192001"/>
              <a:gd name="connsiteY54" fmla="*/ 1692943 h 2344739"/>
              <a:gd name="connsiteX55" fmla="*/ 10163922 w 12192001"/>
              <a:gd name="connsiteY55" fmla="*/ 1693739 h 2344739"/>
              <a:gd name="connsiteX56" fmla="*/ 10155160 w 12192001"/>
              <a:gd name="connsiteY56" fmla="*/ 1707487 h 2344739"/>
              <a:gd name="connsiteX57" fmla="*/ 10117119 w 12192001"/>
              <a:gd name="connsiteY57" fmla="*/ 1731142 h 2344739"/>
              <a:gd name="connsiteX58" fmla="*/ 10100445 w 12192001"/>
              <a:gd name="connsiteY58" fmla="*/ 1742432 h 2344739"/>
              <a:gd name="connsiteX59" fmla="*/ 10082169 w 12192001"/>
              <a:gd name="connsiteY59" fmla="*/ 1743296 h 2344739"/>
              <a:gd name="connsiteX60" fmla="*/ 10039240 w 12192001"/>
              <a:gd name="connsiteY60" fmla="*/ 1741632 h 2344739"/>
              <a:gd name="connsiteX61" fmla="*/ 9960019 w 12192001"/>
              <a:gd name="connsiteY61" fmla="*/ 1757147 h 2344739"/>
              <a:gd name="connsiteX62" fmla="*/ 9847792 w 12192001"/>
              <a:gd name="connsiteY62" fmla="*/ 1763915 h 2344739"/>
              <a:gd name="connsiteX63" fmla="*/ 9728309 w 12192001"/>
              <a:gd name="connsiteY63" fmla="*/ 1784122 h 2344739"/>
              <a:gd name="connsiteX64" fmla="*/ 9584507 w 12192001"/>
              <a:gd name="connsiteY64" fmla="*/ 1795542 h 2344739"/>
              <a:gd name="connsiteX65" fmla="*/ 9343052 w 12192001"/>
              <a:gd name="connsiteY65" fmla="*/ 1841244 h 2344739"/>
              <a:gd name="connsiteX66" fmla="*/ 9231370 w 12192001"/>
              <a:gd name="connsiteY66" fmla="*/ 1893149 h 2344739"/>
              <a:gd name="connsiteX67" fmla="*/ 9194810 w 12192001"/>
              <a:gd name="connsiteY67" fmla="*/ 1903228 h 2344739"/>
              <a:gd name="connsiteX68" fmla="*/ 9189246 w 12192001"/>
              <a:gd name="connsiteY68" fmla="*/ 1912467 h 2344739"/>
              <a:gd name="connsiteX69" fmla="*/ 9151232 w 12192001"/>
              <a:gd name="connsiteY69" fmla="*/ 1923669 h 2344739"/>
              <a:gd name="connsiteX70" fmla="*/ 9150210 w 12192001"/>
              <a:gd name="connsiteY70" fmla="*/ 1922604 h 2344739"/>
              <a:gd name="connsiteX71" fmla="*/ 9137318 w 12192001"/>
              <a:gd name="connsiteY71" fmla="*/ 1920435 h 2344739"/>
              <a:gd name="connsiteX72" fmla="*/ 9113812 w 12192001"/>
              <a:gd name="connsiteY72" fmla="*/ 1919069 h 2344739"/>
              <a:gd name="connsiteX73" fmla="*/ 9053453 w 12192001"/>
              <a:gd name="connsiteY73" fmla="*/ 1910755 h 2344739"/>
              <a:gd name="connsiteX74" fmla="*/ 9005486 w 12192001"/>
              <a:gd name="connsiteY74" fmla="*/ 1914040 h 2344739"/>
              <a:gd name="connsiteX75" fmla="*/ 9005201 w 12192001"/>
              <a:gd name="connsiteY75" fmla="*/ 1913800 h 2344739"/>
              <a:gd name="connsiteX76" fmla="*/ 8996232 w 12192001"/>
              <a:gd name="connsiteY76" fmla="*/ 1915011 h 2344739"/>
              <a:gd name="connsiteX77" fmla="*/ 8990394 w 12192001"/>
              <a:gd name="connsiteY77" fmla="*/ 1917072 h 2344739"/>
              <a:gd name="connsiteX78" fmla="*/ 8974337 w 12192001"/>
              <a:gd name="connsiteY78" fmla="*/ 1920298 h 2344739"/>
              <a:gd name="connsiteX79" fmla="*/ 8968011 w 12192001"/>
              <a:gd name="connsiteY79" fmla="*/ 1919598 h 2344739"/>
              <a:gd name="connsiteX80" fmla="*/ 8963048 w 12192001"/>
              <a:gd name="connsiteY80" fmla="*/ 1917373 h 2344739"/>
              <a:gd name="connsiteX81" fmla="*/ 8928988 w 12192001"/>
              <a:gd name="connsiteY81" fmla="*/ 1914185 h 2344739"/>
              <a:gd name="connsiteX82" fmla="*/ 8752444 w 12192001"/>
              <a:gd name="connsiteY82" fmla="*/ 1933417 h 2344739"/>
              <a:gd name="connsiteX83" fmla="*/ 8707847 w 12192001"/>
              <a:gd name="connsiteY83" fmla="*/ 1935518 h 2344739"/>
              <a:gd name="connsiteX84" fmla="*/ 8596071 w 12192001"/>
              <a:gd name="connsiteY84" fmla="*/ 1944090 h 2344739"/>
              <a:gd name="connsiteX85" fmla="*/ 8525230 w 12192001"/>
              <a:gd name="connsiteY85" fmla="*/ 1929248 h 2344739"/>
              <a:gd name="connsiteX86" fmla="*/ 8510983 w 12192001"/>
              <a:gd name="connsiteY86" fmla="*/ 1935163 h 2344739"/>
              <a:gd name="connsiteX87" fmla="*/ 8506167 w 12192001"/>
              <a:gd name="connsiteY87" fmla="*/ 1938164 h 2344739"/>
              <a:gd name="connsiteX88" fmla="*/ 8497968 w 12192001"/>
              <a:gd name="connsiteY88" fmla="*/ 1940902 h 2344739"/>
              <a:gd name="connsiteX89" fmla="*/ 8497594 w 12192001"/>
              <a:gd name="connsiteY89" fmla="*/ 1940723 h 2344739"/>
              <a:gd name="connsiteX90" fmla="*/ 8490249 w 12192001"/>
              <a:gd name="connsiteY90" fmla="*/ 1943773 h 2344739"/>
              <a:gd name="connsiteX91" fmla="*/ 8367182 w 12192001"/>
              <a:gd name="connsiteY91" fmla="*/ 1957815 h 2344739"/>
              <a:gd name="connsiteX92" fmla="*/ 8353799 w 12192001"/>
              <a:gd name="connsiteY92" fmla="*/ 1958009 h 2344739"/>
              <a:gd name="connsiteX93" fmla="*/ 8352373 w 12192001"/>
              <a:gd name="connsiteY93" fmla="*/ 1957169 h 2344739"/>
              <a:gd name="connsiteX94" fmla="*/ 8320104 w 12192001"/>
              <a:gd name="connsiteY94" fmla="*/ 1974587 h 2344739"/>
              <a:gd name="connsiteX95" fmla="*/ 8314433 w 12192001"/>
              <a:gd name="connsiteY95" fmla="*/ 1974913 h 2344739"/>
              <a:gd name="connsiteX96" fmla="*/ 8295174 w 12192001"/>
              <a:gd name="connsiteY96" fmla="*/ 1988808 h 2344739"/>
              <a:gd name="connsiteX97" fmla="*/ 8284276 w 12192001"/>
              <a:gd name="connsiteY97" fmla="*/ 1994631 h 2344739"/>
              <a:gd name="connsiteX98" fmla="*/ 8283150 w 12192001"/>
              <a:gd name="connsiteY98" fmla="*/ 1999074 h 2344739"/>
              <a:gd name="connsiteX99" fmla="*/ 8266076 w 12192001"/>
              <a:gd name="connsiteY99" fmla="*/ 2006249 h 2344739"/>
              <a:gd name="connsiteX100" fmla="*/ 8263377 w 12192001"/>
              <a:gd name="connsiteY100" fmla="*/ 2006019 h 2344739"/>
              <a:gd name="connsiteX101" fmla="*/ 8252033 w 12192001"/>
              <a:gd name="connsiteY101" fmla="*/ 2015862 h 2344739"/>
              <a:gd name="connsiteX102" fmla="*/ 8245834 w 12192001"/>
              <a:gd name="connsiteY102" fmla="*/ 2028854 h 2344739"/>
              <a:gd name="connsiteX103" fmla="*/ 8090272 w 12192001"/>
              <a:gd name="connsiteY103" fmla="*/ 2075015 h 2344739"/>
              <a:gd name="connsiteX104" fmla="*/ 7905407 w 12192001"/>
              <a:gd name="connsiteY104" fmla="*/ 2116988 h 2344739"/>
              <a:gd name="connsiteX105" fmla="*/ 7718745 w 12192001"/>
              <a:gd name="connsiteY105" fmla="*/ 2142703 h 2344739"/>
              <a:gd name="connsiteX106" fmla="*/ 7614347 w 12192001"/>
              <a:gd name="connsiteY106" fmla="*/ 2139232 h 2344739"/>
              <a:gd name="connsiteX107" fmla="*/ 7527543 w 12192001"/>
              <a:gd name="connsiteY107" fmla="*/ 2145060 h 2344739"/>
              <a:gd name="connsiteX108" fmla="*/ 7519571 w 12192001"/>
              <a:gd name="connsiteY108" fmla="*/ 2147613 h 2344739"/>
              <a:gd name="connsiteX109" fmla="*/ 7507411 w 12192001"/>
              <a:gd name="connsiteY109" fmla="*/ 2148948 h 2344739"/>
              <a:gd name="connsiteX110" fmla="*/ 7507040 w 12192001"/>
              <a:gd name="connsiteY110" fmla="*/ 2148621 h 2344739"/>
              <a:gd name="connsiteX111" fmla="*/ 7495795 w 12192001"/>
              <a:gd name="connsiteY111" fmla="*/ 2150573 h 2344739"/>
              <a:gd name="connsiteX112" fmla="*/ 7405391 w 12192001"/>
              <a:gd name="connsiteY112" fmla="*/ 2142468 h 2344739"/>
              <a:gd name="connsiteX113" fmla="*/ 7312180 w 12192001"/>
              <a:gd name="connsiteY113" fmla="*/ 2132873 h 2344739"/>
              <a:gd name="connsiteX114" fmla="*/ 7310853 w 12192001"/>
              <a:gd name="connsiteY114" fmla="*/ 2131431 h 2344739"/>
              <a:gd name="connsiteX115" fmla="*/ 7218559 w 12192001"/>
              <a:gd name="connsiteY115" fmla="*/ 2156680 h 2344739"/>
              <a:gd name="connsiteX116" fmla="*/ 7201101 w 12192001"/>
              <a:gd name="connsiteY116" fmla="*/ 2161230 h 2344739"/>
              <a:gd name="connsiteX117" fmla="*/ 7197004 w 12192001"/>
              <a:gd name="connsiteY117" fmla="*/ 2166588 h 2344739"/>
              <a:gd name="connsiteX118" fmla="*/ 7170808 w 12192001"/>
              <a:gd name="connsiteY118" fmla="*/ 2171236 h 2344739"/>
              <a:gd name="connsiteX119" fmla="*/ 7096988 w 12192001"/>
              <a:gd name="connsiteY119" fmla="*/ 2183464 h 2344739"/>
              <a:gd name="connsiteX120" fmla="*/ 7018496 w 12192001"/>
              <a:gd name="connsiteY120" fmla="*/ 2183090 h 2344739"/>
              <a:gd name="connsiteX121" fmla="*/ 6904146 w 12192001"/>
              <a:gd name="connsiteY121" fmla="*/ 2212596 h 2344739"/>
              <a:gd name="connsiteX122" fmla="*/ 6708222 w 12192001"/>
              <a:gd name="connsiteY122" fmla="*/ 2240551 h 2344739"/>
              <a:gd name="connsiteX123" fmla="*/ 6549454 w 12192001"/>
              <a:gd name="connsiteY123" fmla="*/ 2269327 h 2344739"/>
              <a:gd name="connsiteX124" fmla="*/ 6317560 w 12192001"/>
              <a:gd name="connsiteY124" fmla="*/ 2316127 h 2344739"/>
              <a:gd name="connsiteX125" fmla="*/ 6168674 w 12192001"/>
              <a:gd name="connsiteY125" fmla="*/ 2318214 h 2344739"/>
              <a:gd name="connsiteX126" fmla="*/ 6073848 w 12192001"/>
              <a:gd name="connsiteY126" fmla="*/ 2338676 h 2344739"/>
              <a:gd name="connsiteX127" fmla="*/ 6068529 w 12192001"/>
              <a:gd name="connsiteY127" fmla="*/ 2337139 h 2344739"/>
              <a:gd name="connsiteX128" fmla="*/ 6048638 w 12192001"/>
              <a:gd name="connsiteY128" fmla="*/ 2337822 h 2344739"/>
              <a:gd name="connsiteX129" fmla="*/ 6041285 w 12192001"/>
              <a:gd name="connsiteY129" fmla="*/ 2329473 h 2344739"/>
              <a:gd name="connsiteX130" fmla="*/ 6010090 w 12192001"/>
              <a:gd name="connsiteY130" fmla="*/ 2324380 h 2344739"/>
              <a:gd name="connsiteX131" fmla="*/ 5957375 w 12192001"/>
              <a:gd name="connsiteY131" fmla="*/ 2328024 h 2344739"/>
              <a:gd name="connsiteX132" fmla="*/ 5758919 w 12192001"/>
              <a:gd name="connsiteY132" fmla="*/ 2343716 h 2344739"/>
              <a:gd name="connsiteX133" fmla="*/ 5626960 w 12192001"/>
              <a:gd name="connsiteY133" fmla="*/ 2344739 h 2344739"/>
              <a:gd name="connsiteX134" fmla="*/ 5470906 w 12192001"/>
              <a:gd name="connsiteY134" fmla="*/ 2330719 h 2344739"/>
              <a:gd name="connsiteX135" fmla="*/ 5432761 w 12192001"/>
              <a:gd name="connsiteY135" fmla="*/ 2319466 h 2344739"/>
              <a:gd name="connsiteX136" fmla="*/ 5381669 w 12192001"/>
              <a:gd name="connsiteY136" fmla="*/ 2301764 h 2344739"/>
              <a:gd name="connsiteX137" fmla="*/ 5261764 w 12192001"/>
              <a:gd name="connsiteY137" fmla="*/ 2281347 h 2344739"/>
              <a:gd name="connsiteX138" fmla="*/ 5222961 w 12192001"/>
              <a:gd name="connsiteY138" fmla="*/ 2270223 h 2344739"/>
              <a:gd name="connsiteX139" fmla="*/ 5174660 w 12192001"/>
              <a:gd name="connsiteY139" fmla="*/ 2267233 h 2344739"/>
              <a:gd name="connsiteX140" fmla="*/ 5156554 w 12192001"/>
              <a:gd name="connsiteY140" fmla="*/ 2260010 h 2344739"/>
              <a:gd name="connsiteX141" fmla="*/ 5142599 w 12192001"/>
              <a:gd name="connsiteY141" fmla="*/ 2256610 h 2344739"/>
              <a:gd name="connsiteX142" fmla="*/ 5139596 w 12192001"/>
              <a:gd name="connsiteY142" fmla="*/ 2254509 h 2344739"/>
              <a:gd name="connsiteX143" fmla="*/ 5121659 w 12192001"/>
              <a:gd name="connsiteY143" fmla="*/ 2243656 h 2344739"/>
              <a:gd name="connsiteX144" fmla="*/ 5065790 w 12192001"/>
              <a:gd name="connsiteY144" fmla="*/ 2250227 h 2344739"/>
              <a:gd name="connsiteX145" fmla="*/ 5011514 w 12192001"/>
              <a:gd name="connsiteY145" fmla="*/ 2233846 h 2344739"/>
              <a:gd name="connsiteX146" fmla="*/ 4840441 w 12192001"/>
              <a:gd name="connsiteY146" fmla="*/ 2209829 h 2344739"/>
              <a:gd name="connsiteX147" fmla="*/ 4762447 w 12192001"/>
              <a:gd name="connsiteY147" fmla="*/ 2182061 h 2344739"/>
              <a:gd name="connsiteX148" fmla="*/ 4723186 w 12192001"/>
              <a:gd name="connsiteY148" fmla="*/ 2173047 h 2344739"/>
              <a:gd name="connsiteX149" fmla="*/ 4721176 w 12192001"/>
              <a:gd name="connsiteY149" fmla="*/ 2172298 h 2344739"/>
              <a:gd name="connsiteX150" fmla="*/ 4722111 w 12192001"/>
              <a:gd name="connsiteY150" fmla="*/ 2172087 h 2344739"/>
              <a:gd name="connsiteX151" fmla="*/ 4717202 w 12192001"/>
              <a:gd name="connsiteY151" fmla="*/ 2170817 h 2344739"/>
              <a:gd name="connsiteX152" fmla="*/ 4721176 w 12192001"/>
              <a:gd name="connsiteY152" fmla="*/ 2172298 h 2344739"/>
              <a:gd name="connsiteX153" fmla="*/ 4715526 w 12192001"/>
              <a:gd name="connsiteY153" fmla="*/ 2173573 h 2344739"/>
              <a:gd name="connsiteX154" fmla="*/ 4515814 w 12192001"/>
              <a:gd name="connsiteY154" fmla="*/ 2163671 h 2344739"/>
              <a:gd name="connsiteX155" fmla="*/ 4428543 w 12192001"/>
              <a:gd name="connsiteY155" fmla="*/ 2153020 h 2344739"/>
              <a:gd name="connsiteX156" fmla="*/ 4362875 w 12192001"/>
              <a:gd name="connsiteY156" fmla="*/ 2151674 h 2344739"/>
              <a:gd name="connsiteX157" fmla="*/ 4316966 w 12192001"/>
              <a:gd name="connsiteY157" fmla="*/ 2158289 h 2344739"/>
              <a:gd name="connsiteX158" fmla="*/ 4315110 w 12192001"/>
              <a:gd name="connsiteY158" fmla="*/ 2156948 h 2344739"/>
              <a:gd name="connsiteX159" fmla="*/ 4295144 w 12192001"/>
              <a:gd name="connsiteY159" fmla="*/ 2155069 h 2344739"/>
              <a:gd name="connsiteX160" fmla="*/ 4290064 w 12192001"/>
              <a:gd name="connsiteY160" fmla="*/ 2157986 h 2344739"/>
              <a:gd name="connsiteX161" fmla="*/ 4276142 w 12192001"/>
              <a:gd name="connsiteY161" fmla="*/ 2157740 h 2344739"/>
              <a:gd name="connsiteX162" fmla="*/ 4248117 w 12192001"/>
              <a:gd name="connsiteY162" fmla="*/ 2160064 h 2344739"/>
              <a:gd name="connsiteX163" fmla="*/ 4202051 w 12192001"/>
              <a:gd name="connsiteY163" fmla="*/ 2157269 h 2344739"/>
              <a:gd name="connsiteX164" fmla="*/ 4201745 w 12192001"/>
              <a:gd name="connsiteY164" fmla="*/ 2156010 h 2344739"/>
              <a:gd name="connsiteX165" fmla="*/ 4191248 w 12192001"/>
              <a:gd name="connsiteY165" fmla="*/ 2150376 h 2344739"/>
              <a:gd name="connsiteX166" fmla="*/ 4142745 w 12192001"/>
              <a:gd name="connsiteY166" fmla="*/ 2134511 h 2344739"/>
              <a:gd name="connsiteX167" fmla="*/ 4083097 w 12192001"/>
              <a:gd name="connsiteY167" fmla="*/ 2107978 h 2344739"/>
              <a:gd name="connsiteX168" fmla="*/ 4074546 w 12192001"/>
              <a:gd name="connsiteY168" fmla="*/ 2107143 h 2344739"/>
              <a:gd name="connsiteX169" fmla="*/ 4074427 w 12192001"/>
              <a:gd name="connsiteY169" fmla="*/ 2106844 h 2344739"/>
              <a:gd name="connsiteX170" fmla="*/ 4065510 w 12192001"/>
              <a:gd name="connsiteY170" fmla="*/ 2105400 h 2344739"/>
              <a:gd name="connsiteX171" fmla="*/ 4058954 w 12192001"/>
              <a:gd name="connsiteY171" fmla="*/ 2105618 h 2344739"/>
              <a:gd name="connsiteX172" fmla="*/ 4042364 w 12192001"/>
              <a:gd name="connsiteY172" fmla="*/ 2103997 h 2344739"/>
              <a:gd name="connsiteX173" fmla="*/ 4036997 w 12192001"/>
              <a:gd name="connsiteY173" fmla="*/ 2101563 h 2344739"/>
              <a:gd name="connsiteX174" fmla="*/ 4035363 w 12192001"/>
              <a:gd name="connsiteY174" fmla="*/ 2097896 h 2344739"/>
              <a:gd name="connsiteX175" fmla="*/ 4033778 w 12192001"/>
              <a:gd name="connsiteY175" fmla="*/ 2098131 h 2344739"/>
              <a:gd name="connsiteX176" fmla="*/ 4004538 w 12192001"/>
              <a:gd name="connsiteY176" fmla="*/ 2085563 h 2344739"/>
              <a:gd name="connsiteX177" fmla="*/ 3936846 w 12192001"/>
              <a:gd name="connsiteY177" fmla="*/ 2068106 h 2344739"/>
              <a:gd name="connsiteX178" fmla="*/ 3897275 w 12192001"/>
              <a:gd name="connsiteY178" fmla="*/ 2062451 h 2344739"/>
              <a:gd name="connsiteX179" fmla="*/ 3789760 w 12192001"/>
              <a:gd name="connsiteY179" fmla="*/ 2042213 h 2344739"/>
              <a:gd name="connsiteX180" fmla="*/ 3682513 w 12192001"/>
              <a:gd name="connsiteY180" fmla="*/ 2018290 h 2344739"/>
              <a:gd name="connsiteX181" fmla="*/ 3610035 w 12192001"/>
              <a:gd name="connsiteY181" fmla="*/ 1986019 h 2344739"/>
              <a:gd name="connsiteX182" fmla="*/ 3603855 w 12192001"/>
              <a:gd name="connsiteY182" fmla="*/ 1987381 h 2344739"/>
              <a:gd name="connsiteX183" fmla="*/ 3594736 w 12192001"/>
              <a:gd name="connsiteY183" fmla="*/ 1987545 h 2344739"/>
              <a:gd name="connsiteX184" fmla="*/ 3594501 w 12192001"/>
              <a:gd name="connsiteY184" fmla="*/ 1987276 h 2344739"/>
              <a:gd name="connsiteX185" fmla="*/ 3585978 w 12192001"/>
              <a:gd name="connsiteY185" fmla="*/ 1987966 h 2344739"/>
              <a:gd name="connsiteX186" fmla="*/ 3536135 w 12192001"/>
              <a:gd name="connsiteY186" fmla="*/ 1978267 h 2344739"/>
              <a:gd name="connsiteX187" fmla="*/ 3473223 w 12192001"/>
              <a:gd name="connsiteY187" fmla="*/ 1974606 h 2344739"/>
              <a:gd name="connsiteX188" fmla="*/ 3400728 w 12192001"/>
              <a:gd name="connsiteY188" fmla="*/ 1962558 h 2344739"/>
              <a:gd name="connsiteX189" fmla="*/ 3363888 w 12192001"/>
              <a:gd name="connsiteY189" fmla="*/ 1979510 h 2344739"/>
              <a:gd name="connsiteX190" fmla="*/ 3344026 w 12192001"/>
              <a:gd name="connsiteY190" fmla="*/ 1981192 h 2344739"/>
              <a:gd name="connsiteX191" fmla="*/ 3341698 w 12192001"/>
              <a:gd name="connsiteY191" fmla="*/ 1980217 h 2344739"/>
              <a:gd name="connsiteX192" fmla="*/ 3262356 w 12192001"/>
              <a:gd name="connsiteY192" fmla="*/ 1986094 h 2344739"/>
              <a:gd name="connsiteX193" fmla="*/ 3142556 w 12192001"/>
              <a:gd name="connsiteY193" fmla="*/ 1993869 h 2344739"/>
              <a:gd name="connsiteX194" fmla="*/ 3030291 w 12192001"/>
              <a:gd name="connsiteY194" fmla="*/ 1996512 h 2344739"/>
              <a:gd name="connsiteX195" fmla="*/ 2781569 w 12192001"/>
              <a:gd name="connsiteY195" fmla="*/ 2018333 h 2344739"/>
              <a:gd name="connsiteX196" fmla="*/ 2646527 w 12192001"/>
              <a:gd name="connsiteY196" fmla="*/ 2028869 h 2344739"/>
              <a:gd name="connsiteX197" fmla="*/ 2568028 w 12192001"/>
              <a:gd name="connsiteY197" fmla="*/ 2002628 h 2344739"/>
              <a:gd name="connsiteX198" fmla="*/ 2443255 w 12192001"/>
              <a:gd name="connsiteY198" fmla="*/ 2016529 h 2344739"/>
              <a:gd name="connsiteX199" fmla="*/ 2315112 w 12192001"/>
              <a:gd name="connsiteY199" fmla="*/ 2024996 h 2344739"/>
              <a:gd name="connsiteX200" fmla="*/ 2208578 w 12192001"/>
              <a:gd name="connsiteY200" fmla="*/ 2019763 h 2344739"/>
              <a:gd name="connsiteX201" fmla="*/ 2094665 w 12192001"/>
              <a:gd name="connsiteY201" fmla="*/ 2003052 h 2344739"/>
              <a:gd name="connsiteX202" fmla="*/ 1997356 w 12192001"/>
              <a:gd name="connsiteY202" fmla="*/ 1995032 h 2344739"/>
              <a:gd name="connsiteX203" fmla="*/ 1928172 w 12192001"/>
              <a:gd name="connsiteY203" fmla="*/ 2016977 h 2344739"/>
              <a:gd name="connsiteX204" fmla="*/ 1921650 w 12192001"/>
              <a:gd name="connsiteY204" fmla="*/ 2012146 h 2344739"/>
              <a:gd name="connsiteX205" fmla="*/ 1873080 w 12192001"/>
              <a:gd name="connsiteY205" fmla="*/ 2013741 h 2344739"/>
              <a:gd name="connsiteX206" fmla="*/ 1786655 w 12192001"/>
              <a:gd name="connsiteY206" fmla="*/ 2041363 h 2344739"/>
              <a:gd name="connsiteX207" fmla="*/ 1738204 w 12192001"/>
              <a:gd name="connsiteY207" fmla="*/ 2036312 h 2344739"/>
              <a:gd name="connsiteX208" fmla="*/ 1675071 w 12192001"/>
              <a:gd name="connsiteY208" fmla="*/ 2019963 h 2344739"/>
              <a:gd name="connsiteX209" fmla="*/ 1608669 w 12192001"/>
              <a:gd name="connsiteY209" fmla="*/ 2013066 h 2344739"/>
              <a:gd name="connsiteX210" fmla="*/ 1496110 w 12192001"/>
              <a:gd name="connsiteY210" fmla="*/ 1987476 h 2344739"/>
              <a:gd name="connsiteX211" fmla="*/ 1149979 w 12192001"/>
              <a:gd name="connsiteY211" fmla="*/ 1938041 h 2344739"/>
              <a:gd name="connsiteX212" fmla="*/ 858269 w 12192001"/>
              <a:gd name="connsiteY212" fmla="*/ 1928608 h 2344739"/>
              <a:gd name="connsiteX213" fmla="*/ 837540 w 12192001"/>
              <a:gd name="connsiteY213" fmla="*/ 1929821 h 2344739"/>
              <a:gd name="connsiteX214" fmla="*/ 816809 w 12192001"/>
              <a:gd name="connsiteY214" fmla="*/ 1927857 h 2344739"/>
              <a:gd name="connsiteX215" fmla="*/ 811506 w 12192001"/>
              <a:gd name="connsiteY215" fmla="*/ 1930751 h 2344739"/>
              <a:gd name="connsiteX216" fmla="*/ 797041 w 12192001"/>
              <a:gd name="connsiteY216" fmla="*/ 1930446 h 2344739"/>
              <a:gd name="connsiteX217" fmla="*/ 767901 w 12192001"/>
              <a:gd name="connsiteY217" fmla="*/ 1932653 h 2344739"/>
              <a:gd name="connsiteX218" fmla="*/ 763053 w 12192001"/>
              <a:gd name="connsiteY218" fmla="*/ 1930432 h 2344739"/>
              <a:gd name="connsiteX219" fmla="*/ 720047 w 12192001"/>
              <a:gd name="connsiteY219" fmla="*/ 1929661 h 2344739"/>
              <a:gd name="connsiteX220" fmla="*/ 719742 w 12192001"/>
              <a:gd name="connsiteY220" fmla="*/ 1928399 h 2344739"/>
              <a:gd name="connsiteX221" fmla="*/ 708875 w 12192001"/>
              <a:gd name="connsiteY221" fmla="*/ 1922722 h 2344739"/>
              <a:gd name="connsiteX222" fmla="*/ 596792 w 12192001"/>
              <a:gd name="connsiteY222" fmla="*/ 1879864 h 2344739"/>
              <a:gd name="connsiteX223" fmla="*/ 578535 w 12192001"/>
              <a:gd name="connsiteY223" fmla="*/ 1877212 h 2344739"/>
              <a:gd name="connsiteX224" fmla="*/ 571717 w 12192001"/>
              <a:gd name="connsiteY224" fmla="*/ 1877401 h 2344739"/>
              <a:gd name="connsiteX225" fmla="*/ 445099 w 12192001"/>
              <a:gd name="connsiteY225" fmla="*/ 1839371 h 2344739"/>
              <a:gd name="connsiteX226" fmla="*/ 404015 w 12192001"/>
              <a:gd name="connsiteY226" fmla="*/ 1833548 h 2344739"/>
              <a:gd name="connsiteX227" fmla="*/ 292435 w 12192001"/>
              <a:gd name="connsiteY227" fmla="*/ 1812852 h 2344739"/>
              <a:gd name="connsiteX228" fmla="*/ 118381 w 12192001"/>
              <a:gd name="connsiteY228" fmla="*/ 1761047 h 2344739"/>
              <a:gd name="connsiteX229" fmla="*/ 15526 w 12192001"/>
              <a:gd name="connsiteY229" fmla="*/ 1758191 h 2344739"/>
              <a:gd name="connsiteX230" fmla="*/ 2 w 12192001"/>
              <a:gd name="connsiteY230" fmla="*/ 1752722 h 2344739"/>
              <a:gd name="connsiteX231" fmla="*/ 1 w 12192001"/>
              <a:gd name="connsiteY231" fmla="*/ 762497 h 2344739"/>
              <a:gd name="connsiteX232" fmla="*/ 0 w 12192001"/>
              <a:gd name="connsiteY232" fmla="*/ 762497 h 2344739"/>
              <a:gd name="connsiteX233" fmla="*/ 0 w 12192001"/>
              <a:gd name="connsiteY233" fmla="*/ 222213 h 2344739"/>
              <a:gd name="connsiteX234" fmla="*/ 0 w 12192001"/>
              <a:gd name="connsiteY234"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12228 w 12192001"/>
              <a:gd name="connsiteY22" fmla="*/ 797659 h 2344739"/>
              <a:gd name="connsiteX23" fmla="*/ 11748619 w 12192001"/>
              <a:gd name="connsiteY23" fmla="*/ 872002 h 2344739"/>
              <a:gd name="connsiteX24" fmla="*/ 11589545 w 12192001"/>
              <a:gd name="connsiteY24" fmla="*/ 963777 h 2344739"/>
              <a:gd name="connsiteX25" fmla="*/ 11522499 w 12192001"/>
              <a:gd name="connsiteY25" fmla="*/ 999965 h 2344739"/>
              <a:gd name="connsiteX26" fmla="*/ 11279184 w 12192001"/>
              <a:gd name="connsiteY26" fmla="*/ 1223571 h 2344739"/>
              <a:gd name="connsiteX27" fmla="*/ 11227161 w 12192001"/>
              <a:gd name="connsiteY27" fmla="*/ 1276236 h 2344739"/>
              <a:gd name="connsiteX28" fmla="*/ 11216939 w 12192001"/>
              <a:gd name="connsiteY28" fmla="*/ 1275961 h 2344739"/>
              <a:gd name="connsiteX29" fmla="*/ 11216036 w 12192001"/>
              <a:gd name="connsiteY29" fmla="*/ 1275018 h 2344739"/>
              <a:gd name="connsiteX30" fmla="*/ 11187737 w 12192001"/>
              <a:gd name="connsiteY30" fmla="*/ 1292383 h 2344739"/>
              <a:gd name="connsiteX31" fmla="*/ 11183353 w 12192001"/>
              <a:gd name="connsiteY31" fmla="*/ 1292525 h 2344739"/>
              <a:gd name="connsiteX32" fmla="*/ 11165706 w 12192001"/>
              <a:gd name="connsiteY32" fmla="*/ 1306612 h 2344739"/>
              <a:gd name="connsiteX33" fmla="*/ 11156163 w 12192001"/>
              <a:gd name="connsiteY33" fmla="*/ 1312414 h 2344739"/>
              <a:gd name="connsiteX34" fmla="*/ 11154348 w 12192001"/>
              <a:gd name="connsiteY34" fmla="*/ 1317097 h 2344739"/>
              <a:gd name="connsiteX35" fmla="*/ 11139813 w 12192001"/>
              <a:gd name="connsiteY35" fmla="*/ 1324115 h 2344739"/>
              <a:gd name="connsiteX36" fmla="*/ 11137813 w 12192001"/>
              <a:gd name="connsiteY36" fmla="*/ 1323772 h 2344739"/>
              <a:gd name="connsiteX37" fmla="*/ 11127060 w 12192001"/>
              <a:gd name="connsiteY37" fmla="*/ 1333832 h 2344739"/>
              <a:gd name="connsiteX38" fmla="*/ 11119543 w 12192001"/>
              <a:gd name="connsiteY38" fmla="*/ 1347424 h 2344739"/>
              <a:gd name="connsiteX39" fmla="*/ 10893535 w 12192001"/>
              <a:gd name="connsiteY39" fmla="*/ 1473399 h 2344739"/>
              <a:gd name="connsiteX40" fmla="*/ 10772152 w 12192001"/>
              <a:gd name="connsiteY40" fmla="*/ 1523191 h 2344739"/>
              <a:gd name="connsiteX41" fmla="*/ 10626520 w 12192001"/>
              <a:gd name="connsiteY41" fmla="*/ 1559229 h 2344739"/>
              <a:gd name="connsiteX42" fmla="*/ 10580747 w 12192001"/>
              <a:gd name="connsiteY42" fmla="*/ 1568689 h 2344739"/>
              <a:gd name="connsiteX43" fmla="*/ 10546642 w 12192001"/>
              <a:gd name="connsiteY43" fmla="*/ 1598423 h 2344739"/>
              <a:gd name="connsiteX44" fmla="*/ 10528495 w 12192001"/>
              <a:gd name="connsiteY44" fmla="*/ 1596907 h 2344739"/>
              <a:gd name="connsiteX45" fmla="*/ 10525298 w 12192001"/>
              <a:gd name="connsiteY45" fmla="*/ 1596411 h 2344739"/>
              <a:gd name="connsiteX46" fmla="*/ 10513981 w 12192001"/>
              <a:gd name="connsiteY46" fmla="*/ 1599537 h 2344739"/>
              <a:gd name="connsiteX47" fmla="*/ 10490587 w 12192001"/>
              <a:gd name="connsiteY47" fmla="*/ 1594156 h 2344739"/>
              <a:gd name="connsiteX48" fmla="*/ 10470270 w 12192001"/>
              <a:gd name="connsiteY48" fmla="*/ 1601693 h 2344739"/>
              <a:gd name="connsiteX49" fmla="*/ 10375894 w 12192001"/>
              <a:gd name="connsiteY49" fmla="*/ 1644598 h 2344739"/>
              <a:gd name="connsiteX50" fmla="*/ 10318190 w 12192001"/>
              <a:gd name="connsiteY50" fmla="*/ 1666221 h 2344739"/>
              <a:gd name="connsiteX51" fmla="*/ 10294319 w 12192001"/>
              <a:gd name="connsiteY51" fmla="*/ 1668079 h 2344739"/>
              <a:gd name="connsiteX52" fmla="*/ 10262295 w 12192001"/>
              <a:gd name="connsiteY52" fmla="*/ 1674948 h 2344739"/>
              <a:gd name="connsiteX53" fmla="*/ 10204270 w 12192001"/>
              <a:gd name="connsiteY53" fmla="*/ 1682149 h 2344739"/>
              <a:gd name="connsiteX54" fmla="*/ 10176611 w 12192001"/>
              <a:gd name="connsiteY54" fmla="*/ 1692943 h 2344739"/>
              <a:gd name="connsiteX55" fmla="*/ 10163922 w 12192001"/>
              <a:gd name="connsiteY55" fmla="*/ 1693739 h 2344739"/>
              <a:gd name="connsiteX56" fmla="*/ 10155160 w 12192001"/>
              <a:gd name="connsiteY56" fmla="*/ 1707487 h 2344739"/>
              <a:gd name="connsiteX57" fmla="*/ 10117119 w 12192001"/>
              <a:gd name="connsiteY57" fmla="*/ 1731142 h 2344739"/>
              <a:gd name="connsiteX58" fmla="*/ 10100445 w 12192001"/>
              <a:gd name="connsiteY58" fmla="*/ 1742432 h 2344739"/>
              <a:gd name="connsiteX59" fmla="*/ 10082169 w 12192001"/>
              <a:gd name="connsiteY59" fmla="*/ 1743296 h 2344739"/>
              <a:gd name="connsiteX60" fmla="*/ 10039240 w 12192001"/>
              <a:gd name="connsiteY60" fmla="*/ 1741632 h 2344739"/>
              <a:gd name="connsiteX61" fmla="*/ 9960019 w 12192001"/>
              <a:gd name="connsiteY61" fmla="*/ 1757147 h 2344739"/>
              <a:gd name="connsiteX62" fmla="*/ 9847792 w 12192001"/>
              <a:gd name="connsiteY62" fmla="*/ 1763915 h 2344739"/>
              <a:gd name="connsiteX63" fmla="*/ 9728309 w 12192001"/>
              <a:gd name="connsiteY63" fmla="*/ 1784122 h 2344739"/>
              <a:gd name="connsiteX64" fmla="*/ 9584507 w 12192001"/>
              <a:gd name="connsiteY64" fmla="*/ 1795542 h 2344739"/>
              <a:gd name="connsiteX65" fmla="*/ 9343052 w 12192001"/>
              <a:gd name="connsiteY65" fmla="*/ 1841244 h 2344739"/>
              <a:gd name="connsiteX66" fmla="*/ 9231370 w 12192001"/>
              <a:gd name="connsiteY66" fmla="*/ 1893149 h 2344739"/>
              <a:gd name="connsiteX67" fmla="*/ 9194810 w 12192001"/>
              <a:gd name="connsiteY67" fmla="*/ 1903228 h 2344739"/>
              <a:gd name="connsiteX68" fmla="*/ 9189246 w 12192001"/>
              <a:gd name="connsiteY68" fmla="*/ 1912467 h 2344739"/>
              <a:gd name="connsiteX69" fmla="*/ 9151232 w 12192001"/>
              <a:gd name="connsiteY69" fmla="*/ 1923669 h 2344739"/>
              <a:gd name="connsiteX70" fmla="*/ 9137318 w 12192001"/>
              <a:gd name="connsiteY70" fmla="*/ 1920435 h 2344739"/>
              <a:gd name="connsiteX71" fmla="*/ 9113812 w 12192001"/>
              <a:gd name="connsiteY71" fmla="*/ 1919069 h 2344739"/>
              <a:gd name="connsiteX72" fmla="*/ 9053453 w 12192001"/>
              <a:gd name="connsiteY72" fmla="*/ 1910755 h 2344739"/>
              <a:gd name="connsiteX73" fmla="*/ 9005486 w 12192001"/>
              <a:gd name="connsiteY73" fmla="*/ 1914040 h 2344739"/>
              <a:gd name="connsiteX74" fmla="*/ 9005201 w 12192001"/>
              <a:gd name="connsiteY74" fmla="*/ 1913800 h 2344739"/>
              <a:gd name="connsiteX75" fmla="*/ 8996232 w 12192001"/>
              <a:gd name="connsiteY75" fmla="*/ 1915011 h 2344739"/>
              <a:gd name="connsiteX76" fmla="*/ 8990394 w 12192001"/>
              <a:gd name="connsiteY76" fmla="*/ 1917072 h 2344739"/>
              <a:gd name="connsiteX77" fmla="*/ 8974337 w 12192001"/>
              <a:gd name="connsiteY77" fmla="*/ 1920298 h 2344739"/>
              <a:gd name="connsiteX78" fmla="*/ 8968011 w 12192001"/>
              <a:gd name="connsiteY78" fmla="*/ 1919598 h 2344739"/>
              <a:gd name="connsiteX79" fmla="*/ 8963048 w 12192001"/>
              <a:gd name="connsiteY79" fmla="*/ 1917373 h 2344739"/>
              <a:gd name="connsiteX80" fmla="*/ 8928988 w 12192001"/>
              <a:gd name="connsiteY80" fmla="*/ 1914185 h 2344739"/>
              <a:gd name="connsiteX81" fmla="*/ 8752444 w 12192001"/>
              <a:gd name="connsiteY81" fmla="*/ 1933417 h 2344739"/>
              <a:gd name="connsiteX82" fmla="*/ 8707847 w 12192001"/>
              <a:gd name="connsiteY82" fmla="*/ 1935518 h 2344739"/>
              <a:gd name="connsiteX83" fmla="*/ 8596071 w 12192001"/>
              <a:gd name="connsiteY83" fmla="*/ 1944090 h 2344739"/>
              <a:gd name="connsiteX84" fmla="*/ 8525230 w 12192001"/>
              <a:gd name="connsiteY84" fmla="*/ 1929248 h 2344739"/>
              <a:gd name="connsiteX85" fmla="*/ 8510983 w 12192001"/>
              <a:gd name="connsiteY85" fmla="*/ 1935163 h 2344739"/>
              <a:gd name="connsiteX86" fmla="*/ 8506167 w 12192001"/>
              <a:gd name="connsiteY86" fmla="*/ 1938164 h 2344739"/>
              <a:gd name="connsiteX87" fmla="*/ 8497968 w 12192001"/>
              <a:gd name="connsiteY87" fmla="*/ 1940902 h 2344739"/>
              <a:gd name="connsiteX88" fmla="*/ 8497594 w 12192001"/>
              <a:gd name="connsiteY88" fmla="*/ 1940723 h 2344739"/>
              <a:gd name="connsiteX89" fmla="*/ 8490249 w 12192001"/>
              <a:gd name="connsiteY89" fmla="*/ 1943773 h 2344739"/>
              <a:gd name="connsiteX90" fmla="*/ 8367182 w 12192001"/>
              <a:gd name="connsiteY90" fmla="*/ 1957815 h 2344739"/>
              <a:gd name="connsiteX91" fmla="*/ 8353799 w 12192001"/>
              <a:gd name="connsiteY91" fmla="*/ 1958009 h 2344739"/>
              <a:gd name="connsiteX92" fmla="*/ 8352373 w 12192001"/>
              <a:gd name="connsiteY92" fmla="*/ 1957169 h 2344739"/>
              <a:gd name="connsiteX93" fmla="*/ 8320104 w 12192001"/>
              <a:gd name="connsiteY93" fmla="*/ 1974587 h 2344739"/>
              <a:gd name="connsiteX94" fmla="*/ 8314433 w 12192001"/>
              <a:gd name="connsiteY94" fmla="*/ 1974913 h 2344739"/>
              <a:gd name="connsiteX95" fmla="*/ 8295174 w 12192001"/>
              <a:gd name="connsiteY95" fmla="*/ 1988808 h 2344739"/>
              <a:gd name="connsiteX96" fmla="*/ 8284276 w 12192001"/>
              <a:gd name="connsiteY96" fmla="*/ 1994631 h 2344739"/>
              <a:gd name="connsiteX97" fmla="*/ 8283150 w 12192001"/>
              <a:gd name="connsiteY97" fmla="*/ 1999074 h 2344739"/>
              <a:gd name="connsiteX98" fmla="*/ 8266076 w 12192001"/>
              <a:gd name="connsiteY98" fmla="*/ 2006249 h 2344739"/>
              <a:gd name="connsiteX99" fmla="*/ 8263377 w 12192001"/>
              <a:gd name="connsiteY99" fmla="*/ 2006019 h 2344739"/>
              <a:gd name="connsiteX100" fmla="*/ 8252033 w 12192001"/>
              <a:gd name="connsiteY100" fmla="*/ 2015862 h 2344739"/>
              <a:gd name="connsiteX101" fmla="*/ 8245834 w 12192001"/>
              <a:gd name="connsiteY101" fmla="*/ 2028854 h 2344739"/>
              <a:gd name="connsiteX102" fmla="*/ 8090272 w 12192001"/>
              <a:gd name="connsiteY102" fmla="*/ 2075015 h 2344739"/>
              <a:gd name="connsiteX103" fmla="*/ 7905407 w 12192001"/>
              <a:gd name="connsiteY103" fmla="*/ 2116988 h 2344739"/>
              <a:gd name="connsiteX104" fmla="*/ 7718745 w 12192001"/>
              <a:gd name="connsiteY104" fmla="*/ 2142703 h 2344739"/>
              <a:gd name="connsiteX105" fmla="*/ 7614347 w 12192001"/>
              <a:gd name="connsiteY105" fmla="*/ 2139232 h 2344739"/>
              <a:gd name="connsiteX106" fmla="*/ 7527543 w 12192001"/>
              <a:gd name="connsiteY106" fmla="*/ 2145060 h 2344739"/>
              <a:gd name="connsiteX107" fmla="*/ 7519571 w 12192001"/>
              <a:gd name="connsiteY107" fmla="*/ 2147613 h 2344739"/>
              <a:gd name="connsiteX108" fmla="*/ 7507411 w 12192001"/>
              <a:gd name="connsiteY108" fmla="*/ 2148948 h 2344739"/>
              <a:gd name="connsiteX109" fmla="*/ 7507040 w 12192001"/>
              <a:gd name="connsiteY109" fmla="*/ 2148621 h 2344739"/>
              <a:gd name="connsiteX110" fmla="*/ 7495795 w 12192001"/>
              <a:gd name="connsiteY110" fmla="*/ 2150573 h 2344739"/>
              <a:gd name="connsiteX111" fmla="*/ 7405391 w 12192001"/>
              <a:gd name="connsiteY111" fmla="*/ 2142468 h 2344739"/>
              <a:gd name="connsiteX112" fmla="*/ 7312180 w 12192001"/>
              <a:gd name="connsiteY112" fmla="*/ 2132873 h 2344739"/>
              <a:gd name="connsiteX113" fmla="*/ 7310853 w 12192001"/>
              <a:gd name="connsiteY113" fmla="*/ 2131431 h 2344739"/>
              <a:gd name="connsiteX114" fmla="*/ 7218559 w 12192001"/>
              <a:gd name="connsiteY114" fmla="*/ 2156680 h 2344739"/>
              <a:gd name="connsiteX115" fmla="*/ 7201101 w 12192001"/>
              <a:gd name="connsiteY115" fmla="*/ 2161230 h 2344739"/>
              <a:gd name="connsiteX116" fmla="*/ 7197004 w 12192001"/>
              <a:gd name="connsiteY116" fmla="*/ 2166588 h 2344739"/>
              <a:gd name="connsiteX117" fmla="*/ 7170808 w 12192001"/>
              <a:gd name="connsiteY117" fmla="*/ 2171236 h 2344739"/>
              <a:gd name="connsiteX118" fmla="*/ 7096988 w 12192001"/>
              <a:gd name="connsiteY118" fmla="*/ 2183464 h 2344739"/>
              <a:gd name="connsiteX119" fmla="*/ 7018496 w 12192001"/>
              <a:gd name="connsiteY119" fmla="*/ 2183090 h 2344739"/>
              <a:gd name="connsiteX120" fmla="*/ 6904146 w 12192001"/>
              <a:gd name="connsiteY120" fmla="*/ 2212596 h 2344739"/>
              <a:gd name="connsiteX121" fmla="*/ 6708222 w 12192001"/>
              <a:gd name="connsiteY121" fmla="*/ 2240551 h 2344739"/>
              <a:gd name="connsiteX122" fmla="*/ 6549454 w 12192001"/>
              <a:gd name="connsiteY122" fmla="*/ 2269327 h 2344739"/>
              <a:gd name="connsiteX123" fmla="*/ 6317560 w 12192001"/>
              <a:gd name="connsiteY123" fmla="*/ 2316127 h 2344739"/>
              <a:gd name="connsiteX124" fmla="*/ 6168674 w 12192001"/>
              <a:gd name="connsiteY124" fmla="*/ 2318214 h 2344739"/>
              <a:gd name="connsiteX125" fmla="*/ 6073848 w 12192001"/>
              <a:gd name="connsiteY125" fmla="*/ 2338676 h 2344739"/>
              <a:gd name="connsiteX126" fmla="*/ 6068529 w 12192001"/>
              <a:gd name="connsiteY126" fmla="*/ 2337139 h 2344739"/>
              <a:gd name="connsiteX127" fmla="*/ 6048638 w 12192001"/>
              <a:gd name="connsiteY127" fmla="*/ 2337822 h 2344739"/>
              <a:gd name="connsiteX128" fmla="*/ 6041285 w 12192001"/>
              <a:gd name="connsiteY128" fmla="*/ 2329473 h 2344739"/>
              <a:gd name="connsiteX129" fmla="*/ 6010090 w 12192001"/>
              <a:gd name="connsiteY129" fmla="*/ 2324380 h 2344739"/>
              <a:gd name="connsiteX130" fmla="*/ 5957375 w 12192001"/>
              <a:gd name="connsiteY130" fmla="*/ 2328024 h 2344739"/>
              <a:gd name="connsiteX131" fmla="*/ 5758919 w 12192001"/>
              <a:gd name="connsiteY131" fmla="*/ 2343716 h 2344739"/>
              <a:gd name="connsiteX132" fmla="*/ 5626960 w 12192001"/>
              <a:gd name="connsiteY132" fmla="*/ 2344739 h 2344739"/>
              <a:gd name="connsiteX133" fmla="*/ 5470906 w 12192001"/>
              <a:gd name="connsiteY133" fmla="*/ 2330719 h 2344739"/>
              <a:gd name="connsiteX134" fmla="*/ 5432761 w 12192001"/>
              <a:gd name="connsiteY134" fmla="*/ 2319466 h 2344739"/>
              <a:gd name="connsiteX135" fmla="*/ 5381669 w 12192001"/>
              <a:gd name="connsiteY135" fmla="*/ 2301764 h 2344739"/>
              <a:gd name="connsiteX136" fmla="*/ 5261764 w 12192001"/>
              <a:gd name="connsiteY136" fmla="*/ 2281347 h 2344739"/>
              <a:gd name="connsiteX137" fmla="*/ 5222961 w 12192001"/>
              <a:gd name="connsiteY137" fmla="*/ 2270223 h 2344739"/>
              <a:gd name="connsiteX138" fmla="*/ 5174660 w 12192001"/>
              <a:gd name="connsiteY138" fmla="*/ 2267233 h 2344739"/>
              <a:gd name="connsiteX139" fmla="*/ 5156554 w 12192001"/>
              <a:gd name="connsiteY139" fmla="*/ 2260010 h 2344739"/>
              <a:gd name="connsiteX140" fmla="*/ 5142599 w 12192001"/>
              <a:gd name="connsiteY140" fmla="*/ 2256610 h 2344739"/>
              <a:gd name="connsiteX141" fmla="*/ 5139596 w 12192001"/>
              <a:gd name="connsiteY141" fmla="*/ 2254509 h 2344739"/>
              <a:gd name="connsiteX142" fmla="*/ 5121659 w 12192001"/>
              <a:gd name="connsiteY142" fmla="*/ 2243656 h 2344739"/>
              <a:gd name="connsiteX143" fmla="*/ 5065790 w 12192001"/>
              <a:gd name="connsiteY143" fmla="*/ 2250227 h 2344739"/>
              <a:gd name="connsiteX144" fmla="*/ 5011514 w 12192001"/>
              <a:gd name="connsiteY144" fmla="*/ 2233846 h 2344739"/>
              <a:gd name="connsiteX145" fmla="*/ 4840441 w 12192001"/>
              <a:gd name="connsiteY145" fmla="*/ 2209829 h 2344739"/>
              <a:gd name="connsiteX146" fmla="*/ 4762447 w 12192001"/>
              <a:gd name="connsiteY146" fmla="*/ 2182061 h 2344739"/>
              <a:gd name="connsiteX147" fmla="*/ 4723186 w 12192001"/>
              <a:gd name="connsiteY147" fmla="*/ 2173047 h 2344739"/>
              <a:gd name="connsiteX148" fmla="*/ 4721176 w 12192001"/>
              <a:gd name="connsiteY148" fmla="*/ 2172298 h 2344739"/>
              <a:gd name="connsiteX149" fmla="*/ 4722111 w 12192001"/>
              <a:gd name="connsiteY149" fmla="*/ 2172087 h 2344739"/>
              <a:gd name="connsiteX150" fmla="*/ 4717202 w 12192001"/>
              <a:gd name="connsiteY150" fmla="*/ 2170817 h 2344739"/>
              <a:gd name="connsiteX151" fmla="*/ 4721176 w 12192001"/>
              <a:gd name="connsiteY151" fmla="*/ 2172298 h 2344739"/>
              <a:gd name="connsiteX152" fmla="*/ 4715526 w 12192001"/>
              <a:gd name="connsiteY152" fmla="*/ 2173573 h 2344739"/>
              <a:gd name="connsiteX153" fmla="*/ 4515814 w 12192001"/>
              <a:gd name="connsiteY153" fmla="*/ 2163671 h 2344739"/>
              <a:gd name="connsiteX154" fmla="*/ 4428543 w 12192001"/>
              <a:gd name="connsiteY154" fmla="*/ 2153020 h 2344739"/>
              <a:gd name="connsiteX155" fmla="*/ 4362875 w 12192001"/>
              <a:gd name="connsiteY155" fmla="*/ 2151674 h 2344739"/>
              <a:gd name="connsiteX156" fmla="*/ 4316966 w 12192001"/>
              <a:gd name="connsiteY156" fmla="*/ 2158289 h 2344739"/>
              <a:gd name="connsiteX157" fmla="*/ 4315110 w 12192001"/>
              <a:gd name="connsiteY157" fmla="*/ 2156948 h 2344739"/>
              <a:gd name="connsiteX158" fmla="*/ 4295144 w 12192001"/>
              <a:gd name="connsiteY158" fmla="*/ 2155069 h 2344739"/>
              <a:gd name="connsiteX159" fmla="*/ 4290064 w 12192001"/>
              <a:gd name="connsiteY159" fmla="*/ 2157986 h 2344739"/>
              <a:gd name="connsiteX160" fmla="*/ 4276142 w 12192001"/>
              <a:gd name="connsiteY160" fmla="*/ 2157740 h 2344739"/>
              <a:gd name="connsiteX161" fmla="*/ 4248117 w 12192001"/>
              <a:gd name="connsiteY161" fmla="*/ 2160064 h 2344739"/>
              <a:gd name="connsiteX162" fmla="*/ 4202051 w 12192001"/>
              <a:gd name="connsiteY162" fmla="*/ 2157269 h 2344739"/>
              <a:gd name="connsiteX163" fmla="*/ 4201745 w 12192001"/>
              <a:gd name="connsiteY163" fmla="*/ 2156010 h 2344739"/>
              <a:gd name="connsiteX164" fmla="*/ 4191248 w 12192001"/>
              <a:gd name="connsiteY164" fmla="*/ 2150376 h 2344739"/>
              <a:gd name="connsiteX165" fmla="*/ 4142745 w 12192001"/>
              <a:gd name="connsiteY165" fmla="*/ 2134511 h 2344739"/>
              <a:gd name="connsiteX166" fmla="*/ 4083097 w 12192001"/>
              <a:gd name="connsiteY166" fmla="*/ 2107978 h 2344739"/>
              <a:gd name="connsiteX167" fmla="*/ 4074546 w 12192001"/>
              <a:gd name="connsiteY167" fmla="*/ 2107143 h 2344739"/>
              <a:gd name="connsiteX168" fmla="*/ 4074427 w 12192001"/>
              <a:gd name="connsiteY168" fmla="*/ 2106844 h 2344739"/>
              <a:gd name="connsiteX169" fmla="*/ 4065510 w 12192001"/>
              <a:gd name="connsiteY169" fmla="*/ 2105400 h 2344739"/>
              <a:gd name="connsiteX170" fmla="*/ 4058954 w 12192001"/>
              <a:gd name="connsiteY170" fmla="*/ 2105618 h 2344739"/>
              <a:gd name="connsiteX171" fmla="*/ 4042364 w 12192001"/>
              <a:gd name="connsiteY171" fmla="*/ 2103997 h 2344739"/>
              <a:gd name="connsiteX172" fmla="*/ 4036997 w 12192001"/>
              <a:gd name="connsiteY172" fmla="*/ 2101563 h 2344739"/>
              <a:gd name="connsiteX173" fmla="*/ 4035363 w 12192001"/>
              <a:gd name="connsiteY173" fmla="*/ 2097896 h 2344739"/>
              <a:gd name="connsiteX174" fmla="*/ 4033778 w 12192001"/>
              <a:gd name="connsiteY174" fmla="*/ 2098131 h 2344739"/>
              <a:gd name="connsiteX175" fmla="*/ 4004538 w 12192001"/>
              <a:gd name="connsiteY175" fmla="*/ 2085563 h 2344739"/>
              <a:gd name="connsiteX176" fmla="*/ 3936846 w 12192001"/>
              <a:gd name="connsiteY176" fmla="*/ 2068106 h 2344739"/>
              <a:gd name="connsiteX177" fmla="*/ 3897275 w 12192001"/>
              <a:gd name="connsiteY177" fmla="*/ 2062451 h 2344739"/>
              <a:gd name="connsiteX178" fmla="*/ 3789760 w 12192001"/>
              <a:gd name="connsiteY178" fmla="*/ 2042213 h 2344739"/>
              <a:gd name="connsiteX179" fmla="*/ 3682513 w 12192001"/>
              <a:gd name="connsiteY179" fmla="*/ 2018290 h 2344739"/>
              <a:gd name="connsiteX180" fmla="*/ 3610035 w 12192001"/>
              <a:gd name="connsiteY180" fmla="*/ 1986019 h 2344739"/>
              <a:gd name="connsiteX181" fmla="*/ 3603855 w 12192001"/>
              <a:gd name="connsiteY181" fmla="*/ 1987381 h 2344739"/>
              <a:gd name="connsiteX182" fmla="*/ 3594736 w 12192001"/>
              <a:gd name="connsiteY182" fmla="*/ 1987545 h 2344739"/>
              <a:gd name="connsiteX183" fmla="*/ 3594501 w 12192001"/>
              <a:gd name="connsiteY183" fmla="*/ 1987276 h 2344739"/>
              <a:gd name="connsiteX184" fmla="*/ 3585978 w 12192001"/>
              <a:gd name="connsiteY184" fmla="*/ 1987966 h 2344739"/>
              <a:gd name="connsiteX185" fmla="*/ 3536135 w 12192001"/>
              <a:gd name="connsiteY185" fmla="*/ 1978267 h 2344739"/>
              <a:gd name="connsiteX186" fmla="*/ 3473223 w 12192001"/>
              <a:gd name="connsiteY186" fmla="*/ 1974606 h 2344739"/>
              <a:gd name="connsiteX187" fmla="*/ 3400728 w 12192001"/>
              <a:gd name="connsiteY187" fmla="*/ 1962558 h 2344739"/>
              <a:gd name="connsiteX188" fmla="*/ 3363888 w 12192001"/>
              <a:gd name="connsiteY188" fmla="*/ 1979510 h 2344739"/>
              <a:gd name="connsiteX189" fmla="*/ 3344026 w 12192001"/>
              <a:gd name="connsiteY189" fmla="*/ 1981192 h 2344739"/>
              <a:gd name="connsiteX190" fmla="*/ 3341698 w 12192001"/>
              <a:gd name="connsiteY190" fmla="*/ 1980217 h 2344739"/>
              <a:gd name="connsiteX191" fmla="*/ 3262356 w 12192001"/>
              <a:gd name="connsiteY191" fmla="*/ 1986094 h 2344739"/>
              <a:gd name="connsiteX192" fmla="*/ 3142556 w 12192001"/>
              <a:gd name="connsiteY192" fmla="*/ 1993869 h 2344739"/>
              <a:gd name="connsiteX193" fmla="*/ 3030291 w 12192001"/>
              <a:gd name="connsiteY193" fmla="*/ 1996512 h 2344739"/>
              <a:gd name="connsiteX194" fmla="*/ 2781569 w 12192001"/>
              <a:gd name="connsiteY194" fmla="*/ 2018333 h 2344739"/>
              <a:gd name="connsiteX195" fmla="*/ 2646527 w 12192001"/>
              <a:gd name="connsiteY195" fmla="*/ 2028869 h 2344739"/>
              <a:gd name="connsiteX196" fmla="*/ 2568028 w 12192001"/>
              <a:gd name="connsiteY196" fmla="*/ 2002628 h 2344739"/>
              <a:gd name="connsiteX197" fmla="*/ 2443255 w 12192001"/>
              <a:gd name="connsiteY197" fmla="*/ 2016529 h 2344739"/>
              <a:gd name="connsiteX198" fmla="*/ 2315112 w 12192001"/>
              <a:gd name="connsiteY198" fmla="*/ 2024996 h 2344739"/>
              <a:gd name="connsiteX199" fmla="*/ 2208578 w 12192001"/>
              <a:gd name="connsiteY199" fmla="*/ 2019763 h 2344739"/>
              <a:gd name="connsiteX200" fmla="*/ 2094665 w 12192001"/>
              <a:gd name="connsiteY200" fmla="*/ 2003052 h 2344739"/>
              <a:gd name="connsiteX201" fmla="*/ 1997356 w 12192001"/>
              <a:gd name="connsiteY201" fmla="*/ 1995032 h 2344739"/>
              <a:gd name="connsiteX202" fmla="*/ 1928172 w 12192001"/>
              <a:gd name="connsiteY202" fmla="*/ 2016977 h 2344739"/>
              <a:gd name="connsiteX203" fmla="*/ 1921650 w 12192001"/>
              <a:gd name="connsiteY203" fmla="*/ 2012146 h 2344739"/>
              <a:gd name="connsiteX204" fmla="*/ 1873080 w 12192001"/>
              <a:gd name="connsiteY204" fmla="*/ 2013741 h 2344739"/>
              <a:gd name="connsiteX205" fmla="*/ 1786655 w 12192001"/>
              <a:gd name="connsiteY205" fmla="*/ 2041363 h 2344739"/>
              <a:gd name="connsiteX206" fmla="*/ 1738204 w 12192001"/>
              <a:gd name="connsiteY206" fmla="*/ 2036312 h 2344739"/>
              <a:gd name="connsiteX207" fmla="*/ 1675071 w 12192001"/>
              <a:gd name="connsiteY207" fmla="*/ 2019963 h 2344739"/>
              <a:gd name="connsiteX208" fmla="*/ 1608669 w 12192001"/>
              <a:gd name="connsiteY208" fmla="*/ 2013066 h 2344739"/>
              <a:gd name="connsiteX209" fmla="*/ 1496110 w 12192001"/>
              <a:gd name="connsiteY209" fmla="*/ 1987476 h 2344739"/>
              <a:gd name="connsiteX210" fmla="*/ 1149979 w 12192001"/>
              <a:gd name="connsiteY210" fmla="*/ 1938041 h 2344739"/>
              <a:gd name="connsiteX211" fmla="*/ 858269 w 12192001"/>
              <a:gd name="connsiteY211" fmla="*/ 1928608 h 2344739"/>
              <a:gd name="connsiteX212" fmla="*/ 837540 w 12192001"/>
              <a:gd name="connsiteY212" fmla="*/ 1929821 h 2344739"/>
              <a:gd name="connsiteX213" fmla="*/ 816809 w 12192001"/>
              <a:gd name="connsiteY213" fmla="*/ 1927857 h 2344739"/>
              <a:gd name="connsiteX214" fmla="*/ 811506 w 12192001"/>
              <a:gd name="connsiteY214" fmla="*/ 1930751 h 2344739"/>
              <a:gd name="connsiteX215" fmla="*/ 797041 w 12192001"/>
              <a:gd name="connsiteY215" fmla="*/ 1930446 h 2344739"/>
              <a:gd name="connsiteX216" fmla="*/ 767901 w 12192001"/>
              <a:gd name="connsiteY216" fmla="*/ 1932653 h 2344739"/>
              <a:gd name="connsiteX217" fmla="*/ 763053 w 12192001"/>
              <a:gd name="connsiteY217" fmla="*/ 1930432 h 2344739"/>
              <a:gd name="connsiteX218" fmla="*/ 720047 w 12192001"/>
              <a:gd name="connsiteY218" fmla="*/ 1929661 h 2344739"/>
              <a:gd name="connsiteX219" fmla="*/ 719742 w 12192001"/>
              <a:gd name="connsiteY219" fmla="*/ 1928399 h 2344739"/>
              <a:gd name="connsiteX220" fmla="*/ 708875 w 12192001"/>
              <a:gd name="connsiteY220" fmla="*/ 1922722 h 2344739"/>
              <a:gd name="connsiteX221" fmla="*/ 596792 w 12192001"/>
              <a:gd name="connsiteY221" fmla="*/ 1879864 h 2344739"/>
              <a:gd name="connsiteX222" fmla="*/ 578535 w 12192001"/>
              <a:gd name="connsiteY222" fmla="*/ 1877212 h 2344739"/>
              <a:gd name="connsiteX223" fmla="*/ 571717 w 12192001"/>
              <a:gd name="connsiteY223" fmla="*/ 1877401 h 2344739"/>
              <a:gd name="connsiteX224" fmla="*/ 445099 w 12192001"/>
              <a:gd name="connsiteY224" fmla="*/ 1839371 h 2344739"/>
              <a:gd name="connsiteX225" fmla="*/ 404015 w 12192001"/>
              <a:gd name="connsiteY225" fmla="*/ 1833548 h 2344739"/>
              <a:gd name="connsiteX226" fmla="*/ 292435 w 12192001"/>
              <a:gd name="connsiteY226" fmla="*/ 1812852 h 2344739"/>
              <a:gd name="connsiteX227" fmla="*/ 118381 w 12192001"/>
              <a:gd name="connsiteY227" fmla="*/ 1761047 h 2344739"/>
              <a:gd name="connsiteX228" fmla="*/ 15526 w 12192001"/>
              <a:gd name="connsiteY228" fmla="*/ 1758191 h 2344739"/>
              <a:gd name="connsiteX229" fmla="*/ 2 w 12192001"/>
              <a:gd name="connsiteY229" fmla="*/ 1752722 h 2344739"/>
              <a:gd name="connsiteX230" fmla="*/ 1 w 12192001"/>
              <a:gd name="connsiteY230" fmla="*/ 762497 h 2344739"/>
              <a:gd name="connsiteX231" fmla="*/ 0 w 12192001"/>
              <a:gd name="connsiteY231" fmla="*/ 762497 h 2344739"/>
              <a:gd name="connsiteX232" fmla="*/ 0 w 12192001"/>
              <a:gd name="connsiteY232" fmla="*/ 222213 h 2344739"/>
              <a:gd name="connsiteX233" fmla="*/ 0 w 12192001"/>
              <a:gd name="connsiteY233"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12228 w 12192001"/>
              <a:gd name="connsiteY22" fmla="*/ 797659 h 2344739"/>
              <a:gd name="connsiteX23" fmla="*/ 11748619 w 12192001"/>
              <a:gd name="connsiteY23" fmla="*/ 872002 h 2344739"/>
              <a:gd name="connsiteX24" fmla="*/ 11589545 w 12192001"/>
              <a:gd name="connsiteY24" fmla="*/ 963777 h 2344739"/>
              <a:gd name="connsiteX25" fmla="*/ 11522499 w 12192001"/>
              <a:gd name="connsiteY25" fmla="*/ 999965 h 2344739"/>
              <a:gd name="connsiteX26" fmla="*/ 11279184 w 12192001"/>
              <a:gd name="connsiteY26" fmla="*/ 1223571 h 2344739"/>
              <a:gd name="connsiteX27" fmla="*/ 11227161 w 12192001"/>
              <a:gd name="connsiteY27" fmla="*/ 1276236 h 2344739"/>
              <a:gd name="connsiteX28" fmla="*/ 11216939 w 12192001"/>
              <a:gd name="connsiteY28" fmla="*/ 1275961 h 2344739"/>
              <a:gd name="connsiteX29" fmla="*/ 11216036 w 12192001"/>
              <a:gd name="connsiteY29" fmla="*/ 1275018 h 2344739"/>
              <a:gd name="connsiteX30" fmla="*/ 11187737 w 12192001"/>
              <a:gd name="connsiteY30" fmla="*/ 1292383 h 2344739"/>
              <a:gd name="connsiteX31" fmla="*/ 11183353 w 12192001"/>
              <a:gd name="connsiteY31" fmla="*/ 1292525 h 2344739"/>
              <a:gd name="connsiteX32" fmla="*/ 11165706 w 12192001"/>
              <a:gd name="connsiteY32" fmla="*/ 1306612 h 2344739"/>
              <a:gd name="connsiteX33" fmla="*/ 11156163 w 12192001"/>
              <a:gd name="connsiteY33" fmla="*/ 1312414 h 2344739"/>
              <a:gd name="connsiteX34" fmla="*/ 11154348 w 12192001"/>
              <a:gd name="connsiteY34" fmla="*/ 1317097 h 2344739"/>
              <a:gd name="connsiteX35" fmla="*/ 11139813 w 12192001"/>
              <a:gd name="connsiteY35" fmla="*/ 1324115 h 2344739"/>
              <a:gd name="connsiteX36" fmla="*/ 11137813 w 12192001"/>
              <a:gd name="connsiteY36" fmla="*/ 1323772 h 2344739"/>
              <a:gd name="connsiteX37" fmla="*/ 11127060 w 12192001"/>
              <a:gd name="connsiteY37" fmla="*/ 1333832 h 2344739"/>
              <a:gd name="connsiteX38" fmla="*/ 11119543 w 12192001"/>
              <a:gd name="connsiteY38" fmla="*/ 1347424 h 2344739"/>
              <a:gd name="connsiteX39" fmla="*/ 10893535 w 12192001"/>
              <a:gd name="connsiteY39" fmla="*/ 1473399 h 2344739"/>
              <a:gd name="connsiteX40" fmla="*/ 10772152 w 12192001"/>
              <a:gd name="connsiteY40" fmla="*/ 1523191 h 2344739"/>
              <a:gd name="connsiteX41" fmla="*/ 10626520 w 12192001"/>
              <a:gd name="connsiteY41" fmla="*/ 1559229 h 2344739"/>
              <a:gd name="connsiteX42" fmla="*/ 10580747 w 12192001"/>
              <a:gd name="connsiteY42" fmla="*/ 1568689 h 2344739"/>
              <a:gd name="connsiteX43" fmla="*/ 10546642 w 12192001"/>
              <a:gd name="connsiteY43" fmla="*/ 1598423 h 2344739"/>
              <a:gd name="connsiteX44" fmla="*/ 10528495 w 12192001"/>
              <a:gd name="connsiteY44" fmla="*/ 1596907 h 2344739"/>
              <a:gd name="connsiteX45" fmla="*/ 10525298 w 12192001"/>
              <a:gd name="connsiteY45" fmla="*/ 1596411 h 2344739"/>
              <a:gd name="connsiteX46" fmla="*/ 10513981 w 12192001"/>
              <a:gd name="connsiteY46" fmla="*/ 1599537 h 2344739"/>
              <a:gd name="connsiteX47" fmla="*/ 10490587 w 12192001"/>
              <a:gd name="connsiteY47" fmla="*/ 1594156 h 2344739"/>
              <a:gd name="connsiteX48" fmla="*/ 10470270 w 12192001"/>
              <a:gd name="connsiteY48" fmla="*/ 1601693 h 2344739"/>
              <a:gd name="connsiteX49" fmla="*/ 10375894 w 12192001"/>
              <a:gd name="connsiteY49" fmla="*/ 1644598 h 2344739"/>
              <a:gd name="connsiteX50" fmla="*/ 10318190 w 12192001"/>
              <a:gd name="connsiteY50" fmla="*/ 1666221 h 2344739"/>
              <a:gd name="connsiteX51" fmla="*/ 10294319 w 12192001"/>
              <a:gd name="connsiteY51" fmla="*/ 1668079 h 2344739"/>
              <a:gd name="connsiteX52" fmla="*/ 10262295 w 12192001"/>
              <a:gd name="connsiteY52" fmla="*/ 1674948 h 2344739"/>
              <a:gd name="connsiteX53" fmla="*/ 10204270 w 12192001"/>
              <a:gd name="connsiteY53" fmla="*/ 1682149 h 2344739"/>
              <a:gd name="connsiteX54" fmla="*/ 10176611 w 12192001"/>
              <a:gd name="connsiteY54" fmla="*/ 1692943 h 2344739"/>
              <a:gd name="connsiteX55" fmla="*/ 10163922 w 12192001"/>
              <a:gd name="connsiteY55" fmla="*/ 1693739 h 2344739"/>
              <a:gd name="connsiteX56" fmla="*/ 10155160 w 12192001"/>
              <a:gd name="connsiteY56" fmla="*/ 1707487 h 2344739"/>
              <a:gd name="connsiteX57" fmla="*/ 10117119 w 12192001"/>
              <a:gd name="connsiteY57" fmla="*/ 1731142 h 2344739"/>
              <a:gd name="connsiteX58" fmla="*/ 10100445 w 12192001"/>
              <a:gd name="connsiteY58" fmla="*/ 1742432 h 2344739"/>
              <a:gd name="connsiteX59" fmla="*/ 10082169 w 12192001"/>
              <a:gd name="connsiteY59" fmla="*/ 1743296 h 2344739"/>
              <a:gd name="connsiteX60" fmla="*/ 10039240 w 12192001"/>
              <a:gd name="connsiteY60" fmla="*/ 1741632 h 2344739"/>
              <a:gd name="connsiteX61" fmla="*/ 9960019 w 12192001"/>
              <a:gd name="connsiteY61" fmla="*/ 1757147 h 2344739"/>
              <a:gd name="connsiteX62" fmla="*/ 9847792 w 12192001"/>
              <a:gd name="connsiteY62" fmla="*/ 1763915 h 2344739"/>
              <a:gd name="connsiteX63" fmla="*/ 9728309 w 12192001"/>
              <a:gd name="connsiteY63" fmla="*/ 1784122 h 2344739"/>
              <a:gd name="connsiteX64" fmla="*/ 9584507 w 12192001"/>
              <a:gd name="connsiteY64" fmla="*/ 1795542 h 2344739"/>
              <a:gd name="connsiteX65" fmla="*/ 9343052 w 12192001"/>
              <a:gd name="connsiteY65" fmla="*/ 1841244 h 2344739"/>
              <a:gd name="connsiteX66" fmla="*/ 9231370 w 12192001"/>
              <a:gd name="connsiteY66" fmla="*/ 1893149 h 2344739"/>
              <a:gd name="connsiteX67" fmla="*/ 9194810 w 12192001"/>
              <a:gd name="connsiteY67" fmla="*/ 1903228 h 2344739"/>
              <a:gd name="connsiteX68" fmla="*/ 9189246 w 12192001"/>
              <a:gd name="connsiteY68" fmla="*/ 1912467 h 2344739"/>
              <a:gd name="connsiteX69" fmla="*/ 9151232 w 12192001"/>
              <a:gd name="connsiteY69" fmla="*/ 1923669 h 2344739"/>
              <a:gd name="connsiteX70" fmla="*/ 9113812 w 12192001"/>
              <a:gd name="connsiteY70" fmla="*/ 1919069 h 2344739"/>
              <a:gd name="connsiteX71" fmla="*/ 9053453 w 12192001"/>
              <a:gd name="connsiteY71" fmla="*/ 1910755 h 2344739"/>
              <a:gd name="connsiteX72" fmla="*/ 9005486 w 12192001"/>
              <a:gd name="connsiteY72" fmla="*/ 1914040 h 2344739"/>
              <a:gd name="connsiteX73" fmla="*/ 9005201 w 12192001"/>
              <a:gd name="connsiteY73" fmla="*/ 1913800 h 2344739"/>
              <a:gd name="connsiteX74" fmla="*/ 8996232 w 12192001"/>
              <a:gd name="connsiteY74" fmla="*/ 1915011 h 2344739"/>
              <a:gd name="connsiteX75" fmla="*/ 8990394 w 12192001"/>
              <a:gd name="connsiteY75" fmla="*/ 1917072 h 2344739"/>
              <a:gd name="connsiteX76" fmla="*/ 8974337 w 12192001"/>
              <a:gd name="connsiteY76" fmla="*/ 1920298 h 2344739"/>
              <a:gd name="connsiteX77" fmla="*/ 8968011 w 12192001"/>
              <a:gd name="connsiteY77" fmla="*/ 1919598 h 2344739"/>
              <a:gd name="connsiteX78" fmla="*/ 8963048 w 12192001"/>
              <a:gd name="connsiteY78" fmla="*/ 1917373 h 2344739"/>
              <a:gd name="connsiteX79" fmla="*/ 8928988 w 12192001"/>
              <a:gd name="connsiteY79" fmla="*/ 1914185 h 2344739"/>
              <a:gd name="connsiteX80" fmla="*/ 8752444 w 12192001"/>
              <a:gd name="connsiteY80" fmla="*/ 1933417 h 2344739"/>
              <a:gd name="connsiteX81" fmla="*/ 8707847 w 12192001"/>
              <a:gd name="connsiteY81" fmla="*/ 1935518 h 2344739"/>
              <a:gd name="connsiteX82" fmla="*/ 8596071 w 12192001"/>
              <a:gd name="connsiteY82" fmla="*/ 1944090 h 2344739"/>
              <a:gd name="connsiteX83" fmla="*/ 8525230 w 12192001"/>
              <a:gd name="connsiteY83" fmla="*/ 1929248 h 2344739"/>
              <a:gd name="connsiteX84" fmla="*/ 8510983 w 12192001"/>
              <a:gd name="connsiteY84" fmla="*/ 1935163 h 2344739"/>
              <a:gd name="connsiteX85" fmla="*/ 8506167 w 12192001"/>
              <a:gd name="connsiteY85" fmla="*/ 1938164 h 2344739"/>
              <a:gd name="connsiteX86" fmla="*/ 8497968 w 12192001"/>
              <a:gd name="connsiteY86" fmla="*/ 1940902 h 2344739"/>
              <a:gd name="connsiteX87" fmla="*/ 8497594 w 12192001"/>
              <a:gd name="connsiteY87" fmla="*/ 1940723 h 2344739"/>
              <a:gd name="connsiteX88" fmla="*/ 8490249 w 12192001"/>
              <a:gd name="connsiteY88" fmla="*/ 1943773 h 2344739"/>
              <a:gd name="connsiteX89" fmla="*/ 8367182 w 12192001"/>
              <a:gd name="connsiteY89" fmla="*/ 1957815 h 2344739"/>
              <a:gd name="connsiteX90" fmla="*/ 8353799 w 12192001"/>
              <a:gd name="connsiteY90" fmla="*/ 1958009 h 2344739"/>
              <a:gd name="connsiteX91" fmla="*/ 8352373 w 12192001"/>
              <a:gd name="connsiteY91" fmla="*/ 1957169 h 2344739"/>
              <a:gd name="connsiteX92" fmla="*/ 8320104 w 12192001"/>
              <a:gd name="connsiteY92" fmla="*/ 1974587 h 2344739"/>
              <a:gd name="connsiteX93" fmla="*/ 8314433 w 12192001"/>
              <a:gd name="connsiteY93" fmla="*/ 1974913 h 2344739"/>
              <a:gd name="connsiteX94" fmla="*/ 8295174 w 12192001"/>
              <a:gd name="connsiteY94" fmla="*/ 1988808 h 2344739"/>
              <a:gd name="connsiteX95" fmla="*/ 8284276 w 12192001"/>
              <a:gd name="connsiteY95" fmla="*/ 1994631 h 2344739"/>
              <a:gd name="connsiteX96" fmla="*/ 8283150 w 12192001"/>
              <a:gd name="connsiteY96" fmla="*/ 1999074 h 2344739"/>
              <a:gd name="connsiteX97" fmla="*/ 8266076 w 12192001"/>
              <a:gd name="connsiteY97" fmla="*/ 2006249 h 2344739"/>
              <a:gd name="connsiteX98" fmla="*/ 8263377 w 12192001"/>
              <a:gd name="connsiteY98" fmla="*/ 2006019 h 2344739"/>
              <a:gd name="connsiteX99" fmla="*/ 8252033 w 12192001"/>
              <a:gd name="connsiteY99" fmla="*/ 2015862 h 2344739"/>
              <a:gd name="connsiteX100" fmla="*/ 8245834 w 12192001"/>
              <a:gd name="connsiteY100" fmla="*/ 2028854 h 2344739"/>
              <a:gd name="connsiteX101" fmla="*/ 8090272 w 12192001"/>
              <a:gd name="connsiteY101" fmla="*/ 2075015 h 2344739"/>
              <a:gd name="connsiteX102" fmla="*/ 7905407 w 12192001"/>
              <a:gd name="connsiteY102" fmla="*/ 2116988 h 2344739"/>
              <a:gd name="connsiteX103" fmla="*/ 7718745 w 12192001"/>
              <a:gd name="connsiteY103" fmla="*/ 2142703 h 2344739"/>
              <a:gd name="connsiteX104" fmla="*/ 7614347 w 12192001"/>
              <a:gd name="connsiteY104" fmla="*/ 2139232 h 2344739"/>
              <a:gd name="connsiteX105" fmla="*/ 7527543 w 12192001"/>
              <a:gd name="connsiteY105" fmla="*/ 2145060 h 2344739"/>
              <a:gd name="connsiteX106" fmla="*/ 7519571 w 12192001"/>
              <a:gd name="connsiteY106" fmla="*/ 2147613 h 2344739"/>
              <a:gd name="connsiteX107" fmla="*/ 7507411 w 12192001"/>
              <a:gd name="connsiteY107" fmla="*/ 2148948 h 2344739"/>
              <a:gd name="connsiteX108" fmla="*/ 7507040 w 12192001"/>
              <a:gd name="connsiteY108" fmla="*/ 2148621 h 2344739"/>
              <a:gd name="connsiteX109" fmla="*/ 7495795 w 12192001"/>
              <a:gd name="connsiteY109" fmla="*/ 2150573 h 2344739"/>
              <a:gd name="connsiteX110" fmla="*/ 7405391 w 12192001"/>
              <a:gd name="connsiteY110" fmla="*/ 2142468 h 2344739"/>
              <a:gd name="connsiteX111" fmla="*/ 7312180 w 12192001"/>
              <a:gd name="connsiteY111" fmla="*/ 2132873 h 2344739"/>
              <a:gd name="connsiteX112" fmla="*/ 7310853 w 12192001"/>
              <a:gd name="connsiteY112" fmla="*/ 2131431 h 2344739"/>
              <a:gd name="connsiteX113" fmla="*/ 7218559 w 12192001"/>
              <a:gd name="connsiteY113" fmla="*/ 2156680 h 2344739"/>
              <a:gd name="connsiteX114" fmla="*/ 7201101 w 12192001"/>
              <a:gd name="connsiteY114" fmla="*/ 2161230 h 2344739"/>
              <a:gd name="connsiteX115" fmla="*/ 7197004 w 12192001"/>
              <a:gd name="connsiteY115" fmla="*/ 2166588 h 2344739"/>
              <a:gd name="connsiteX116" fmla="*/ 7170808 w 12192001"/>
              <a:gd name="connsiteY116" fmla="*/ 2171236 h 2344739"/>
              <a:gd name="connsiteX117" fmla="*/ 7096988 w 12192001"/>
              <a:gd name="connsiteY117" fmla="*/ 2183464 h 2344739"/>
              <a:gd name="connsiteX118" fmla="*/ 7018496 w 12192001"/>
              <a:gd name="connsiteY118" fmla="*/ 2183090 h 2344739"/>
              <a:gd name="connsiteX119" fmla="*/ 6904146 w 12192001"/>
              <a:gd name="connsiteY119" fmla="*/ 2212596 h 2344739"/>
              <a:gd name="connsiteX120" fmla="*/ 6708222 w 12192001"/>
              <a:gd name="connsiteY120" fmla="*/ 2240551 h 2344739"/>
              <a:gd name="connsiteX121" fmla="*/ 6549454 w 12192001"/>
              <a:gd name="connsiteY121" fmla="*/ 2269327 h 2344739"/>
              <a:gd name="connsiteX122" fmla="*/ 6317560 w 12192001"/>
              <a:gd name="connsiteY122" fmla="*/ 2316127 h 2344739"/>
              <a:gd name="connsiteX123" fmla="*/ 6168674 w 12192001"/>
              <a:gd name="connsiteY123" fmla="*/ 2318214 h 2344739"/>
              <a:gd name="connsiteX124" fmla="*/ 6073848 w 12192001"/>
              <a:gd name="connsiteY124" fmla="*/ 2338676 h 2344739"/>
              <a:gd name="connsiteX125" fmla="*/ 6068529 w 12192001"/>
              <a:gd name="connsiteY125" fmla="*/ 2337139 h 2344739"/>
              <a:gd name="connsiteX126" fmla="*/ 6048638 w 12192001"/>
              <a:gd name="connsiteY126" fmla="*/ 2337822 h 2344739"/>
              <a:gd name="connsiteX127" fmla="*/ 6041285 w 12192001"/>
              <a:gd name="connsiteY127" fmla="*/ 2329473 h 2344739"/>
              <a:gd name="connsiteX128" fmla="*/ 6010090 w 12192001"/>
              <a:gd name="connsiteY128" fmla="*/ 2324380 h 2344739"/>
              <a:gd name="connsiteX129" fmla="*/ 5957375 w 12192001"/>
              <a:gd name="connsiteY129" fmla="*/ 2328024 h 2344739"/>
              <a:gd name="connsiteX130" fmla="*/ 5758919 w 12192001"/>
              <a:gd name="connsiteY130" fmla="*/ 2343716 h 2344739"/>
              <a:gd name="connsiteX131" fmla="*/ 5626960 w 12192001"/>
              <a:gd name="connsiteY131" fmla="*/ 2344739 h 2344739"/>
              <a:gd name="connsiteX132" fmla="*/ 5470906 w 12192001"/>
              <a:gd name="connsiteY132" fmla="*/ 2330719 h 2344739"/>
              <a:gd name="connsiteX133" fmla="*/ 5432761 w 12192001"/>
              <a:gd name="connsiteY133" fmla="*/ 2319466 h 2344739"/>
              <a:gd name="connsiteX134" fmla="*/ 5381669 w 12192001"/>
              <a:gd name="connsiteY134" fmla="*/ 2301764 h 2344739"/>
              <a:gd name="connsiteX135" fmla="*/ 5261764 w 12192001"/>
              <a:gd name="connsiteY135" fmla="*/ 2281347 h 2344739"/>
              <a:gd name="connsiteX136" fmla="*/ 5222961 w 12192001"/>
              <a:gd name="connsiteY136" fmla="*/ 2270223 h 2344739"/>
              <a:gd name="connsiteX137" fmla="*/ 5174660 w 12192001"/>
              <a:gd name="connsiteY137" fmla="*/ 2267233 h 2344739"/>
              <a:gd name="connsiteX138" fmla="*/ 5156554 w 12192001"/>
              <a:gd name="connsiteY138" fmla="*/ 2260010 h 2344739"/>
              <a:gd name="connsiteX139" fmla="*/ 5142599 w 12192001"/>
              <a:gd name="connsiteY139" fmla="*/ 2256610 h 2344739"/>
              <a:gd name="connsiteX140" fmla="*/ 5139596 w 12192001"/>
              <a:gd name="connsiteY140" fmla="*/ 2254509 h 2344739"/>
              <a:gd name="connsiteX141" fmla="*/ 5121659 w 12192001"/>
              <a:gd name="connsiteY141" fmla="*/ 2243656 h 2344739"/>
              <a:gd name="connsiteX142" fmla="*/ 5065790 w 12192001"/>
              <a:gd name="connsiteY142" fmla="*/ 2250227 h 2344739"/>
              <a:gd name="connsiteX143" fmla="*/ 5011514 w 12192001"/>
              <a:gd name="connsiteY143" fmla="*/ 2233846 h 2344739"/>
              <a:gd name="connsiteX144" fmla="*/ 4840441 w 12192001"/>
              <a:gd name="connsiteY144" fmla="*/ 2209829 h 2344739"/>
              <a:gd name="connsiteX145" fmla="*/ 4762447 w 12192001"/>
              <a:gd name="connsiteY145" fmla="*/ 2182061 h 2344739"/>
              <a:gd name="connsiteX146" fmla="*/ 4723186 w 12192001"/>
              <a:gd name="connsiteY146" fmla="*/ 2173047 h 2344739"/>
              <a:gd name="connsiteX147" fmla="*/ 4721176 w 12192001"/>
              <a:gd name="connsiteY147" fmla="*/ 2172298 h 2344739"/>
              <a:gd name="connsiteX148" fmla="*/ 4722111 w 12192001"/>
              <a:gd name="connsiteY148" fmla="*/ 2172087 h 2344739"/>
              <a:gd name="connsiteX149" fmla="*/ 4717202 w 12192001"/>
              <a:gd name="connsiteY149" fmla="*/ 2170817 h 2344739"/>
              <a:gd name="connsiteX150" fmla="*/ 4721176 w 12192001"/>
              <a:gd name="connsiteY150" fmla="*/ 2172298 h 2344739"/>
              <a:gd name="connsiteX151" fmla="*/ 4715526 w 12192001"/>
              <a:gd name="connsiteY151" fmla="*/ 2173573 h 2344739"/>
              <a:gd name="connsiteX152" fmla="*/ 4515814 w 12192001"/>
              <a:gd name="connsiteY152" fmla="*/ 2163671 h 2344739"/>
              <a:gd name="connsiteX153" fmla="*/ 4428543 w 12192001"/>
              <a:gd name="connsiteY153" fmla="*/ 2153020 h 2344739"/>
              <a:gd name="connsiteX154" fmla="*/ 4362875 w 12192001"/>
              <a:gd name="connsiteY154" fmla="*/ 2151674 h 2344739"/>
              <a:gd name="connsiteX155" fmla="*/ 4316966 w 12192001"/>
              <a:gd name="connsiteY155" fmla="*/ 2158289 h 2344739"/>
              <a:gd name="connsiteX156" fmla="*/ 4315110 w 12192001"/>
              <a:gd name="connsiteY156" fmla="*/ 2156948 h 2344739"/>
              <a:gd name="connsiteX157" fmla="*/ 4295144 w 12192001"/>
              <a:gd name="connsiteY157" fmla="*/ 2155069 h 2344739"/>
              <a:gd name="connsiteX158" fmla="*/ 4290064 w 12192001"/>
              <a:gd name="connsiteY158" fmla="*/ 2157986 h 2344739"/>
              <a:gd name="connsiteX159" fmla="*/ 4276142 w 12192001"/>
              <a:gd name="connsiteY159" fmla="*/ 2157740 h 2344739"/>
              <a:gd name="connsiteX160" fmla="*/ 4248117 w 12192001"/>
              <a:gd name="connsiteY160" fmla="*/ 2160064 h 2344739"/>
              <a:gd name="connsiteX161" fmla="*/ 4202051 w 12192001"/>
              <a:gd name="connsiteY161" fmla="*/ 2157269 h 2344739"/>
              <a:gd name="connsiteX162" fmla="*/ 4201745 w 12192001"/>
              <a:gd name="connsiteY162" fmla="*/ 2156010 h 2344739"/>
              <a:gd name="connsiteX163" fmla="*/ 4191248 w 12192001"/>
              <a:gd name="connsiteY163" fmla="*/ 2150376 h 2344739"/>
              <a:gd name="connsiteX164" fmla="*/ 4142745 w 12192001"/>
              <a:gd name="connsiteY164" fmla="*/ 2134511 h 2344739"/>
              <a:gd name="connsiteX165" fmla="*/ 4083097 w 12192001"/>
              <a:gd name="connsiteY165" fmla="*/ 2107978 h 2344739"/>
              <a:gd name="connsiteX166" fmla="*/ 4074546 w 12192001"/>
              <a:gd name="connsiteY166" fmla="*/ 2107143 h 2344739"/>
              <a:gd name="connsiteX167" fmla="*/ 4074427 w 12192001"/>
              <a:gd name="connsiteY167" fmla="*/ 2106844 h 2344739"/>
              <a:gd name="connsiteX168" fmla="*/ 4065510 w 12192001"/>
              <a:gd name="connsiteY168" fmla="*/ 2105400 h 2344739"/>
              <a:gd name="connsiteX169" fmla="*/ 4058954 w 12192001"/>
              <a:gd name="connsiteY169" fmla="*/ 2105618 h 2344739"/>
              <a:gd name="connsiteX170" fmla="*/ 4042364 w 12192001"/>
              <a:gd name="connsiteY170" fmla="*/ 2103997 h 2344739"/>
              <a:gd name="connsiteX171" fmla="*/ 4036997 w 12192001"/>
              <a:gd name="connsiteY171" fmla="*/ 2101563 h 2344739"/>
              <a:gd name="connsiteX172" fmla="*/ 4035363 w 12192001"/>
              <a:gd name="connsiteY172" fmla="*/ 2097896 h 2344739"/>
              <a:gd name="connsiteX173" fmla="*/ 4033778 w 12192001"/>
              <a:gd name="connsiteY173" fmla="*/ 2098131 h 2344739"/>
              <a:gd name="connsiteX174" fmla="*/ 4004538 w 12192001"/>
              <a:gd name="connsiteY174" fmla="*/ 2085563 h 2344739"/>
              <a:gd name="connsiteX175" fmla="*/ 3936846 w 12192001"/>
              <a:gd name="connsiteY175" fmla="*/ 2068106 h 2344739"/>
              <a:gd name="connsiteX176" fmla="*/ 3897275 w 12192001"/>
              <a:gd name="connsiteY176" fmla="*/ 2062451 h 2344739"/>
              <a:gd name="connsiteX177" fmla="*/ 3789760 w 12192001"/>
              <a:gd name="connsiteY177" fmla="*/ 2042213 h 2344739"/>
              <a:gd name="connsiteX178" fmla="*/ 3682513 w 12192001"/>
              <a:gd name="connsiteY178" fmla="*/ 2018290 h 2344739"/>
              <a:gd name="connsiteX179" fmla="*/ 3610035 w 12192001"/>
              <a:gd name="connsiteY179" fmla="*/ 1986019 h 2344739"/>
              <a:gd name="connsiteX180" fmla="*/ 3603855 w 12192001"/>
              <a:gd name="connsiteY180" fmla="*/ 1987381 h 2344739"/>
              <a:gd name="connsiteX181" fmla="*/ 3594736 w 12192001"/>
              <a:gd name="connsiteY181" fmla="*/ 1987545 h 2344739"/>
              <a:gd name="connsiteX182" fmla="*/ 3594501 w 12192001"/>
              <a:gd name="connsiteY182" fmla="*/ 1987276 h 2344739"/>
              <a:gd name="connsiteX183" fmla="*/ 3585978 w 12192001"/>
              <a:gd name="connsiteY183" fmla="*/ 1987966 h 2344739"/>
              <a:gd name="connsiteX184" fmla="*/ 3536135 w 12192001"/>
              <a:gd name="connsiteY184" fmla="*/ 1978267 h 2344739"/>
              <a:gd name="connsiteX185" fmla="*/ 3473223 w 12192001"/>
              <a:gd name="connsiteY185" fmla="*/ 1974606 h 2344739"/>
              <a:gd name="connsiteX186" fmla="*/ 3400728 w 12192001"/>
              <a:gd name="connsiteY186" fmla="*/ 1962558 h 2344739"/>
              <a:gd name="connsiteX187" fmla="*/ 3363888 w 12192001"/>
              <a:gd name="connsiteY187" fmla="*/ 1979510 h 2344739"/>
              <a:gd name="connsiteX188" fmla="*/ 3344026 w 12192001"/>
              <a:gd name="connsiteY188" fmla="*/ 1981192 h 2344739"/>
              <a:gd name="connsiteX189" fmla="*/ 3341698 w 12192001"/>
              <a:gd name="connsiteY189" fmla="*/ 1980217 h 2344739"/>
              <a:gd name="connsiteX190" fmla="*/ 3262356 w 12192001"/>
              <a:gd name="connsiteY190" fmla="*/ 1986094 h 2344739"/>
              <a:gd name="connsiteX191" fmla="*/ 3142556 w 12192001"/>
              <a:gd name="connsiteY191" fmla="*/ 1993869 h 2344739"/>
              <a:gd name="connsiteX192" fmla="*/ 3030291 w 12192001"/>
              <a:gd name="connsiteY192" fmla="*/ 1996512 h 2344739"/>
              <a:gd name="connsiteX193" fmla="*/ 2781569 w 12192001"/>
              <a:gd name="connsiteY193" fmla="*/ 2018333 h 2344739"/>
              <a:gd name="connsiteX194" fmla="*/ 2646527 w 12192001"/>
              <a:gd name="connsiteY194" fmla="*/ 2028869 h 2344739"/>
              <a:gd name="connsiteX195" fmla="*/ 2568028 w 12192001"/>
              <a:gd name="connsiteY195" fmla="*/ 2002628 h 2344739"/>
              <a:gd name="connsiteX196" fmla="*/ 2443255 w 12192001"/>
              <a:gd name="connsiteY196" fmla="*/ 2016529 h 2344739"/>
              <a:gd name="connsiteX197" fmla="*/ 2315112 w 12192001"/>
              <a:gd name="connsiteY197" fmla="*/ 2024996 h 2344739"/>
              <a:gd name="connsiteX198" fmla="*/ 2208578 w 12192001"/>
              <a:gd name="connsiteY198" fmla="*/ 2019763 h 2344739"/>
              <a:gd name="connsiteX199" fmla="*/ 2094665 w 12192001"/>
              <a:gd name="connsiteY199" fmla="*/ 2003052 h 2344739"/>
              <a:gd name="connsiteX200" fmla="*/ 1997356 w 12192001"/>
              <a:gd name="connsiteY200" fmla="*/ 1995032 h 2344739"/>
              <a:gd name="connsiteX201" fmla="*/ 1928172 w 12192001"/>
              <a:gd name="connsiteY201" fmla="*/ 2016977 h 2344739"/>
              <a:gd name="connsiteX202" fmla="*/ 1921650 w 12192001"/>
              <a:gd name="connsiteY202" fmla="*/ 2012146 h 2344739"/>
              <a:gd name="connsiteX203" fmla="*/ 1873080 w 12192001"/>
              <a:gd name="connsiteY203" fmla="*/ 2013741 h 2344739"/>
              <a:gd name="connsiteX204" fmla="*/ 1786655 w 12192001"/>
              <a:gd name="connsiteY204" fmla="*/ 2041363 h 2344739"/>
              <a:gd name="connsiteX205" fmla="*/ 1738204 w 12192001"/>
              <a:gd name="connsiteY205" fmla="*/ 2036312 h 2344739"/>
              <a:gd name="connsiteX206" fmla="*/ 1675071 w 12192001"/>
              <a:gd name="connsiteY206" fmla="*/ 2019963 h 2344739"/>
              <a:gd name="connsiteX207" fmla="*/ 1608669 w 12192001"/>
              <a:gd name="connsiteY207" fmla="*/ 2013066 h 2344739"/>
              <a:gd name="connsiteX208" fmla="*/ 1496110 w 12192001"/>
              <a:gd name="connsiteY208" fmla="*/ 1987476 h 2344739"/>
              <a:gd name="connsiteX209" fmla="*/ 1149979 w 12192001"/>
              <a:gd name="connsiteY209" fmla="*/ 1938041 h 2344739"/>
              <a:gd name="connsiteX210" fmla="*/ 858269 w 12192001"/>
              <a:gd name="connsiteY210" fmla="*/ 1928608 h 2344739"/>
              <a:gd name="connsiteX211" fmla="*/ 837540 w 12192001"/>
              <a:gd name="connsiteY211" fmla="*/ 1929821 h 2344739"/>
              <a:gd name="connsiteX212" fmla="*/ 816809 w 12192001"/>
              <a:gd name="connsiteY212" fmla="*/ 1927857 h 2344739"/>
              <a:gd name="connsiteX213" fmla="*/ 811506 w 12192001"/>
              <a:gd name="connsiteY213" fmla="*/ 1930751 h 2344739"/>
              <a:gd name="connsiteX214" fmla="*/ 797041 w 12192001"/>
              <a:gd name="connsiteY214" fmla="*/ 1930446 h 2344739"/>
              <a:gd name="connsiteX215" fmla="*/ 767901 w 12192001"/>
              <a:gd name="connsiteY215" fmla="*/ 1932653 h 2344739"/>
              <a:gd name="connsiteX216" fmla="*/ 763053 w 12192001"/>
              <a:gd name="connsiteY216" fmla="*/ 1930432 h 2344739"/>
              <a:gd name="connsiteX217" fmla="*/ 720047 w 12192001"/>
              <a:gd name="connsiteY217" fmla="*/ 1929661 h 2344739"/>
              <a:gd name="connsiteX218" fmla="*/ 719742 w 12192001"/>
              <a:gd name="connsiteY218" fmla="*/ 1928399 h 2344739"/>
              <a:gd name="connsiteX219" fmla="*/ 708875 w 12192001"/>
              <a:gd name="connsiteY219" fmla="*/ 1922722 h 2344739"/>
              <a:gd name="connsiteX220" fmla="*/ 596792 w 12192001"/>
              <a:gd name="connsiteY220" fmla="*/ 1879864 h 2344739"/>
              <a:gd name="connsiteX221" fmla="*/ 578535 w 12192001"/>
              <a:gd name="connsiteY221" fmla="*/ 1877212 h 2344739"/>
              <a:gd name="connsiteX222" fmla="*/ 571717 w 12192001"/>
              <a:gd name="connsiteY222" fmla="*/ 1877401 h 2344739"/>
              <a:gd name="connsiteX223" fmla="*/ 445099 w 12192001"/>
              <a:gd name="connsiteY223" fmla="*/ 1839371 h 2344739"/>
              <a:gd name="connsiteX224" fmla="*/ 404015 w 12192001"/>
              <a:gd name="connsiteY224" fmla="*/ 1833548 h 2344739"/>
              <a:gd name="connsiteX225" fmla="*/ 292435 w 12192001"/>
              <a:gd name="connsiteY225" fmla="*/ 1812852 h 2344739"/>
              <a:gd name="connsiteX226" fmla="*/ 118381 w 12192001"/>
              <a:gd name="connsiteY226" fmla="*/ 1761047 h 2344739"/>
              <a:gd name="connsiteX227" fmla="*/ 15526 w 12192001"/>
              <a:gd name="connsiteY227" fmla="*/ 1758191 h 2344739"/>
              <a:gd name="connsiteX228" fmla="*/ 2 w 12192001"/>
              <a:gd name="connsiteY228" fmla="*/ 1752722 h 2344739"/>
              <a:gd name="connsiteX229" fmla="*/ 1 w 12192001"/>
              <a:gd name="connsiteY229" fmla="*/ 762497 h 2344739"/>
              <a:gd name="connsiteX230" fmla="*/ 0 w 12192001"/>
              <a:gd name="connsiteY230" fmla="*/ 762497 h 2344739"/>
              <a:gd name="connsiteX231" fmla="*/ 0 w 12192001"/>
              <a:gd name="connsiteY231" fmla="*/ 222213 h 2344739"/>
              <a:gd name="connsiteX232" fmla="*/ 0 w 12192001"/>
              <a:gd name="connsiteY232"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12228 w 12192001"/>
              <a:gd name="connsiteY22" fmla="*/ 797659 h 2344739"/>
              <a:gd name="connsiteX23" fmla="*/ 11748619 w 12192001"/>
              <a:gd name="connsiteY23" fmla="*/ 872002 h 2344739"/>
              <a:gd name="connsiteX24" fmla="*/ 11589545 w 12192001"/>
              <a:gd name="connsiteY24" fmla="*/ 963777 h 2344739"/>
              <a:gd name="connsiteX25" fmla="*/ 11522499 w 12192001"/>
              <a:gd name="connsiteY25" fmla="*/ 999965 h 2344739"/>
              <a:gd name="connsiteX26" fmla="*/ 11279184 w 12192001"/>
              <a:gd name="connsiteY26" fmla="*/ 1223571 h 2344739"/>
              <a:gd name="connsiteX27" fmla="*/ 11227161 w 12192001"/>
              <a:gd name="connsiteY27" fmla="*/ 1276236 h 2344739"/>
              <a:gd name="connsiteX28" fmla="*/ 11216939 w 12192001"/>
              <a:gd name="connsiteY28" fmla="*/ 1275961 h 2344739"/>
              <a:gd name="connsiteX29" fmla="*/ 11216036 w 12192001"/>
              <a:gd name="connsiteY29" fmla="*/ 1275018 h 2344739"/>
              <a:gd name="connsiteX30" fmla="*/ 11187737 w 12192001"/>
              <a:gd name="connsiteY30" fmla="*/ 1292383 h 2344739"/>
              <a:gd name="connsiteX31" fmla="*/ 11183353 w 12192001"/>
              <a:gd name="connsiteY31" fmla="*/ 1292525 h 2344739"/>
              <a:gd name="connsiteX32" fmla="*/ 11165706 w 12192001"/>
              <a:gd name="connsiteY32" fmla="*/ 1306612 h 2344739"/>
              <a:gd name="connsiteX33" fmla="*/ 11156163 w 12192001"/>
              <a:gd name="connsiteY33" fmla="*/ 1312414 h 2344739"/>
              <a:gd name="connsiteX34" fmla="*/ 11154348 w 12192001"/>
              <a:gd name="connsiteY34" fmla="*/ 1317097 h 2344739"/>
              <a:gd name="connsiteX35" fmla="*/ 11139813 w 12192001"/>
              <a:gd name="connsiteY35" fmla="*/ 1324115 h 2344739"/>
              <a:gd name="connsiteX36" fmla="*/ 11137813 w 12192001"/>
              <a:gd name="connsiteY36" fmla="*/ 1323772 h 2344739"/>
              <a:gd name="connsiteX37" fmla="*/ 11127060 w 12192001"/>
              <a:gd name="connsiteY37" fmla="*/ 1333832 h 2344739"/>
              <a:gd name="connsiteX38" fmla="*/ 11119543 w 12192001"/>
              <a:gd name="connsiteY38" fmla="*/ 1347424 h 2344739"/>
              <a:gd name="connsiteX39" fmla="*/ 10893535 w 12192001"/>
              <a:gd name="connsiteY39" fmla="*/ 1473399 h 2344739"/>
              <a:gd name="connsiteX40" fmla="*/ 10772152 w 12192001"/>
              <a:gd name="connsiteY40" fmla="*/ 1523191 h 2344739"/>
              <a:gd name="connsiteX41" fmla="*/ 10626520 w 12192001"/>
              <a:gd name="connsiteY41" fmla="*/ 1559229 h 2344739"/>
              <a:gd name="connsiteX42" fmla="*/ 10580747 w 12192001"/>
              <a:gd name="connsiteY42" fmla="*/ 1568689 h 2344739"/>
              <a:gd name="connsiteX43" fmla="*/ 10546642 w 12192001"/>
              <a:gd name="connsiteY43" fmla="*/ 1598423 h 2344739"/>
              <a:gd name="connsiteX44" fmla="*/ 10528495 w 12192001"/>
              <a:gd name="connsiteY44" fmla="*/ 1596907 h 2344739"/>
              <a:gd name="connsiteX45" fmla="*/ 10525298 w 12192001"/>
              <a:gd name="connsiteY45" fmla="*/ 1596411 h 2344739"/>
              <a:gd name="connsiteX46" fmla="*/ 10513981 w 12192001"/>
              <a:gd name="connsiteY46" fmla="*/ 1599537 h 2344739"/>
              <a:gd name="connsiteX47" fmla="*/ 10490587 w 12192001"/>
              <a:gd name="connsiteY47" fmla="*/ 1594156 h 2344739"/>
              <a:gd name="connsiteX48" fmla="*/ 10470270 w 12192001"/>
              <a:gd name="connsiteY48" fmla="*/ 1601693 h 2344739"/>
              <a:gd name="connsiteX49" fmla="*/ 10375894 w 12192001"/>
              <a:gd name="connsiteY49" fmla="*/ 1644598 h 2344739"/>
              <a:gd name="connsiteX50" fmla="*/ 10318190 w 12192001"/>
              <a:gd name="connsiteY50" fmla="*/ 1666221 h 2344739"/>
              <a:gd name="connsiteX51" fmla="*/ 10294319 w 12192001"/>
              <a:gd name="connsiteY51" fmla="*/ 1668079 h 2344739"/>
              <a:gd name="connsiteX52" fmla="*/ 10262295 w 12192001"/>
              <a:gd name="connsiteY52" fmla="*/ 1674948 h 2344739"/>
              <a:gd name="connsiteX53" fmla="*/ 10204270 w 12192001"/>
              <a:gd name="connsiteY53" fmla="*/ 1682149 h 2344739"/>
              <a:gd name="connsiteX54" fmla="*/ 10176611 w 12192001"/>
              <a:gd name="connsiteY54" fmla="*/ 1692943 h 2344739"/>
              <a:gd name="connsiteX55" fmla="*/ 10163922 w 12192001"/>
              <a:gd name="connsiteY55" fmla="*/ 1693739 h 2344739"/>
              <a:gd name="connsiteX56" fmla="*/ 10155160 w 12192001"/>
              <a:gd name="connsiteY56" fmla="*/ 1707487 h 2344739"/>
              <a:gd name="connsiteX57" fmla="*/ 10117119 w 12192001"/>
              <a:gd name="connsiteY57" fmla="*/ 1731142 h 2344739"/>
              <a:gd name="connsiteX58" fmla="*/ 10100445 w 12192001"/>
              <a:gd name="connsiteY58" fmla="*/ 1742432 h 2344739"/>
              <a:gd name="connsiteX59" fmla="*/ 10082169 w 12192001"/>
              <a:gd name="connsiteY59" fmla="*/ 1743296 h 2344739"/>
              <a:gd name="connsiteX60" fmla="*/ 10039240 w 12192001"/>
              <a:gd name="connsiteY60" fmla="*/ 1741632 h 2344739"/>
              <a:gd name="connsiteX61" fmla="*/ 9960019 w 12192001"/>
              <a:gd name="connsiteY61" fmla="*/ 1757147 h 2344739"/>
              <a:gd name="connsiteX62" fmla="*/ 9847792 w 12192001"/>
              <a:gd name="connsiteY62" fmla="*/ 1763915 h 2344739"/>
              <a:gd name="connsiteX63" fmla="*/ 9728309 w 12192001"/>
              <a:gd name="connsiteY63" fmla="*/ 1784122 h 2344739"/>
              <a:gd name="connsiteX64" fmla="*/ 9584507 w 12192001"/>
              <a:gd name="connsiteY64" fmla="*/ 1795542 h 2344739"/>
              <a:gd name="connsiteX65" fmla="*/ 9343052 w 12192001"/>
              <a:gd name="connsiteY65" fmla="*/ 1841244 h 2344739"/>
              <a:gd name="connsiteX66" fmla="*/ 9231370 w 12192001"/>
              <a:gd name="connsiteY66" fmla="*/ 1893149 h 2344739"/>
              <a:gd name="connsiteX67" fmla="*/ 9194810 w 12192001"/>
              <a:gd name="connsiteY67" fmla="*/ 1903228 h 2344739"/>
              <a:gd name="connsiteX68" fmla="*/ 9189246 w 12192001"/>
              <a:gd name="connsiteY68" fmla="*/ 1912467 h 2344739"/>
              <a:gd name="connsiteX69" fmla="*/ 9113812 w 12192001"/>
              <a:gd name="connsiteY69" fmla="*/ 1919069 h 2344739"/>
              <a:gd name="connsiteX70" fmla="*/ 9053453 w 12192001"/>
              <a:gd name="connsiteY70" fmla="*/ 1910755 h 2344739"/>
              <a:gd name="connsiteX71" fmla="*/ 9005486 w 12192001"/>
              <a:gd name="connsiteY71" fmla="*/ 1914040 h 2344739"/>
              <a:gd name="connsiteX72" fmla="*/ 9005201 w 12192001"/>
              <a:gd name="connsiteY72" fmla="*/ 1913800 h 2344739"/>
              <a:gd name="connsiteX73" fmla="*/ 8996232 w 12192001"/>
              <a:gd name="connsiteY73" fmla="*/ 1915011 h 2344739"/>
              <a:gd name="connsiteX74" fmla="*/ 8990394 w 12192001"/>
              <a:gd name="connsiteY74" fmla="*/ 1917072 h 2344739"/>
              <a:gd name="connsiteX75" fmla="*/ 8974337 w 12192001"/>
              <a:gd name="connsiteY75" fmla="*/ 1920298 h 2344739"/>
              <a:gd name="connsiteX76" fmla="*/ 8968011 w 12192001"/>
              <a:gd name="connsiteY76" fmla="*/ 1919598 h 2344739"/>
              <a:gd name="connsiteX77" fmla="*/ 8963048 w 12192001"/>
              <a:gd name="connsiteY77" fmla="*/ 1917373 h 2344739"/>
              <a:gd name="connsiteX78" fmla="*/ 8928988 w 12192001"/>
              <a:gd name="connsiteY78" fmla="*/ 1914185 h 2344739"/>
              <a:gd name="connsiteX79" fmla="*/ 8752444 w 12192001"/>
              <a:gd name="connsiteY79" fmla="*/ 1933417 h 2344739"/>
              <a:gd name="connsiteX80" fmla="*/ 8707847 w 12192001"/>
              <a:gd name="connsiteY80" fmla="*/ 1935518 h 2344739"/>
              <a:gd name="connsiteX81" fmla="*/ 8596071 w 12192001"/>
              <a:gd name="connsiteY81" fmla="*/ 1944090 h 2344739"/>
              <a:gd name="connsiteX82" fmla="*/ 8525230 w 12192001"/>
              <a:gd name="connsiteY82" fmla="*/ 1929248 h 2344739"/>
              <a:gd name="connsiteX83" fmla="*/ 8510983 w 12192001"/>
              <a:gd name="connsiteY83" fmla="*/ 1935163 h 2344739"/>
              <a:gd name="connsiteX84" fmla="*/ 8506167 w 12192001"/>
              <a:gd name="connsiteY84" fmla="*/ 1938164 h 2344739"/>
              <a:gd name="connsiteX85" fmla="*/ 8497968 w 12192001"/>
              <a:gd name="connsiteY85" fmla="*/ 1940902 h 2344739"/>
              <a:gd name="connsiteX86" fmla="*/ 8497594 w 12192001"/>
              <a:gd name="connsiteY86" fmla="*/ 1940723 h 2344739"/>
              <a:gd name="connsiteX87" fmla="*/ 8490249 w 12192001"/>
              <a:gd name="connsiteY87" fmla="*/ 1943773 h 2344739"/>
              <a:gd name="connsiteX88" fmla="*/ 8367182 w 12192001"/>
              <a:gd name="connsiteY88" fmla="*/ 1957815 h 2344739"/>
              <a:gd name="connsiteX89" fmla="*/ 8353799 w 12192001"/>
              <a:gd name="connsiteY89" fmla="*/ 1958009 h 2344739"/>
              <a:gd name="connsiteX90" fmla="*/ 8352373 w 12192001"/>
              <a:gd name="connsiteY90" fmla="*/ 1957169 h 2344739"/>
              <a:gd name="connsiteX91" fmla="*/ 8320104 w 12192001"/>
              <a:gd name="connsiteY91" fmla="*/ 1974587 h 2344739"/>
              <a:gd name="connsiteX92" fmla="*/ 8314433 w 12192001"/>
              <a:gd name="connsiteY92" fmla="*/ 1974913 h 2344739"/>
              <a:gd name="connsiteX93" fmla="*/ 8295174 w 12192001"/>
              <a:gd name="connsiteY93" fmla="*/ 1988808 h 2344739"/>
              <a:gd name="connsiteX94" fmla="*/ 8284276 w 12192001"/>
              <a:gd name="connsiteY94" fmla="*/ 1994631 h 2344739"/>
              <a:gd name="connsiteX95" fmla="*/ 8283150 w 12192001"/>
              <a:gd name="connsiteY95" fmla="*/ 1999074 h 2344739"/>
              <a:gd name="connsiteX96" fmla="*/ 8266076 w 12192001"/>
              <a:gd name="connsiteY96" fmla="*/ 2006249 h 2344739"/>
              <a:gd name="connsiteX97" fmla="*/ 8263377 w 12192001"/>
              <a:gd name="connsiteY97" fmla="*/ 2006019 h 2344739"/>
              <a:gd name="connsiteX98" fmla="*/ 8252033 w 12192001"/>
              <a:gd name="connsiteY98" fmla="*/ 2015862 h 2344739"/>
              <a:gd name="connsiteX99" fmla="*/ 8245834 w 12192001"/>
              <a:gd name="connsiteY99" fmla="*/ 2028854 h 2344739"/>
              <a:gd name="connsiteX100" fmla="*/ 8090272 w 12192001"/>
              <a:gd name="connsiteY100" fmla="*/ 2075015 h 2344739"/>
              <a:gd name="connsiteX101" fmla="*/ 7905407 w 12192001"/>
              <a:gd name="connsiteY101" fmla="*/ 2116988 h 2344739"/>
              <a:gd name="connsiteX102" fmla="*/ 7718745 w 12192001"/>
              <a:gd name="connsiteY102" fmla="*/ 2142703 h 2344739"/>
              <a:gd name="connsiteX103" fmla="*/ 7614347 w 12192001"/>
              <a:gd name="connsiteY103" fmla="*/ 2139232 h 2344739"/>
              <a:gd name="connsiteX104" fmla="*/ 7527543 w 12192001"/>
              <a:gd name="connsiteY104" fmla="*/ 2145060 h 2344739"/>
              <a:gd name="connsiteX105" fmla="*/ 7519571 w 12192001"/>
              <a:gd name="connsiteY105" fmla="*/ 2147613 h 2344739"/>
              <a:gd name="connsiteX106" fmla="*/ 7507411 w 12192001"/>
              <a:gd name="connsiteY106" fmla="*/ 2148948 h 2344739"/>
              <a:gd name="connsiteX107" fmla="*/ 7507040 w 12192001"/>
              <a:gd name="connsiteY107" fmla="*/ 2148621 h 2344739"/>
              <a:gd name="connsiteX108" fmla="*/ 7495795 w 12192001"/>
              <a:gd name="connsiteY108" fmla="*/ 2150573 h 2344739"/>
              <a:gd name="connsiteX109" fmla="*/ 7405391 w 12192001"/>
              <a:gd name="connsiteY109" fmla="*/ 2142468 h 2344739"/>
              <a:gd name="connsiteX110" fmla="*/ 7312180 w 12192001"/>
              <a:gd name="connsiteY110" fmla="*/ 2132873 h 2344739"/>
              <a:gd name="connsiteX111" fmla="*/ 7310853 w 12192001"/>
              <a:gd name="connsiteY111" fmla="*/ 2131431 h 2344739"/>
              <a:gd name="connsiteX112" fmla="*/ 7218559 w 12192001"/>
              <a:gd name="connsiteY112" fmla="*/ 2156680 h 2344739"/>
              <a:gd name="connsiteX113" fmla="*/ 7201101 w 12192001"/>
              <a:gd name="connsiteY113" fmla="*/ 2161230 h 2344739"/>
              <a:gd name="connsiteX114" fmla="*/ 7197004 w 12192001"/>
              <a:gd name="connsiteY114" fmla="*/ 2166588 h 2344739"/>
              <a:gd name="connsiteX115" fmla="*/ 7170808 w 12192001"/>
              <a:gd name="connsiteY115" fmla="*/ 2171236 h 2344739"/>
              <a:gd name="connsiteX116" fmla="*/ 7096988 w 12192001"/>
              <a:gd name="connsiteY116" fmla="*/ 2183464 h 2344739"/>
              <a:gd name="connsiteX117" fmla="*/ 7018496 w 12192001"/>
              <a:gd name="connsiteY117" fmla="*/ 2183090 h 2344739"/>
              <a:gd name="connsiteX118" fmla="*/ 6904146 w 12192001"/>
              <a:gd name="connsiteY118" fmla="*/ 2212596 h 2344739"/>
              <a:gd name="connsiteX119" fmla="*/ 6708222 w 12192001"/>
              <a:gd name="connsiteY119" fmla="*/ 2240551 h 2344739"/>
              <a:gd name="connsiteX120" fmla="*/ 6549454 w 12192001"/>
              <a:gd name="connsiteY120" fmla="*/ 2269327 h 2344739"/>
              <a:gd name="connsiteX121" fmla="*/ 6317560 w 12192001"/>
              <a:gd name="connsiteY121" fmla="*/ 2316127 h 2344739"/>
              <a:gd name="connsiteX122" fmla="*/ 6168674 w 12192001"/>
              <a:gd name="connsiteY122" fmla="*/ 2318214 h 2344739"/>
              <a:gd name="connsiteX123" fmla="*/ 6073848 w 12192001"/>
              <a:gd name="connsiteY123" fmla="*/ 2338676 h 2344739"/>
              <a:gd name="connsiteX124" fmla="*/ 6068529 w 12192001"/>
              <a:gd name="connsiteY124" fmla="*/ 2337139 h 2344739"/>
              <a:gd name="connsiteX125" fmla="*/ 6048638 w 12192001"/>
              <a:gd name="connsiteY125" fmla="*/ 2337822 h 2344739"/>
              <a:gd name="connsiteX126" fmla="*/ 6041285 w 12192001"/>
              <a:gd name="connsiteY126" fmla="*/ 2329473 h 2344739"/>
              <a:gd name="connsiteX127" fmla="*/ 6010090 w 12192001"/>
              <a:gd name="connsiteY127" fmla="*/ 2324380 h 2344739"/>
              <a:gd name="connsiteX128" fmla="*/ 5957375 w 12192001"/>
              <a:gd name="connsiteY128" fmla="*/ 2328024 h 2344739"/>
              <a:gd name="connsiteX129" fmla="*/ 5758919 w 12192001"/>
              <a:gd name="connsiteY129" fmla="*/ 2343716 h 2344739"/>
              <a:gd name="connsiteX130" fmla="*/ 5626960 w 12192001"/>
              <a:gd name="connsiteY130" fmla="*/ 2344739 h 2344739"/>
              <a:gd name="connsiteX131" fmla="*/ 5470906 w 12192001"/>
              <a:gd name="connsiteY131" fmla="*/ 2330719 h 2344739"/>
              <a:gd name="connsiteX132" fmla="*/ 5432761 w 12192001"/>
              <a:gd name="connsiteY132" fmla="*/ 2319466 h 2344739"/>
              <a:gd name="connsiteX133" fmla="*/ 5381669 w 12192001"/>
              <a:gd name="connsiteY133" fmla="*/ 2301764 h 2344739"/>
              <a:gd name="connsiteX134" fmla="*/ 5261764 w 12192001"/>
              <a:gd name="connsiteY134" fmla="*/ 2281347 h 2344739"/>
              <a:gd name="connsiteX135" fmla="*/ 5222961 w 12192001"/>
              <a:gd name="connsiteY135" fmla="*/ 2270223 h 2344739"/>
              <a:gd name="connsiteX136" fmla="*/ 5174660 w 12192001"/>
              <a:gd name="connsiteY136" fmla="*/ 2267233 h 2344739"/>
              <a:gd name="connsiteX137" fmla="*/ 5156554 w 12192001"/>
              <a:gd name="connsiteY137" fmla="*/ 2260010 h 2344739"/>
              <a:gd name="connsiteX138" fmla="*/ 5142599 w 12192001"/>
              <a:gd name="connsiteY138" fmla="*/ 2256610 h 2344739"/>
              <a:gd name="connsiteX139" fmla="*/ 5139596 w 12192001"/>
              <a:gd name="connsiteY139" fmla="*/ 2254509 h 2344739"/>
              <a:gd name="connsiteX140" fmla="*/ 5121659 w 12192001"/>
              <a:gd name="connsiteY140" fmla="*/ 2243656 h 2344739"/>
              <a:gd name="connsiteX141" fmla="*/ 5065790 w 12192001"/>
              <a:gd name="connsiteY141" fmla="*/ 2250227 h 2344739"/>
              <a:gd name="connsiteX142" fmla="*/ 5011514 w 12192001"/>
              <a:gd name="connsiteY142" fmla="*/ 2233846 h 2344739"/>
              <a:gd name="connsiteX143" fmla="*/ 4840441 w 12192001"/>
              <a:gd name="connsiteY143" fmla="*/ 2209829 h 2344739"/>
              <a:gd name="connsiteX144" fmla="*/ 4762447 w 12192001"/>
              <a:gd name="connsiteY144" fmla="*/ 2182061 h 2344739"/>
              <a:gd name="connsiteX145" fmla="*/ 4723186 w 12192001"/>
              <a:gd name="connsiteY145" fmla="*/ 2173047 h 2344739"/>
              <a:gd name="connsiteX146" fmla="*/ 4721176 w 12192001"/>
              <a:gd name="connsiteY146" fmla="*/ 2172298 h 2344739"/>
              <a:gd name="connsiteX147" fmla="*/ 4722111 w 12192001"/>
              <a:gd name="connsiteY147" fmla="*/ 2172087 h 2344739"/>
              <a:gd name="connsiteX148" fmla="*/ 4717202 w 12192001"/>
              <a:gd name="connsiteY148" fmla="*/ 2170817 h 2344739"/>
              <a:gd name="connsiteX149" fmla="*/ 4721176 w 12192001"/>
              <a:gd name="connsiteY149" fmla="*/ 2172298 h 2344739"/>
              <a:gd name="connsiteX150" fmla="*/ 4715526 w 12192001"/>
              <a:gd name="connsiteY150" fmla="*/ 2173573 h 2344739"/>
              <a:gd name="connsiteX151" fmla="*/ 4515814 w 12192001"/>
              <a:gd name="connsiteY151" fmla="*/ 2163671 h 2344739"/>
              <a:gd name="connsiteX152" fmla="*/ 4428543 w 12192001"/>
              <a:gd name="connsiteY152" fmla="*/ 2153020 h 2344739"/>
              <a:gd name="connsiteX153" fmla="*/ 4362875 w 12192001"/>
              <a:gd name="connsiteY153" fmla="*/ 2151674 h 2344739"/>
              <a:gd name="connsiteX154" fmla="*/ 4316966 w 12192001"/>
              <a:gd name="connsiteY154" fmla="*/ 2158289 h 2344739"/>
              <a:gd name="connsiteX155" fmla="*/ 4315110 w 12192001"/>
              <a:gd name="connsiteY155" fmla="*/ 2156948 h 2344739"/>
              <a:gd name="connsiteX156" fmla="*/ 4295144 w 12192001"/>
              <a:gd name="connsiteY156" fmla="*/ 2155069 h 2344739"/>
              <a:gd name="connsiteX157" fmla="*/ 4290064 w 12192001"/>
              <a:gd name="connsiteY157" fmla="*/ 2157986 h 2344739"/>
              <a:gd name="connsiteX158" fmla="*/ 4276142 w 12192001"/>
              <a:gd name="connsiteY158" fmla="*/ 2157740 h 2344739"/>
              <a:gd name="connsiteX159" fmla="*/ 4248117 w 12192001"/>
              <a:gd name="connsiteY159" fmla="*/ 2160064 h 2344739"/>
              <a:gd name="connsiteX160" fmla="*/ 4202051 w 12192001"/>
              <a:gd name="connsiteY160" fmla="*/ 2157269 h 2344739"/>
              <a:gd name="connsiteX161" fmla="*/ 4201745 w 12192001"/>
              <a:gd name="connsiteY161" fmla="*/ 2156010 h 2344739"/>
              <a:gd name="connsiteX162" fmla="*/ 4191248 w 12192001"/>
              <a:gd name="connsiteY162" fmla="*/ 2150376 h 2344739"/>
              <a:gd name="connsiteX163" fmla="*/ 4142745 w 12192001"/>
              <a:gd name="connsiteY163" fmla="*/ 2134511 h 2344739"/>
              <a:gd name="connsiteX164" fmla="*/ 4083097 w 12192001"/>
              <a:gd name="connsiteY164" fmla="*/ 2107978 h 2344739"/>
              <a:gd name="connsiteX165" fmla="*/ 4074546 w 12192001"/>
              <a:gd name="connsiteY165" fmla="*/ 2107143 h 2344739"/>
              <a:gd name="connsiteX166" fmla="*/ 4074427 w 12192001"/>
              <a:gd name="connsiteY166" fmla="*/ 2106844 h 2344739"/>
              <a:gd name="connsiteX167" fmla="*/ 4065510 w 12192001"/>
              <a:gd name="connsiteY167" fmla="*/ 2105400 h 2344739"/>
              <a:gd name="connsiteX168" fmla="*/ 4058954 w 12192001"/>
              <a:gd name="connsiteY168" fmla="*/ 2105618 h 2344739"/>
              <a:gd name="connsiteX169" fmla="*/ 4042364 w 12192001"/>
              <a:gd name="connsiteY169" fmla="*/ 2103997 h 2344739"/>
              <a:gd name="connsiteX170" fmla="*/ 4036997 w 12192001"/>
              <a:gd name="connsiteY170" fmla="*/ 2101563 h 2344739"/>
              <a:gd name="connsiteX171" fmla="*/ 4035363 w 12192001"/>
              <a:gd name="connsiteY171" fmla="*/ 2097896 h 2344739"/>
              <a:gd name="connsiteX172" fmla="*/ 4033778 w 12192001"/>
              <a:gd name="connsiteY172" fmla="*/ 2098131 h 2344739"/>
              <a:gd name="connsiteX173" fmla="*/ 4004538 w 12192001"/>
              <a:gd name="connsiteY173" fmla="*/ 2085563 h 2344739"/>
              <a:gd name="connsiteX174" fmla="*/ 3936846 w 12192001"/>
              <a:gd name="connsiteY174" fmla="*/ 2068106 h 2344739"/>
              <a:gd name="connsiteX175" fmla="*/ 3897275 w 12192001"/>
              <a:gd name="connsiteY175" fmla="*/ 2062451 h 2344739"/>
              <a:gd name="connsiteX176" fmla="*/ 3789760 w 12192001"/>
              <a:gd name="connsiteY176" fmla="*/ 2042213 h 2344739"/>
              <a:gd name="connsiteX177" fmla="*/ 3682513 w 12192001"/>
              <a:gd name="connsiteY177" fmla="*/ 2018290 h 2344739"/>
              <a:gd name="connsiteX178" fmla="*/ 3610035 w 12192001"/>
              <a:gd name="connsiteY178" fmla="*/ 1986019 h 2344739"/>
              <a:gd name="connsiteX179" fmla="*/ 3603855 w 12192001"/>
              <a:gd name="connsiteY179" fmla="*/ 1987381 h 2344739"/>
              <a:gd name="connsiteX180" fmla="*/ 3594736 w 12192001"/>
              <a:gd name="connsiteY180" fmla="*/ 1987545 h 2344739"/>
              <a:gd name="connsiteX181" fmla="*/ 3594501 w 12192001"/>
              <a:gd name="connsiteY181" fmla="*/ 1987276 h 2344739"/>
              <a:gd name="connsiteX182" fmla="*/ 3585978 w 12192001"/>
              <a:gd name="connsiteY182" fmla="*/ 1987966 h 2344739"/>
              <a:gd name="connsiteX183" fmla="*/ 3536135 w 12192001"/>
              <a:gd name="connsiteY183" fmla="*/ 1978267 h 2344739"/>
              <a:gd name="connsiteX184" fmla="*/ 3473223 w 12192001"/>
              <a:gd name="connsiteY184" fmla="*/ 1974606 h 2344739"/>
              <a:gd name="connsiteX185" fmla="*/ 3400728 w 12192001"/>
              <a:gd name="connsiteY185" fmla="*/ 1962558 h 2344739"/>
              <a:gd name="connsiteX186" fmla="*/ 3363888 w 12192001"/>
              <a:gd name="connsiteY186" fmla="*/ 1979510 h 2344739"/>
              <a:gd name="connsiteX187" fmla="*/ 3344026 w 12192001"/>
              <a:gd name="connsiteY187" fmla="*/ 1981192 h 2344739"/>
              <a:gd name="connsiteX188" fmla="*/ 3341698 w 12192001"/>
              <a:gd name="connsiteY188" fmla="*/ 1980217 h 2344739"/>
              <a:gd name="connsiteX189" fmla="*/ 3262356 w 12192001"/>
              <a:gd name="connsiteY189" fmla="*/ 1986094 h 2344739"/>
              <a:gd name="connsiteX190" fmla="*/ 3142556 w 12192001"/>
              <a:gd name="connsiteY190" fmla="*/ 1993869 h 2344739"/>
              <a:gd name="connsiteX191" fmla="*/ 3030291 w 12192001"/>
              <a:gd name="connsiteY191" fmla="*/ 1996512 h 2344739"/>
              <a:gd name="connsiteX192" fmla="*/ 2781569 w 12192001"/>
              <a:gd name="connsiteY192" fmla="*/ 2018333 h 2344739"/>
              <a:gd name="connsiteX193" fmla="*/ 2646527 w 12192001"/>
              <a:gd name="connsiteY193" fmla="*/ 2028869 h 2344739"/>
              <a:gd name="connsiteX194" fmla="*/ 2568028 w 12192001"/>
              <a:gd name="connsiteY194" fmla="*/ 2002628 h 2344739"/>
              <a:gd name="connsiteX195" fmla="*/ 2443255 w 12192001"/>
              <a:gd name="connsiteY195" fmla="*/ 2016529 h 2344739"/>
              <a:gd name="connsiteX196" fmla="*/ 2315112 w 12192001"/>
              <a:gd name="connsiteY196" fmla="*/ 2024996 h 2344739"/>
              <a:gd name="connsiteX197" fmla="*/ 2208578 w 12192001"/>
              <a:gd name="connsiteY197" fmla="*/ 2019763 h 2344739"/>
              <a:gd name="connsiteX198" fmla="*/ 2094665 w 12192001"/>
              <a:gd name="connsiteY198" fmla="*/ 2003052 h 2344739"/>
              <a:gd name="connsiteX199" fmla="*/ 1997356 w 12192001"/>
              <a:gd name="connsiteY199" fmla="*/ 1995032 h 2344739"/>
              <a:gd name="connsiteX200" fmla="*/ 1928172 w 12192001"/>
              <a:gd name="connsiteY200" fmla="*/ 2016977 h 2344739"/>
              <a:gd name="connsiteX201" fmla="*/ 1921650 w 12192001"/>
              <a:gd name="connsiteY201" fmla="*/ 2012146 h 2344739"/>
              <a:gd name="connsiteX202" fmla="*/ 1873080 w 12192001"/>
              <a:gd name="connsiteY202" fmla="*/ 2013741 h 2344739"/>
              <a:gd name="connsiteX203" fmla="*/ 1786655 w 12192001"/>
              <a:gd name="connsiteY203" fmla="*/ 2041363 h 2344739"/>
              <a:gd name="connsiteX204" fmla="*/ 1738204 w 12192001"/>
              <a:gd name="connsiteY204" fmla="*/ 2036312 h 2344739"/>
              <a:gd name="connsiteX205" fmla="*/ 1675071 w 12192001"/>
              <a:gd name="connsiteY205" fmla="*/ 2019963 h 2344739"/>
              <a:gd name="connsiteX206" fmla="*/ 1608669 w 12192001"/>
              <a:gd name="connsiteY206" fmla="*/ 2013066 h 2344739"/>
              <a:gd name="connsiteX207" fmla="*/ 1496110 w 12192001"/>
              <a:gd name="connsiteY207" fmla="*/ 1987476 h 2344739"/>
              <a:gd name="connsiteX208" fmla="*/ 1149979 w 12192001"/>
              <a:gd name="connsiteY208" fmla="*/ 1938041 h 2344739"/>
              <a:gd name="connsiteX209" fmla="*/ 858269 w 12192001"/>
              <a:gd name="connsiteY209" fmla="*/ 1928608 h 2344739"/>
              <a:gd name="connsiteX210" fmla="*/ 837540 w 12192001"/>
              <a:gd name="connsiteY210" fmla="*/ 1929821 h 2344739"/>
              <a:gd name="connsiteX211" fmla="*/ 816809 w 12192001"/>
              <a:gd name="connsiteY211" fmla="*/ 1927857 h 2344739"/>
              <a:gd name="connsiteX212" fmla="*/ 811506 w 12192001"/>
              <a:gd name="connsiteY212" fmla="*/ 1930751 h 2344739"/>
              <a:gd name="connsiteX213" fmla="*/ 797041 w 12192001"/>
              <a:gd name="connsiteY213" fmla="*/ 1930446 h 2344739"/>
              <a:gd name="connsiteX214" fmla="*/ 767901 w 12192001"/>
              <a:gd name="connsiteY214" fmla="*/ 1932653 h 2344739"/>
              <a:gd name="connsiteX215" fmla="*/ 763053 w 12192001"/>
              <a:gd name="connsiteY215" fmla="*/ 1930432 h 2344739"/>
              <a:gd name="connsiteX216" fmla="*/ 720047 w 12192001"/>
              <a:gd name="connsiteY216" fmla="*/ 1929661 h 2344739"/>
              <a:gd name="connsiteX217" fmla="*/ 719742 w 12192001"/>
              <a:gd name="connsiteY217" fmla="*/ 1928399 h 2344739"/>
              <a:gd name="connsiteX218" fmla="*/ 708875 w 12192001"/>
              <a:gd name="connsiteY218" fmla="*/ 1922722 h 2344739"/>
              <a:gd name="connsiteX219" fmla="*/ 596792 w 12192001"/>
              <a:gd name="connsiteY219" fmla="*/ 1879864 h 2344739"/>
              <a:gd name="connsiteX220" fmla="*/ 578535 w 12192001"/>
              <a:gd name="connsiteY220" fmla="*/ 1877212 h 2344739"/>
              <a:gd name="connsiteX221" fmla="*/ 571717 w 12192001"/>
              <a:gd name="connsiteY221" fmla="*/ 1877401 h 2344739"/>
              <a:gd name="connsiteX222" fmla="*/ 445099 w 12192001"/>
              <a:gd name="connsiteY222" fmla="*/ 1839371 h 2344739"/>
              <a:gd name="connsiteX223" fmla="*/ 404015 w 12192001"/>
              <a:gd name="connsiteY223" fmla="*/ 1833548 h 2344739"/>
              <a:gd name="connsiteX224" fmla="*/ 292435 w 12192001"/>
              <a:gd name="connsiteY224" fmla="*/ 1812852 h 2344739"/>
              <a:gd name="connsiteX225" fmla="*/ 118381 w 12192001"/>
              <a:gd name="connsiteY225" fmla="*/ 1761047 h 2344739"/>
              <a:gd name="connsiteX226" fmla="*/ 15526 w 12192001"/>
              <a:gd name="connsiteY226" fmla="*/ 1758191 h 2344739"/>
              <a:gd name="connsiteX227" fmla="*/ 2 w 12192001"/>
              <a:gd name="connsiteY227" fmla="*/ 1752722 h 2344739"/>
              <a:gd name="connsiteX228" fmla="*/ 1 w 12192001"/>
              <a:gd name="connsiteY228" fmla="*/ 762497 h 2344739"/>
              <a:gd name="connsiteX229" fmla="*/ 0 w 12192001"/>
              <a:gd name="connsiteY229" fmla="*/ 762497 h 2344739"/>
              <a:gd name="connsiteX230" fmla="*/ 0 w 12192001"/>
              <a:gd name="connsiteY230" fmla="*/ 222213 h 2344739"/>
              <a:gd name="connsiteX231" fmla="*/ 0 w 12192001"/>
              <a:gd name="connsiteY231"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12228 w 12192001"/>
              <a:gd name="connsiteY22" fmla="*/ 797659 h 2344739"/>
              <a:gd name="connsiteX23" fmla="*/ 11748619 w 12192001"/>
              <a:gd name="connsiteY23" fmla="*/ 872002 h 2344739"/>
              <a:gd name="connsiteX24" fmla="*/ 11589545 w 12192001"/>
              <a:gd name="connsiteY24" fmla="*/ 963777 h 2344739"/>
              <a:gd name="connsiteX25" fmla="*/ 11522499 w 12192001"/>
              <a:gd name="connsiteY25" fmla="*/ 999965 h 2344739"/>
              <a:gd name="connsiteX26" fmla="*/ 11279184 w 12192001"/>
              <a:gd name="connsiteY26" fmla="*/ 1223571 h 2344739"/>
              <a:gd name="connsiteX27" fmla="*/ 11227161 w 12192001"/>
              <a:gd name="connsiteY27" fmla="*/ 1276236 h 2344739"/>
              <a:gd name="connsiteX28" fmla="*/ 11216939 w 12192001"/>
              <a:gd name="connsiteY28" fmla="*/ 1275961 h 2344739"/>
              <a:gd name="connsiteX29" fmla="*/ 11216036 w 12192001"/>
              <a:gd name="connsiteY29" fmla="*/ 1275018 h 2344739"/>
              <a:gd name="connsiteX30" fmla="*/ 11187737 w 12192001"/>
              <a:gd name="connsiteY30" fmla="*/ 1292383 h 2344739"/>
              <a:gd name="connsiteX31" fmla="*/ 11183353 w 12192001"/>
              <a:gd name="connsiteY31" fmla="*/ 1292525 h 2344739"/>
              <a:gd name="connsiteX32" fmla="*/ 11165706 w 12192001"/>
              <a:gd name="connsiteY32" fmla="*/ 1306612 h 2344739"/>
              <a:gd name="connsiteX33" fmla="*/ 11156163 w 12192001"/>
              <a:gd name="connsiteY33" fmla="*/ 1312414 h 2344739"/>
              <a:gd name="connsiteX34" fmla="*/ 11154348 w 12192001"/>
              <a:gd name="connsiteY34" fmla="*/ 1317097 h 2344739"/>
              <a:gd name="connsiteX35" fmla="*/ 11139813 w 12192001"/>
              <a:gd name="connsiteY35" fmla="*/ 1324115 h 2344739"/>
              <a:gd name="connsiteX36" fmla="*/ 11137813 w 12192001"/>
              <a:gd name="connsiteY36" fmla="*/ 1323772 h 2344739"/>
              <a:gd name="connsiteX37" fmla="*/ 11127060 w 12192001"/>
              <a:gd name="connsiteY37" fmla="*/ 1333832 h 2344739"/>
              <a:gd name="connsiteX38" fmla="*/ 11119543 w 12192001"/>
              <a:gd name="connsiteY38" fmla="*/ 1347424 h 2344739"/>
              <a:gd name="connsiteX39" fmla="*/ 10893535 w 12192001"/>
              <a:gd name="connsiteY39" fmla="*/ 1473399 h 2344739"/>
              <a:gd name="connsiteX40" fmla="*/ 10772152 w 12192001"/>
              <a:gd name="connsiteY40" fmla="*/ 1523191 h 2344739"/>
              <a:gd name="connsiteX41" fmla="*/ 10626520 w 12192001"/>
              <a:gd name="connsiteY41" fmla="*/ 1559229 h 2344739"/>
              <a:gd name="connsiteX42" fmla="*/ 10580747 w 12192001"/>
              <a:gd name="connsiteY42" fmla="*/ 1568689 h 2344739"/>
              <a:gd name="connsiteX43" fmla="*/ 10546642 w 12192001"/>
              <a:gd name="connsiteY43" fmla="*/ 1598423 h 2344739"/>
              <a:gd name="connsiteX44" fmla="*/ 10528495 w 12192001"/>
              <a:gd name="connsiteY44" fmla="*/ 1596907 h 2344739"/>
              <a:gd name="connsiteX45" fmla="*/ 10525298 w 12192001"/>
              <a:gd name="connsiteY45" fmla="*/ 1596411 h 2344739"/>
              <a:gd name="connsiteX46" fmla="*/ 10513981 w 12192001"/>
              <a:gd name="connsiteY46" fmla="*/ 1599537 h 2344739"/>
              <a:gd name="connsiteX47" fmla="*/ 10490587 w 12192001"/>
              <a:gd name="connsiteY47" fmla="*/ 1594156 h 2344739"/>
              <a:gd name="connsiteX48" fmla="*/ 10470270 w 12192001"/>
              <a:gd name="connsiteY48" fmla="*/ 1601693 h 2344739"/>
              <a:gd name="connsiteX49" fmla="*/ 10375894 w 12192001"/>
              <a:gd name="connsiteY49" fmla="*/ 1644598 h 2344739"/>
              <a:gd name="connsiteX50" fmla="*/ 10318190 w 12192001"/>
              <a:gd name="connsiteY50" fmla="*/ 1666221 h 2344739"/>
              <a:gd name="connsiteX51" fmla="*/ 10294319 w 12192001"/>
              <a:gd name="connsiteY51" fmla="*/ 1668079 h 2344739"/>
              <a:gd name="connsiteX52" fmla="*/ 10262295 w 12192001"/>
              <a:gd name="connsiteY52" fmla="*/ 1674948 h 2344739"/>
              <a:gd name="connsiteX53" fmla="*/ 10204270 w 12192001"/>
              <a:gd name="connsiteY53" fmla="*/ 1682149 h 2344739"/>
              <a:gd name="connsiteX54" fmla="*/ 10176611 w 12192001"/>
              <a:gd name="connsiteY54" fmla="*/ 1692943 h 2344739"/>
              <a:gd name="connsiteX55" fmla="*/ 10163922 w 12192001"/>
              <a:gd name="connsiteY55" fmla="*/ 1693739 h 2344739"/>
              <a:gd name="connsiteX56" fmla="*/ 10155160 w 12192001"/>
              <a:gd name="connsiteY56" fmla="*/ 1707487 h 2344739"/>
              <a:gd name="connsiteX57" fmla="*/ 10117119 w 12192001"/>
              <a:gd name="connsiteY57" fmla="*/ 1731142 h 2344739"/>
              <a:gd name="connsiteX58" fmla="*/ 10100445 w 12192001"/>
              <a:gd name="connsiteY58" fmla="*/ 1742432 h 2344739"/>
              <a:gd name="connsiteX59" fmla="*/ 10082169 w 12192001"/>
              <a:gd name="connsiteY59" fmla="*/ 1743296 h 2344739"/>
              <a:gd name="connsiteX60" fmla="*/ 10039240 w 12192001"/>
              <a:gd name="connsiteY60" fmla="*/ 1741632 h 2344739"/>
              <a:gd name="connsiteX61" fmla="*/ 9960019 w 12192001"/>
              <a:gd name="connsiteY61" fmla="*/ 1757147 h 2344739"/>
              <a:gd name="connsiteX62" fmla="*/ 9847792 w 12192001"/>
              <a:gd name="connsiteY62" fmla="*/ 1763915 h 2344739"/>
              <a:gd name="connsiteX63" fmla="*/ 9728309 w 12192001"/>
              <a:gd name="connsiteY63" fmla="*/ 1784122 h 2344739"/>
              <a:gd name="connsiteX64" fmla="*/ 9584507 w 12192001"/>
              <a:gd name="connsiteY64" fmla="*/ 1795542 h 2344739"/>
              <a:gd name="connsiteX65" fmla="*/ 9343052 w 12192001"/>
              <a:gd name="connsiteY65" fmla="*/ 1841244 h 2344739"/>
              <a:gd name="connsiteX66" fmla="*/ 9231370 w 12192001"/>
              <a:gd name="connsiteY66" fmla="*/ 1893149 h 2344739"/>
              <a:gd name="connsiteX67" fmla="*/ 9194810 w 12192001"/>
              <a:gd name="connsiteY67" fmla="*/ 1903228 h 2344739"/>
              <a:gd name="connsiteX68" fmla="*/ 9189246 w 12192001"/>
              <a:gd name="connsiteY68" fmla="*/ 1912467 h 2344739"/>
              <a:gd name="connsiteX69" fmla="*/ 9113812 w 12192001"/>
              <a:gd name="connsiteY69" fmla="*/ 1919069 h 2344739"/>
              <a:gd name="connsiteX70" fmla="*/ 9053453 w 12192001"/>
              <a:gd name="connsiteY70" fmla="*/ 1910755 h 2344739"/>
              <a:gd name="connsiteX71" fmla="*/ 9005486 w 12192001"/>
              <a:gd name="connsiteY71" fmla="*/ 1914040 h 2344739"/>
              <a:gd name="connsiteX72" fmla="*/ 9005201 w 12192001"/>
              <a:gd name="connsiteY72" fmla="*/ 1913800 h 2344739"/>
              <a:gd name="connsiteX73" fmla="*/ 8996232 w 12192001"/>
              <a:gd name="connsiteY73" fmla="*/ 1915011 h 2344739"/>
              <a:gd name="connsiteX74" fmla="*/ 8990394 w 12192001"/>
              <a:gd name="connsiteY74" fmla="*/ 1917072 h 2344739"/>
              <a:gd name="connsiteX75" fmla="*/ 8974337 w 12192001"/>
              <a:gd name="connsiteY75" fmla="*/ 1920298 h 2344739"/>
              <a:gd name="connsiteX76" fmla="*/ 8968011 w 12192001"/>
              <a:gd name="connsiteY76" fmla="*/ 1919598 h 2344739"/>
              <a:gd name="connsiteX77" fmla="*/ 8963048 w 12192001"/>
              <a:gd name="connsiteY77" fmla="*/ 1917373 h 2344739"/>
              <a:gd name="connsiteX78" fmla="*/ 8928988 w 12192001"/>
              <a:gd name="connsiteY78" fmla="*/ 1914185 h 2344739"/>
              <a:gd name="connsiteX79" fmla="*/ 8752444 w 12192001"/>
              <a:gd name="connsiteY79" fmla="*/ 1933417 h 2344739"/>
              <a:gd name="connsiteX80" fmla="*/ 8707847 w 12192001"/>
              <a:gd name="connsiteY80" fmla="*/ 1935518 h 2344739"/>
              <a:gd name="connsiteX81" fmla="*/ 8596071 w 12192001"/>
              <a:gd name="connsiteY81" fmla="*/ 1944090 h 2344739"/>
              <a:gd name="connsiteX82" fmla="*/ 8525230 w 12192001"/>
              <a:gd name="connsiteY82" fmla="*/ 1929248 h 2344739"/>
              <a:gd name="connsiteX83" fmla="*/ 8510983 w 12192001"/>
              <a:gd name="connsiteY83" fmla="*/ 1935163 h 2344739"/>
              <a:gd name="connsiteX84" fmla="*/ 8506167 w 12192001"/>
              <a:gd name="connsiteY84" fmla="*/ 1938164 h 2344739"/>
              <a:gd name="connsiteX85" fmla="*/ 8497968 w 12192001"/>
              <a:gd name="connsiteY85" fmla="*/ 1940902 h 2344739"/>
              <a:gd name="connsiteX86" fmla="*/ 8497594 w 12192001"/>
              <a:gd name="connsiteY86" fmla="*/ 1940723 h 2344739"/>
              <a:gd name="connsiteX87" fmla="*/ 8490249 w 12192001"/>
              <a:gd name="connsiteY87" fmla="*/ 1943773 h 2344739"/>
              <a:gd name="connsiteX88" fmla="*/ 8367182 w 12192001"/>
              <a:gd name="connsiteY88" fmla="*/ 1957815 h 2344739"/>
              <a:gd name="connsiteX89" fmla="*/ 8353799 w 12192001"/>
              <a:gd name="connsiteY89" fmla="*/ 1958009 h 2344739"/>
              <a:gd name="connsiteX90" fmla="*/ 8352373 w 12192001"/>
              <a:gd name="connsiteY90" fmla="*/ 1957169 h 2344739"/>
              <a:gd name="connsiteX91" fmla="*/ 8320104 w 12192001"/>
              <a:gd name="connsiteY91" fmla="*/ 1974587 h 2344739"/>
              <a:gd name="connsiteX92" fmla="*/ 8314433 w 12192001"/>
              <a:gd name="connsiteY92" fmla="*/ 1974913 h 2344739"/>
              <a:gd name="connsiteX93" fmla="*/ 8295174 w 12192001"/>
              <a:gd name="connsiteY93" fmla="*/ 1988808 h 2344739"/>
              <a:gd name="connsiteX94" fmla="*/ 8284276 w 12192001"/>
              <a:gd name="connsiteY94" fmla="*/ 1994631 h 2344739"/>
              <a:gd name="connsiteX95" fmla="*/ 8283150 w 12192001"/>
              <a:gd name="connsiteY95" fmla="*/ 1999074 h 2344739"/>
              <a:gd name="connsiteX96" fmla="*/ 8266076 w 12192001"/>
              <a:gd name="connsiteY96" fmla="*/ 2006249 h 2344739"/>
              <a:gd name="connsiteX97" fmla="*/ 8263377 w 12192001"/>
              <a:gd name="connsiteY97" fmla="*/ 2006019 h 2344739"/>
              <a:gd name="connsiteX98" fmla="*/ 8252033 w 12192001"/>
              <a:gd name="connsiteY98" fmla="*/ 2015862 h 2344739"/>
              <a:gd name="connsiteX99" fmla="*/ 8245834 w 12192001"/>
              <a:gd name="connsiteY99" fmla="*/ 2028854 h 2344739"/>
              <a:gd name="connsiteX100" fmla="*/ 8090272 w 12192001"/>
              <a:gd name="connsiteY100" fmla="*/ 2075015 h 2344739"/>
              <a:gd name="connsiteX101" fmla="*/ 7905407 w 12192001"/>
              <a:gd name="connsiteY101" fmla="*/ 2116988 h 2344739"/>
              <a:gd name="connsiteX102" fmla="*/ 7718745 w 12192001"/>
              <a:gd name="connsiteY102" fmla="*/ 2142703 h 2344739"/>
              <a:gd name="connsiteX103" fmla="*/ 7614347 w 12192001"/>
              <a:gd name="connsiteY103" fmla="*/ 2139232 h 2344739"/>
              <a:gd name="connsiteX104" fmla="*/ 7527543 w 12192001"/>
              <a:gd name="connsiteY104" fmla="*/ 2145060 h 2344739"/>
              <a:gd name="connsiteX105" fmla="*/ 7519571 w 12192001"/>
              <a:gd name="connsiteY105" fmla="*/ 2147613 h 2344739"/>
              <a:gd name="connsiteX106" fmla="*/ 7507411 w 12192001"/>
              <a:gd name="connsiteY106" fmla="*/ 2148948 h 2344739"/>
              <a:gd name="connsiteX107" fmla="*/ 7507040 w 12192001"/>
              <a:gd name="connsiteY107" fmla="*/ 2148621 h 2344739"/>
              <a:gd name="connsiteX108" fmla="*/ 7495795 w 12192001"/>
              <a:gd name="connsiteY108" fmla="*/ 2150573 h 2344739"/>
              <a:gd name="connsiteX109" fmla="*/ 7405391 w 12192001"/>
              <a:gd name="connsiteY109" fmla="*/ 2142468 h 2344739"/>
              <a:gd name="connsiteX110" fmla="*/ 7312180 w 12192001"/>
              <a:gd name="connsiteY110" fmla="*/ 2132873 h 2344739"/>
              <a:gd name="connsiteX111" fmla="*/ 7218559 w 12192001"/>
              <a:gd name="connsiteY111" fmla="*/ 2156680 h 2344739"/>
              <a:gd name="connsiteX112" fmla="*/ 7201101 w 12192001"/>
              <a:gd name="connsiteY112" fmla="*/ 2161230 h 2344739"/>
              <a:gd name="connsiteX113" fmla="*/ 7197004 w 12192001"/>
              <a:gd name="connsiteY113" fmla="*/ 2166588 h 2344739"/>
              <a:gd name="connsiteX114" fmla="*/ 7170808 w 12192001"/>
              <a:gd name="connsiteY114" fmla="*/ 2171236 h 2344739"/>
              <a:gd name="connsiteX115" fmla="*/ 7096988 w 12192001"/>
              <a:gd name="connsiteY115" fmla="*/ 2183464 h 2344739"/>
              <a:gd name="connsiteX116" fmla="*/ 7018496 w 12192001"/>
              <a:gd name="connsiteY116" fmla="*/ 2183090 h 2344739"/>
              <a:gd name="connsiteX117" fmla="*/ 6904146 w 12192001"/>
              <a:gd name="connsiteY117" fmla="*/ 2212596 h 2344739"/>
              <a:gd name="connsiteX118" fmla="*/ 6708222 w 12192001"/>
              <a:gd name="connsiteY118" fmla="*/ 2240551 h 2344739"/>
              <a:gd name="connsiteX119" fmla="*/ 6549454 w 12192001"/>
              <a:gd name="connsiteY119" fmla="*/ 2269327 h 2344739"/>
              <a:gd name="connsiteX120" fmla="*/ 6317560 w 12192001"/>
              <a:gd name="connsiteY120" fmla="*/ 2316127 h 2344739"/>
              <a:gd name="connsiteX121" fmla="*/ 6168674 w 12192001"/>
              <a:gd name="connsiteY121" fmla="*/ 2318214 h 2344739"/>
              <a:gd name="connsiteX122" fmla="*/ 6073848 w 12192001"/>
              <a:gd name="connsiteY122" fmla="*/ 2338676 h 2344739"/>
              <a:gd name="connsiteX123" fmla="*/ 6068529 w 12192001"/>
              <a:gd name="connsiteY123" fmla="*/ 2337139 h 2344739"/>
              <a:gd name="connsiteX124" fmla="*/ 6048638 w 12192001"/>
              <a:gd name="connsiteY124" fmla="*/ 2337822 h 2344739"/>
              <a:gd name="connsiteX125" fmla="*/ 6041285 w 12192001"/>
              <a:gd name="connsiteY125" fmla="*/ 2329473 h 2344739"/>
              <a:gd name="connsiteX126" fmla="*/ 6010090 w 12192001"/>
              <a:gd name="connsiteY126" fmla="*/ 2324380 h 2344739"/>
              <a:gd name="connsiteX127" fmla="*/ 5957375 w 12192001"/>
              <a:gd name="connsiteY127" fmla="*/ 2328024 h 2344739"/>
              <a:gd name="connsiteX128" fmla="*/ 5758919 w 12192001"/>
              <a:gd name="connsiteY128" fmla="*/ 2343716 h 2344739"/>
              <a:gd name="connsiteX129" fmla="*/ 5626960 w 12192001"/>
              <a:gd name="connsiteY129" fmla="*/ 2344739 h 2344739"/>
              <a:gd name="connsiteX130" fmla="*/ 5470906 w 12192001"/>
              <a:gd name="connsiteY130" fmla="*/ 2330719 h 2344739"/>
              <a:gd name="connsiteX131" fmla="*/ 5432761 w 12192001"/>
              <a:gd name="connsiteY131" fmla="*/ 2319466 h 2344739"/>
              <a:gd name="connsiteX132" fmla="*/ 5381669 w 12192001"/>
              <a:gd name="connsiteY132" fmla="*/ 2301764 h 2344739"/>
              <a:gd name="connsiteX133" fmla="*/ 5261764 w 12192001"/>
              <a:gd name="connsiteY133" fmla="*/ 2281347 h 2344739"/>
              <a:gd name="connsiteX134" fmla="*/ 5222961 w 12192001"/>
              <a:gd name="connsiteY134" fmla="*/ 2270223 h 2344739"/>
              <a:gd name="connsiteX135" fmla="*/ 5174660 w 12192001"/>
              <a:gd name="connsiteY135" fmla="*/ 2267233 h 2344739"/>
              <a:gd name="connsiteX136" fmla="*/ 5156554 w 12192001"/>
              <a:gd name="connsiteY136" fmla="*/ 2260010 h 2344739"/>
              <a:gd name="connsiteX137" fmla="*/ 5142599 w 12192001"/>
              <a:gd name="connsiteY137" fmla="*/ 2256610 h 2344739"/>
              <a:gd name="connsiteX138" fmla="*/ 5139596 w 12192001"/>
              <a:gd name="connsiteY138" fmla="*/ 2254509 h 2344739"/>
              <a:gd name="connsiteX139" fmla="*/ 5121659 w 12192001"/>
              <a:gd name="connsiteY139" fmla="*/ 2243656 h 2344739"/>
              <a:gd name="connsiteX140" fmla="*/ 5065790 w 12192001"/>
              <a:gd name="connsiteY140" fmla="*/ 2250227 h 2344739"/>
              <a:gd name="connsiteX141" fmla="*/ 5011514 w 12192001"/>
              <a:gd name="connsiteY141" fmla="*/ 2233846 h 2344739"/>
              <a:gd name="connsiteX142" fmla="*/ 4840441 w 12192001"/>
              <a:gd name="connsiteY142" fmla="*/ 2209829 h 2344739"/>
              <a:gd name="connsiteX143" fmla="*/ 4762447 w 12192001"/>
              <a:gd name="connsiteY143" fmla="*/ 2182061 h 2344739"/>
              <a:gd name="connsiteX144" fmla="*/ 4723186 w 12192001"/>
              <a:gd name="connsiteY144" fmla="*/ 2173047 h 2344739"/>
              <a:gd name="connsiteX145" fmla="*/ 4721176 w 12192001"/>
              <a:gd name="connsiteY145" fmla="*/ 2172298 h 2344739"/>
              <a:gd name="connsiteX146" fmla="*/ 4722111 w 12192001"/>
              <a:gd name="connsiteY146" fmla="*/ 2172087 h 2344739"/>
              <a:gd name="connsiteX147" fmla="*/ 4717202 w 12192001"/>
              <a:gd name="connsiteY147" fmla="*/ 2170817 h 2344739"/>
              <a:gd name="connsiteX148" fmla="*/ 4721176 w 12192001"/>
              <a:gd name="connsiteY148" fmla="*/ 2172298 h 2344739"/>
              <a:gd name="connsiteX149" fmla="*/ 4715526 w 12192001"/>
              <a:gd name="connsiteY149" fmla="*/ 2173573 h 2344739"/>
              <a:gd name="connsiteX150" fmla="*/ 4515814 w 12192001"/>
              <a:gd name="connsiteY150" fmla="*/ 2163671 h 2344739"/>
              <a:gd name="connsiteX151" fmla="*/ 4428543 w 12192001"/>
              <a:gd name="connsiteY151" fmla="*/ 2153020 h 2344739"/>
              <a:gd name="connsiteX152" fmla="*/ 4362875 w 12192001"/>
              <a:gd name="connsiteY152" fmla="*/ 2151674 h 2344739"/>
              <a:gd name="connsiteX153" fmla="*/ 4316966 w 12192001"/>
              <a:gd name="connsiteY153" fmla="*/ 2158289 h 2344739"/>
              <a:gd name="connsiteX154" fmla="*/ 4315110 w 12192001"/>
              <a:gd name="connsiteY154" fmla="*/ 2156948 h 2344739"/>
              <a:gd name="connsiteX155" fmla="*/ 4295144 w 12192001"/>
              <a:gd name="connsiteY155" fmla="*/ 2155069 h 2344739"/>
              <a:gd name="connsiteX156" fmla="*/ 4290064 w 12192001"/>
              <a:gd name="connsiteY156" fmla="*/ 2157986 h 2344739"/>
              <a:gd name="connsiteX157" fmla="*/ 4276142 w 12192001"/>
              <a:gd name="connsiteY157" fmla="*/ 2157740 h 2344739"/>
              <a:gd name="connsiteX158" fmla="*/ 4248117 w 12192001"/>
              <a:gd name="connsiteY158" fmla="*/ 2160064 h 2344739"/>
              <a:gd name="connsiteX159" fmla="*/ 4202051 w 12192001"/>
              <a:gd name="connsiteY159" fmla="*/ 2157269 h 2344739"/>
              <a:gd name="connsiteX160" fmla="*/ 4201745 w 12192001"/>
              <a:gd name="connsiteY160" fmla="*/ 2156010 h 2344739"/>
              <a:gd name="connsiteX161" fmla="*/ 4191248 w 12192001"/>
              <a:gd name="connsiteY161" fmla="*/ 2150376 h 2344739"/>
              <a:gd name="connsiteX162" fmla="*/ 4142745 w 12192001"/>
              <a:gd name="connsiteY162" fmla="*/ 2134511 h 2344739"/>
              <a:gd name="connsiteX163" fmla="*/ 4083097 w 12192001"/>
              <a:gd name="connsiteY163" fmla="*/ 2107978 h 2344739"/>
              <a:gd name="connsiteX164" fmla="*/ 4074546 w 12192001"/>
              <a:gd name="connsiteY164" fmla="*/ 2107143 h 2344739"/>
              <a:gd name="connsiteX165" fmla="*/ 4074427 w 12192001"/>
              <a:gd name="connsiteY165" fmla="*/ 2106844 h 2344739"/>
              <a:gd name="connsiteX166" fmla="*/ 4065510 w 12192001"/>
              <a:gd name="connsiteY166" fmla="*/ 2105400 h 2344739"/>
              <a:gd name="connsiteX167" fmla="*/ 4058954 w 12192001"/>
              <a:gd name="connsiteY167" fmla="*/ 2105618 h 2344739"/>
              <a:gd name="connsiteX168" fmla="*/ 4042364 w 12192001"/>
              <a:gd name="connsiteY168" fmla="*/ 2103997 h 2344739"/>
              <a:gd name="connsiteX169" fmla="*/ 4036997 w 12192001"/>
              <a:gd name="connsiteY169" fmla="*/ 2101563 h 2344739"/>
              <a:gd name="connsiteX170" fmla="*/ 4035363 w 12192001"/>
              <a:gd name="connsiteY170" fmla="*/ 2097896 h 2344739"/>
              <a:gd name="connsiteX171" fmla="*/ 4033778 w 12192001"/>
              <a:gd name="connsiteY171" fmla="*/ 2098131 h 2344739"/>
              <a:gd name="connsiteX172" fmla="*/ 4004538 w 12192001"/>
              <a:gd name="connsiteY172" fmla="*/ 2085563 h 2344739"/>
              <a:gd name="connsiteX173" fmla="*/ 3936846 w 12192001"/>
              <a:gd name="connsiteY173" fmla="*/ 2068106 h 2344739"/>
              <a:gd name="connsiteX174" fmla="*/ 3897275 w 12192001"/>
              <a:gd name="connsiteY174" fmla="*/ 2062451 h 2344739"/>
              <a:gd name="connsiteX175" fmla="*/ 3789760 w 12192001"/>
              <a:gd name="connsiteY175" fmla="*/ 2042213 h 2344739"/>
              <a:gd name="connsiteX176" fmla="*/ 3682513 w 12192001"/>
              <a:gd name="connsiteY176" fmla="*/ 2018290 h 2344739"/>
              <a:gd name="connsiteX177" fmla="*/ 3610035 w 12192001"/>
              <a:gd name="connsiteY177" fmla="*/ 1986019 h 2344739"/>
              <a:gd name="connsiteX178" fmla="*/ 3603855 w 12192001"/>
              <a:gd name="connsiteY178" fmla="*/ 1987381 h 2344739"/>
              <a:gd name="connsiteX179" fmla="*/ 3594736 w 12192001"/>
              <a:gd name="connsiteY179" fmla="*/ 1987545 h 2344739"/>
              <a:gd name="connsiteX180" fmla="*/ 3594501 w 12192001"/>
              <a:gd name="connsiteY180" fmla="*/ 1987276 h 2344739"/>
              <a:gd name="connsiteX181" fmla="*/ 3585978 w 12192001"/>
              <a:gd name="connsiteY181" fmla="*/ 1987966 h 2344739"/>
              <a:gd name="connsiteX182" fmla="*/ 3536135 w 12192001"/>
              <a:gd name="connsiteY182" fmla="*/ 1978267 h 2344739"/>
              <a:gd name="connsiteX183" fmla="*/ 3473223 w 12192001"/>
              <a:gd name="connsiteY183" fmla="*/ 1974606 h 2344739"/>
              <a:gd name="connsiteX184" fmla="*/ 3400728 w 12192001"/>
              <a:gd name="connsiteY184" fmla="*/ 1962558 h 2344739"/>
              <a:gd name="connsiteX185" fmla="*/ 3363888 w 12192001"/>
              <a:gd name="connsiteY185" fmla="*/ 1979510 h 2344739"/>
              <a:gd name="connsiteX186" fmla="*/ 3344026 w 12192001"/>
              <a:gd name="connsiteY186" fmla="*/ 1981192 h 2344739"/>
              <a:gd name="connsiteX187" fmla="*/ 3341698 w 12192001"/>
              <a:gd name="connsiteY187" fmla="*/ 1980217 h 2344739"/>
              <a:gd name="connsiteX188" fmla="*/ 3262356 w 12192001"/>
              <a:gd name="connsiteY188" fmla="*/ 1986094 h 2344739"/>
              <a:gd name="connsiteX189" fmla="*/ 3142556 w 12192001"/>
              <a:gd name="connsiteY189" fmla="*/ 1993869 h 2344739"/>
              <a:gd name="connsiteX190" fmla="*/ 3030291 w 12192001"/>
              <a:gd name="connsiteY190" fmla="*/ 1996512 h 2344739"/>
              <a:gd name="connsiteX191" fmla="*/ 2781569 w 12192001"/>
              <a:gd name="connsiteY191" fmla="*/ 2018333 h 2344739"/>
              <a:gd name="connsiteX192" fmla="*/ 2646527 w 12192001"/>
              <a:gd name="connsiteY192" fmla="*/ 2028869 h 2344739"/>
              <a:gd name="connsiteX193" fmla="*/ 2568028 w 12192001"/>
              <a:gd name="connsiteY193" fmla="*/ 2002628 h 2344739"/>
              <a:gd name="connsiteX194" fmla="*/ 2443255 w 12192001"/>
              <a:gd name="connsiteY194" fmla="*/ 2016529 h 2344739"/>
              <a:gd name="connsiteX195" fmla="*/ 2315112 w 12192001"/>
              <a:gd name="connsiteY195" fmla="*/ 2024996 h 2344739"/>
              <a:gd name="connsiteX196" fmla="*/ 2208578 w 12192001"/>
              <a:gd name="connsiteY196" fmla="*/ 2019763 h 2344739"/>
              <a:gd name="connsiteX197" fmla="*/ 2094665 w 12192001"/>
              <a:gd name="connsiteY197" fmla="*/ 2003052 h 2344739"/>
              <a:gd name="connsiteX198" fmla="*/ 1997356 w 12192001"/>
              <a:gd name="connsiteY198" fmla="*/ 1995032 h 2344739"/>
              <a:gd name="connsiteX199" fmla="*/ 1928172 w 12192001"/>
              <a:gd name="connsiteY199" fmla="*/ 2016977 h 2344739"/>
              <a:gd name="connsiteX200" fmla="*/ 1921650 w 12192001"/>
              <a:gd name="connsiteY200" fmla="*/ 2012146 h 2344739"/>
              <a:gd name="connsiteX201" fmla="*/ 1873080 w 12192001"/>
              <a:gd name="connsiteY201" fmla="*/ 2013741 h 2344739"/>
              <a:gd name="connsiteX202" fmla="*/ 1786655 w 12192001"/>
              <a:gd name="connsiteY202" fmla="*/ 2041363 h 2344739"/>
              <a:gd name="connsiteX203" fmla="*/ 1738204 w 12192001"/>
              <a:gd name="connsiteY203" fmla="*/ 2036312 h 2344739"/>
              <a:gd name="connsiteX204" fmla="*/ 1675071 w 12192001"/>
              <a:gd name="connsiteY204" fmla="*/ 2019963 h 2344739"/>
              <a:gd name="connsiteX205" fmla="*/ 1608669 w 12192001"/>
              <a:gd name="connsiteY205" fmla="*/ 2013066 h 2344739"/>
              <a:gd name="connsiteX206" fmla="*/ 1496110 w 12192001"/>
              <a:gd name="connsiteY206" fmla="*/ 1987476 h 2344739"/>
              <a:gd name="connsiteX207" fmla="*/ 1149979 w 12192001"/>
              <a:gd name="connsiteY207" fmla="*/ 1938041 h 2344739"/>
              <a:gd name="connsiteX208" fmla="*/ 858269 w 12192001"/>
              <a:gd name="connsiteY208" fmla="*/ 1928608 h 2344739"/>
              <a:gd name="connsiteX209" fmla="*/ 837540 w 12192001"/>
              <a:gd name="connsiteY209" fmla="*/ 1929821 h 2344739"/>
              <a:gd name="connsiteX210" fmla="*/ 816809 w 12192001"/>
              <a:gd name="connsiteY210" fmla="*/ 1927857 h 2344739"/>
              <a:gd name="connsiteX211" fmla="*/ 811506 w 12192001"/>
              <a:gd name="connsiteY211" fmla="*/ 1930751 h 2344739"/>
              <a:gd name="connsiteX212" fmla="*/ 797041 w 12192001"/>
              <a:gd name="connsiteY212" fmla="*/ 1930446 h 2344739"/>
              <a:gd name="connsiteX213" fmla="*/ 767901 w 12192001"/>
              <a:gd name="connsiteY213" fmla="*/ 1932653 h 2344739"/>
              <a:gd name="connsiteX214" fmla="*/ 763053 w 12192001"/>
              <a:gd name="connsiteY214" fmla="*/ 1930432 h 2344739"/>
              <a:gd name="connsiteX215" fmla="*/ 720047 w 12192001"/>
              <a:gd name="connsiteY215" fmla="*/ 1929661 h 2344739"/>
              <a:gd name="connsiteX216" fmla="*/ 719742 w 12192001"/>
              <a:gd name="connsiteY216" fmla="*/ 1928399 h 2344739"/>
              <a:gd name="connsiteX217" fmla="*/ 708875 w 12192001"/>
              <a:gd name="connsiteY217" fmla="*/ 1922722 h 2344739"/>
              <a:gd name="connsiteX218" fmla="*/ 596792 w 12192001"/>
              <a:gd name="connsiteY218" fmla="*/ 1879864 h 2344739"/>
              <a:gd name="connsiteX219" fmla="*/ 578535 w 12192001"/>
              <a:gd name="connsiteY219" fmla="*/ 1877212 h 2344739"/>
              <a:gd name="connsiteX220" fmla="*/ 571717 w 12192001"/>
              <a:gd name="connsiteY220" fmla="*/ 1877401 h 2344739"/>
              <a:gd name="connsiteX221" fmla="*/ 445099 w 12192001"/>
              <a:gd name="connsiteY221" fmla="*/ 1839371 h 2344739"/>
              <a:gd name="connsiteX222" fmla="*/ 404015 w 12192001"/>
              <a:gd name="connsiteY222" fmla="*/ 1833548 h 2344739"/>
              <a:gd name="connsiteX223" fmla="*/ 292435 w 12192001"/>
              <a:gd name="connsiteY223" fmla="*/ 1812852 h 2344739"/>
              <a:gd name="connsiteX224" fmla="*/ 118381 w 12192001"/>
              <a:gd name="connsiteY224" fmla="*/ 1761047 h 2344739"/>
              <a:gd name="connsiteX225" fmla="*/ 15526 w 12192001"/>
              <a:gd name="connsiteY225" fmla="*/ 1758191 h 2344739"/>
              <a:gd name="connsiteX226" fmla="*/ 2 w 12192001"/>
              <a:gd name="connsiteY226" fmla="*/ 1752722 h 2344739"/>
              <a:gd name="connsiteX227" fmla="*/ 1 w 12192001"/>
              <a:gd name="connsiteY227" fmla="*/ 762497 h 2344739"/>
              <a:gd name="connsiteX228" fmla="*/ 0 w 12192001"/>
              <a:gd name="connsiteY228" fmla="*/ 762497 h 2344739"/>
              <a:gd name="connsiteX229" fmla="*/ 0 w 12192001"/>
              <a:gd name="connsiteY229" fmla="*/ 222213 h 2344739"/>
              <a:gd name="connsiteX230" fmla="*/ 0 w 12192001"/>
              <a:gd name="connsiteY230"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12228 w 12192001"/>
              <a:gd name="connsiteY22" fmla="*/ 797659 h 2344739"/>
              <a:gd name="connsiteX23" fmla="*/ 11748619 w 12192001"/>
              <a:gd name="connsiteY23" fmla="*/ 872002 h 2344739"/>
              <a:gd name="connsiteX24" fmla="*/ 11589545 w 12192001"/>
              <a:gd name="connsiteY24" fmla="*/ 963777 h 2344739"/>
              <a:gd name="connsiteX25" fmla="*/ 11522499 w 12192001"/>
              <a:gd name="connsiteY25" fmla="*/ 999965 h 2344739"/>
              <a:gd name="connsiteX26" fmla="*/ 11279184 w 12192001"/>
              <a:gd name="connsiteY26" fmla="*/ 1223571 h 2344739"/>
              <a:gd name="connsiteX27" fmla="*/ 11227161 w 12192001"/>
              <a:gd name="connsiteY27" fmla="*/ 1276236 h 2344739"/>
              <a:gd name="connsiteX28" fmla="*/ 11216939 w 12192001"/>
              <a:gd name="connsiteY28" fmla="*/ 1275961 h 2344739"/>
              <a:gd name="connsiteX29" fmla="*/ 11216036 w 12192001"/>
              <a:gd name="connsiteY29" fmla="*/ 1275018 h 2344739"/>
              <a:gd name="connsiteX30" fmla="*/ 11187737 w 12192001"/>
              <a:gd name="connsiteY30" fmla="*/ 1292383 h 2344739"/>
              <a:gd name="connsiteX31" fmla="*/ 11183353 w 12192001"/>
              <a:gd name="connsiteY31" fmla="*/ 1292525 h 2344739"/>
              <a:gd name="connsiteX32" fmla="*/ 11165706 w 12192001"/>
              <a:gd name="connsiteY32" fmla="*/ 1306612 h 2344739"/>
              <a:gd name="connsiteX33" fmla="*/ 11156163 w 12192001"/>
              <a:gd name="connsiteY33" fmla="*/ 1312414 h 2344739"/>
              <a:gd name="connsiteX34" fmla="*/ 11154348 w 12192001"/>
              <a:gd name="connsiteY34" fmla="*/ 1317097 h 2344739"/>
              <a:gd name="connsiteX35" fmla="*/ 11139813 w 12192001"/>
              <a:gd name="connsiteY35" fmla="*/ 1324115 h 2344739"/>
              <a:gd name="connsiteX36" fmla="*/ 11137813 w 12192001"/>
              <a:gd name="connsiteY36" fmla="*/ 1323772 h 2344739"/>
              <a:gd name="connsiteX37" fmla="*/ 11127060 w 12192001"/>
              <a:gd name="connsiteY37" fmla="*/ 1333832 h 2344739"/>
              <a:gd name="connsiteX38" fmla="*/ 11119543 w 12192001"/>
              <a:gd name="connsiteY38" fmla="*/ 1347424 h 2344739"/>
              <a:gd name="connsiteX39" fmla="*/ 10893535 w 12192001"/>
              <a:gd name="connsiteY39" fmla="*/ 1473399 h 2344739"/>
              <a:gd name="connsiteX40" fmla="*/ 10772152 w 12192001"/>
              <a:gd name="connsiteY40" fmla="*/ 1523191 h 2344739"/>
              <a:gd name="connsiteX41" fmla="*/ 10626520 w 12192001"/>
              <a:gd name="connsiteY41" fmla="*/ 1559229 h 2344739"/>
              <a:gd name="connsiteX42" fmla="*/ 10580747 w 12192001"/>
              <a:gd name="connsiteY42" fmla="*/ 1568689 h 2344739"/>
              <a:gd name="connsiteX43" fmla="*/ 10546642 w 12192001"/>
              <a:gd name="connsiteY43" fmla="*/ 1598423 h 2344739"/>
              <a:gd name="connsiteX44" fmla="*/ 10528495 w 12192001"/>
              <a:gd name="connsiteY44" fmla="*/ 1596907 h 2344739"/>
              <a:gd name="connsiteX45" fmla="*/ 10525298 w 12192001"/>
              <a:gd name="connsiteY45" fmla="*/ 1596411 h 2344739"/>
              <a:gd name="connsiteX46" fmla="*/ 10513981 w 12192001"/>
              <a:gd name="connsiteY46" fmla="*/ 1599537 h 2344739"/>
              <a:gd name="connsiteX47" fmla="*/ 10490587 w 12192001"/>
              <a:gd name="connsiteY47" fmla="*/ 1594156 h 2344739"/>
              <a:gd name="connsiteX48" fmla="*/ 10470270 w 12192001"/>
              <a:gd name="connsiteY48" fmla="*/ 1601693 h 2344739"/>
              <a:gd name="connsiteX49" fmla="*/ 10375894 w 12192001"/>
              <a:gd name="connsiteY49" fmla="*/ 1644598 h 2344739"/>
              <a:gd name="connsiteX50" fmla="*/ 10318190 w 12192001"/>
              <a:gd name="connsiteY50" fmla="*/ 1666221 h 2344739"/>
              <a:gd name="connsiteX51" fmla="*/ 10294319 w 12192001"/>
              <a:gd name="connsiteY51" fmla="*/ 1668079 h 2344739"/>
              <a:gd name="connsiteX52" fmla="*/ 10262295 w 12192001"/>
              <a:gd name="connsiteY52" fmla="*/ 1674948 h 2344739"/>
              <a:gd name="connsiteX53" fmla="*/ 10204270 w 12192001"/>
              <a:gd name="connsiteY53" fmla="*/ 1682149 h 2344739"/>
              <a:gd name="connsiteX54" fmla="*/ 10176611 w 12192001"/>
              <a:gd name="connsiteY54" fmla="*/ 1692943 h 2344739"/>
              <a:gd name="connsiteX55" fmla="*/ 10163922 w 12192001"/>
              <a:gd name="connsiteY55" fmla="*/ 1693739 h 2344739"/>
              <a:gd name="connsiteX56" fmla="*/ 10155160 w 12192001"/>
              <a:gd name="connsiteY56" fmla="*/ 1707487 h 2344739"/>
              <a:gd name="connsiteX57" fmla="*/ 10117119 w 12192001"/>
              <a:gd name="connsiteY57" fmla="*/ 1731142 h 2344739"/>
              <a:gd name="connsiteX58" fmla="*/ 10100445 w 12192001"/>
              <a:gd name="connsiteY58" fmla="*/ 1742432 h 2344739"/>
              <a:gd name="connsiteX59" fmla="*/ 10082169 w 12192001"/>
              <a:gd name="connsiteY59" fmla="*/ 1743296 h 2344739"/>
              <a:gd name="connsiteX60" fmla="*/ 10039240 w 12192001"/>
              <a:gd name="connsiteY60" fmla="*/ 1741632 h 2344739"/>
              <a:gd name="connsiteX61" fmla="*/ 9960019 w 12192001"/>
              <a:gd name="connsiteY61" fmla="*/ 1757147 h 2344739"/>
              <a:gd name="connsiteX62" fmla="*/ 9847792 w 12192001"/>
              <a:gd name="connsiteY62" fmla="*/ 1763915 h 2344739"/>
              <a:gd name="connsiteX63" fmla="*/ 9728309 w 12192001"/>
              <a:gd name="connsiteY63" fmla="*/ 1784122 h 2344739"/>
              <a:gd name="connsiteX64" fmla="*/ 9584507 w 12192001"/>
              <a:gd name="connsiteY64" fmla="*/ 1795542 h 2344739"/>
              <a:gd name="connsiteX65" fmla="*/ 9343052 w 12192001"/>
              <a:gd name="connsiteY65" fmla="*/ 1841244 h 2344739"/>
              <a:gd name="connsiteX66" fmla="*/ 9231370 w 12192001"/>
              <a:gd name="connsiteY66" fmla="*/ 1893149 h 2344739"/>
              <a:gd name="connsiteX67" fmla="*/ 9194810 w 12192001"/>
              <a:gd name="connsiteY67" fmla="*/ 1903228 h 2344739"/>
              <a:gd name="connsiteX68" fmla="*/ 9189246 w 12192001"/>
              <a:gd name="connsiteY68" fmla="*/ 1912467 h 2344739"/>
              <a:gd name="connsiteX69" fmla="*/ 9113812 w 12192001"/>
              <a:gd name="connsiteY69" fmla="*/ 1919069 h 2344739"/>
              <a:gd name="connsiteX70" fmla="*/ 9053453 w 12192001"/>
              <a:gd name="connsiteY70" fmla="*/ 1910755 h 2344739"/>
              <a:gd name="connsiteX71" fmla="*/ 9005486 w 12192001"/>
              <a:gd name="connsiteY71" fmla="*/ 1914040 h 2344739"/>
              <a:gd name="connsiteX72" fmla="*/ 9005201 w 12192001"/>
              <a:gd name="connsiteY72" fmla="*/ 1913800 h 2344739"/>
              <a:gd name="connsiteX73" fmla="*/ 8996232 w 12192001"/>
              <a:gd name="connsiteY73" fmla="*/ 1915011 h 2344739"/>
              <a:gd name="connsiteX74" fmla="*/ 8990394 w 12192001"/>
              <a:gd name="connsiteY74" fmla="*/ 1917072 h 2344739"/>
              <a:gd name="connsiteX75" fmla="*/ 8974337 w 12192001"/>
              <a:gd name="connsiteY75" fmla="*/ 1920298 h 2344739"/>
              <a:gd name="connsiteX76" fmla="*/ 8968011 w 12192001"/>
              <a:gd name="connsiteY76" fmla="*/ 1919598 h 2344739"/>
              <a:gd name="connsiteX77" fmla="*/ 8963048 w 12192001"/>
              <a:gd name="connsiteY77" fmla="*/ 1917373 h 2344739"/>
              <a:gd name="connsiteX78" fmla="*/ 8928988 w 12192001"/>
              <a:gd name="connsiteY78" fmla="*/ 1914185 h 2344739"/>
              <a:gd name="connsiteX79" fmla="*/ 8752444 w 12192001"/>
              <a:gd name="connsiteY79" fmla="*/ 1933417 h 2344739"/>
              <a:gd name="connsiteX80" fmla="*/ 8707847 w 12192001"/>
              <a:gd name="connsiteY80" fmla="*/ 1935518 h 2344739"/>
              <a:gd name="connsiteX81" fmla="*/ 8596071 w 12192001"/>
              <a:gd name="connsiteY81" fmla="*/ 1944090 h 2344739"/>
              <a:gd name="connsiteX82" fmla="*/ 8525230 w 12192001"/>
              <a:gd name="connsiteY82" fmla="*/ 1929248 h 2344739"/>
              <a:gd name="connsiteX83" fmla="*/ 8510983 w 12192001"/>
              <a:gd name="connsiteY83" fmla="*/ 1935163 h 2344739"/>
              <a:gd name="connsiteX84" fmla="*/ 8506167 w 12192001"/>
              <a:gd name="connsiteY84" fmla="*/ 1938164 h 2344739"/>
              <a:gd name="connsiteX85" fmla="*/ 8497968 w 12192001"/>
              <a:gd name="connsiteY85" fmla="*/ 1940902 h 2344739"/>
              <a:gd name="connsiteX86" fmla="*/ 8497594 w 12192001"/>
              <a:gd name="connsiteY86" fmla="*/ 1940723 h 2344739"/>
              <a:gd name="connsiteX87" fmla="*/ 8490249 w 12192001"/>
              <a:gd name="connsiteY87" fmla="*/ 1943773 h 2344739"/>
              <a:gd name="connsiteX88" fmla="*/ 8367182 w 12192001"/>
              <a:gd name="connsiteY88" fmla="*/ 1957815 h 2344739"/>
              <a:gd name="connsiteX89" fmla="*/ 8353799 w 12192001"/>
              <a:gd name="connsiteY89" fmla="*/ 1958009 h 2344739"/>
              <a:gd name="connsiteX90" fmla="*/ 8352373 w 12192001"/>
              <a:gd name="connsiteY90" fmla="*/ 1957169 h 2344739"/>
              <a:gd name="connsiteX91" fmla="*/ 8320104 w 12192001"/>
              <a:gd name="connsiteY91" fmla="*/ 1974587 h 2344739"/>
              <a:gd name="connsiteX92" fmla="*/ 8314433 w 12192001"/>
              <a:gd name="connsiteY92" fmla="*/ 1974913 h 2344739"/>
              <a:gd name="connsiteX93" fmla="*/ 8295174 w 12192001"/>
              <a:gd name="connsiteY93" fmla="*/ 1988808 h 2344739"/>
              <a:gd name="connsiteX94" fmla="*/ 8284276 w 12192001"/>
              <a:gd name="connsiteY94" fmla="*/ 1994631 h 2344739"/>
              <a:gd name="connsiteX95" fmla="*/ 8283150 w 12192001"/>
              <a:gd name="connsiteY95" fmla="*/ 1999074 h 2344739"/>
              <a:gd name="connsiteX96" fmla="*/ 8266076 w 12192001"/>
              <a:gd name="connsiteY96" fmla="*/ 2006249 h 2344739"/>
              <a:gd name="connsiteX97" fmla="*/ 8263377 w 12192001"/>
              <a:gd name="connsiteY97" fmla="*/ 2006019 h 2344739"/>
              <a:gd name="connsiteX98" fmla="*/ 8252033 w 12192001"/>
              <a:gd name="connsiteY98" fmla="*/ 2015862 h 2344739"/>
              <a:gd name="connsiteX99" fmla="*/ 8245834 w 12192001"/>
              <a:gd name="connsiteY99" fmla="*/ 2028854 h 2344739"/>
              <a:gd name="connsiteX100" fmla="*/ 8090272 w 12192001"/>
              <a:gd name="connsiteY100" fmla="*/ 2075015 h 2344739"/>
              <a:gd name="connsiteX101" fmla="*/ 7905407 w 12192001"/>
              <a:gd name="connsiteY101" fmla="*/ 2116988 h 2344739"/>
              <a:gd name="connsiteX102" fmla="*/ 7718745 w 12192001"/>
              <a:gd name="connsiteY102" fmla="*/ 2142703 h 2344739"/>
              <a:gd name="connsiteX103" fmla="*/ 7614347 w 12192001"/>
              <a:gd name="connsiteY103" fmla="*/ 2139232 h 2344739"/>
              <a:gd name="connsiteX104" fmla="*/ 7527543 w 12192001"/>
              <a:gd name="connsiteY104" fmla="*/ 2145060 h 2344739"/>
              <a:gd name="connsiteX105" fmla="*/ 7519571 w 12192001"/>
              <a:gd name="connsiteY105" fmla="*/ 2147613 h 2344739"/>
              <a:gd name="connsiteX106" fmla="*/ 7507411 w 12192001"/>
              <a:gd name="connsiteY106" fmla="*/ 2148948 h 2344739"/>
              <a:gd name="connsiteX107" fmla="*/ 7507040 w 12192001"/>
              <a:gd name="connsiteY107" fmla="*/ 2148621 h 2344739"/>
              <a:gd name="connsiteX108" fmla="*/ 7495795 w 12192001"/>
              <a:gd name="connsiteY108" fmla="*/ 2150573 h 2344739"/>
              <a:gd name="connsiteX109" fmla="*/ 7405391 w 12192001"/>
              <a:gd name="connsiteY109" fmla="*/ 2142468 h 2344739"/>
              <a:gd name="connsiteX110" fmla="*/ 7218559 w 12192001"/>
              <a:gd name="connsiteY110" fmla="*/ 2156680 h 2344739"/>
              <a:gd name="connsiteX111" fmla="*/ 7201101 w 12192001"/>
              <a:gd name="connsiteY111" fmla="*/ 2161230 h 2344739"/>
              <a:gd name="connsiteX112" fmla="*/ 7197004 w 12192001"/>
              <a:gd name="connsiteY112" fmla="*/ 2166588 h 2344739"/>
              <a:gd name="connsiteX113" fmla="*/ 7170808 w 12192001"/>
              <a:gd name="connsiteY113" fmla="*/ 2171236 h 2344739"/>
              <a:gd name="connsiteX114" fmla="*/ 7096988 w 12192001"/>
              <a:gd name="connsiteY114" fmla="*/ 2183464 h 2344739"/>
              <a:gd name="connsiteX115" fmla="*/ 7018496 w 12192001"/>
              <a:gd name="connsiteY115" fmla="*/ 2183090 h 2344739"/>
              <a:gd name="connsiteX116" fmla="*/ 6904146 w 12192001"/>
              <a:gd name="connsiteY116" fmla="*/ 2212596 h 2344739"/>
              <a:gd name="connsiteX117" fmla="*/ 6708222 w 12192001"/>
              <a:gd name="connsiteY117" fmla="*/ 2240551 h 2344739"/>
              <a:gd name="connsiteX118" fmla="*/ 6549454 w 12192001"/>
              <a:gd name="connsiteY118" fmla="*/ 2269327 h 2344739"/>
              <a:gd name="connsiteX119" fmla="*/ 6317560 w 12192001"/>
              <a:gd name="connsiteY119" fmla="*/ 2316127 h 2344739"/>
              <a:gd name="connsiteX120" fmla="*/ 6168674 w 12192001"/>
              <a:gd name="connsiteY120" fmla="*/ 2318214 h 2344739"/>
              <a:gd name="connsiteX121" fmla="*/ 6073848 w 12192001"/>
              <a:gd name="connsiteY121" fmla="*/ 2338676 h 2344739"/>
              <a:gd name="connsiteX122" fmla="*/ 6068529 w 12192001"/>
              <a:gd name="connsiteY122" fmla="*/ 2337139 h 2344739"/>
              <a:gd name="connsiteX123" fmla="*/ 6048638 w 12192001"/>
              <a:gd name="connsiteY123" fmla="*/ 2337822 h 2344739"/>
              <a:gd name="connsiteX124" fmla="*/ 6041285 w 12192001"/>
              <a:gd name="connsiteY124" fmla="*/ 2329473 h 2344739"/>
              <a:gd name="connsiteX125" fmla="*/ 6010090 w 12192001"/>
              <a:gd name="connsiteY125" fmla="*/ 2324380 h 2344739"/>
              <a:gd name="connsiteX126" fmla="*/ 5957375 w 12192001"/>
              <a:gd name="connsiteY126" fmla="*/ 2328024 h 2344739"/>
              <a:gd name="connsiteX127" fmla="*/ 5758919 w 12192001"/>
              <a:gd name="connsiteY127" fmla="*/ 2343716 h 2344739"/>
              <a:gd name="connsiteX128" fmla="*/ 5626960 w 12192001"/>
              <a:gd name="connsiteY128" fmla="*/ 2344739 h 2344739"/>
              <a:gd name="connsiteX129" fmla="*/ 5470906 w 12192001"/>
              <a:gd name="connsiteY129" fmla="*/ 2330719 h 2344739"/>
              <a:gd name="connsiteX130" fmla="*/ 5432761 w 12192001"/>
              <a:gd name="connsiteY130" fmla="*/ 2319466 h 2344739"/>
              <a:gd name="connsiteX131" fmla="*/ 5381669 w 12192001"/>
              <a:gd name="connsiteY131" fmla="*/ 2301764 h 2344739"/>
              <a:gd name="connsiteX132" fmla="*/ 5261764 w 12192001"/>
              <a:gd name="connsiteY132" fmla="*/ 2281347 h 2344739"/>
              <a:gd name="connsiteX133" fmla="*/ 5222961 w 12192001"/>
              <a:gd name="connsiteY133" fmla="*/ 2270223 h 2344739"/>
              <a:gd name="connsiteX134" fmla="*/ 5174660 w 12192001"/>
              <a:gd name="connsiteY134" fmla="*/ 2267233 h 2344739"/>
              <a:gd name="connsiteX135" fmla="*/ 5156554 w 12192001"/>
              <a:gd name="connsiteY135" fmla="*/ 2260010 h 2344739"/>
              <a:gd name="connsiteX136" fmla="*/ 5142599 w 12192001"/>
              <a:gd name="connsiteY136" fmla="*/ 2256610 h 2344739"/>
              <a:gd name="connsiteX137" fmla="*/ 5139596 w 12192001"/>
              <a:gd name="connsiteY137" fmla="*/ 2254509 h 2344739"/>
              <a:gd name="connsiteX138" fmla="*/ 5121659 w 12192001"/>
              <a:gd name="connsiteY138" fmla="*/ 2243656 h 2344739"/>
              <a:gd name="connsiteX139" fmla="*/ 5065790 w 12192001"/>
              <a:gd name="connsiteY139" fmla="*/ 2250227 h 2344739"/>
              <a:gd name="connsiteX140" fmla="*/ 5011514 w 12192001"/>
              <a:gd name="connsiteY140" fmla="*/ 2233846 h 2344739"/>
              <a:gd name="connsiteX141" fmla="*/ 4840441 w 12192001"/>
              <a:gd name="connsiteY141" fmla="*/ 2209829 h 2344739"/>
              <a:gd name="connsiteX142" fmla="*/ 4762447 w 12192001"/>
              <a:gd name="connsiteY142" fmla="*/ 2182061 h 2344739"/>
              <a:gd name="connsiteX143" fmla="*/ 4723186 w 12192001"/>
              <a:gd name="connsiteY143" fmla="*/ 2173047 h 2344739"/>
              <a:gd name="connsiteX144" fmla="*/ 4721176 w 12192001"/>
              <a:gd name="connsiteY144" fmla="*/ 2172298 h 2344739"/>
              <a:gd name="connsiteX145" fmla="*/ 4722111 w 12192001"/>
              <a:gd name="connsiteY145" fmla="*/ 2172087 h 2344739"/>
              <a:gd name="connsiteX146" fmla="*/ 4717202 w 12192001"/>
              <a:gd name="connsiteY146" fmla="*/ 2170817 h 2344739"/>
              <a:gd name="connsiteX147" fmla="*/ 4721176 w 12192001"/>
              <a:gd name="connsiteY147" fmla="*/ 2172298 h 2344739"/>
              <a:gd name="connsiteX148" fmla="*/ 4715526 w 12192001"/>
              <a:gd name="connsiteY148" fmla="*/ 2173573 h 2344739"/>
              <a:gd name="connsiteX149" fmla="*/ 4515814 w 12192001"/>
              <a:gd name="connsiteY149" fmla="*/ 2163671 h 2344739"/>
              <a:gd name="connsiteX150" fmla="*/ 4428543 w 12192001"/>
              <a:gd name="connsiteY150" fmla="*/ 2153020 h 2344739"/>
              <a:gd name="connsiteX151" fmla="*/ 4362875 w 12192001"/>
              <a:gd name="connsiteY151" fmla="*/ 2151674 h 2344739"/>
              <a:gd name="connsiteX152" fmla="*/ 4316966 w 12192001"/>
              <a:gd name="connsiteY152" fmla="*/ 2158289 h 2344739"/>
              <a:gd name="connsiteX153" fmla="*/ 4315110 w 12192001"/>
              <a:gd name="connsiteY153" fmla="*/ 2156948 h 2344739"/>
              <a:gd name="connsiteX154" fmla="*/ 4295144 w 12192001"/>
              <a:gd name="connsiteY154" fmla="*/ 2155069 h 2344739"/>
              <a:gd name="connsiteX155" fmla="*/ 4290064 w 12192001"/>
              <a:gd name="connsiteY155" fmla="*/ 2157986 h 2344739"/>
              <a:gd name="connsiteX156" fmla="*/ 4276142 w 12192001"/>
              <a:gd name="connsiteY156" fmla="*/ 2157740 h 2344739"/>
              <a:gd name="connsiteX157" fmla="*/ 4248117 w 12192001"/>
              <a:gd name="connsiteY157" fmla="*/ 2160064 h 2344739"/>
              <a:gd name="connsiteX158" fmla="*/ 4202051 w 12192001"/>
              <a:gd name="connsiteY158" fmla="*/ 2157269 h 2344739"/>
              <a:gd name="connsiteX159" fmla="*/ 4201745 w 12192001"/>
              <a:gd name="connsiteY159" fmla="*/ 2156010 h 2344739"/>
              <a:gd name="connsiteX160" fmla="*/ 4191248 w 12192001"/>
              <a:gd name="connsiteY160" fmla="*/ 2150376 h 2344739"/>
              <a:gd name="connsiteX161" fmla="*/ 4142745 w 12192001"/>
              <a:gd name="connsiteY161" fmla="*/ 2134511 h 2344739"/>
              <a:gd name="connsiteX162" fmla="*/ 4083097 w 12192001"/>
              <a:gd name="connsiteY162" fmla="*/ 2107978 h 2344739"/>
              <a:gd name="connsiteX163" fmla="*/ 4074546 w 12192001"/>
              <a:gd name="connsiteY163" fmla="*/ 2107143 h 2344739"/>
              <a:gd name="connsiteX164" fmla="*/ 4074427 w 12192001"/>
              <a:gd name="connsiteY164" fmla="*/ 2106844 h 2344739"/>
              <a:gd name="connsiteX165" fmla="*/ 4065510 w 12192001"/>
              <a:gd name="connsiteY165" fmla="*/ 2105400 h 2344739"/>
              <a:gd name="connsiteX166" fmla="*/ 4058954 w 12192001"/>
              <a:gd name="connsiteY166" fmla="*/ 2105618 h 2344739"/>
              <a:gd name="connsiteX167" fmla="*/ 4042364 w 12192001"/>
              <a:gd name="connsiteY167" fmla="*/ 2103997 h 2344739"/>
              <a:gd name="connsiteX168" fmla="*/ 4036997 w 12192001"/>
              <a:gd name="connsiteY168" fmla="*/ 2101563 h 2344739"/>
              <a:gd name="connsiteX169" fmla="*/ 4035363 w 12192001"/>
              <a:gd name="connsiteY169" fmla="*/ 2097896 h 2344739"/>
              <a:gd name="connsiteX170" fmla="*/ 4033778 w 12192001"/>
              <a:gd name="connsiteY170" fmla="*/ 2098131 h 2344739"/>
              <a:gd name="connsiteX171" fmla="*/ 4004538 w 12192001"/>
              <a:gd name="connsiteY171" fmla="*/ 2085563 h 2344739"/>
              <a:gd name="connsiteX172" fmla="*/ 3936846 w 12192001"/>
              <a:gd name="connsiteY172" fmla="*/ 2068106 h 2344739"/>
              <a:gd name="connsiteX173" fmla="*/ 3897275 w 12192001"/>
              <a:gd name="connsiteY173" fmla="*/ 2062451 h 2344739"/>
              <a:gd name="connsiteX174" fmla="*/ 3789760 w 12192001"/>
              <a:gd name="connsiteY174" fmla="*/ 2042213 h 2344739"/>
              <a:gd name="connsiteX175" fmla="*/ 3682513 w 12192001"/>
              <a:gd name="connsiteY175" fmla="*/ 2018290 h 2344739"/>
              <a:gd name="connsiteX176" fmla="*/ 3610035 w 12192001"/>
              <a:gd name="connsiteY176" fmla="*/ 1986019 h 2344739"/>
              <a:gd name="connsiteX177" fmla="*/ 3603855 w 12192001"/>
              <a:gd name="connsiteY177" fmla="*/ 1987381 h 2344739"/>
              <a:gd name="connsiteX178" fmla="*/ 3594736 w 12192001"/>
              <a:gd name="connsiteY178" fmla="*/ 1987545 h 2344739"/>
              <a:gd name="connsiteX179" fmla="*/ 3594501 w 12192001"/>
              <a:gd name="connsiteY179" fmla="*/ 1987276 h 2344739"/>
              <a:gd name="connsiteX180" fmla="*/ 3585978 w 12192001"/>
              <a:gd name="connsiteY180" fmla="*/ 1987966 h 2344739"/>
              <a:gd name="connsiteX181" fmla="*/ 3536135 w 12192001"/>
              <a:gd name="connsiteY181" fmla="*/ 1978267 h 2344739"/>
              <a:gd name="connsiteX182" fmla="*/ 3473223 w 12192001"/>
              <a:gd name="connsiteY182" fmla="*/ 1974606 h 2344739"/>
              <a:gd name="connsiteX183" fmla="*/ 3400728 w 12192001"/>
              <a:gd name="connsiteY183" fmla="*/ 1962558 h 2344739"/>
              <a:gd name="connsiteX184" fmla="*/ 3363888 w 12192001"/>
              <a:gd name="connsiteY184" fmla="*/ 1979510 h 2344739"/>
              <a:gd name="connsiteX185" fmla="*/ 3344026 w 12192001"/>
              <a:gd name="connsiteY185" fmla="*/ 1981192 h 2344739"/>
              <a:gd name="connsiteX186" fmla="*/ 3341698 w 12192001"/>
              <a:gd name="connsiteY186" fmla="*/ 1980217 h 2344739"/>
              <a:gd name="connsiteX187" fmla="*/ 3262356 w 12192001"/>
              <a:gd name="connsiteY187" fmla="*/ 1986094 h 2344739"/>
              <a:gd name="connsiteX188" fmla="*/ 3142556 w 12192001"/>
              <a:gd name="connsiteY188" fmla="*/ 1993869 h 2344739"/>
              <a:gd name="connsiteX189" fmla="*/ 3030291 w 12192001"/>
              <a:gd name="connsiteY189" fmla="*/ 1996512 h 2344739"/>
              <a:gd name="connsiteX190" fmla="*/ 2781569 w 12192001"/>
              <a:gd name="connsiteY190" fmla="*/ 2018333 h 2344739"/>
              <a:gd name="connsiteX191" fmla="*/ 2646527 w 12192001"/>
              <a:gd name="connsiteY191" fmla="*/ 2028869 h 2344739"/>
              <a:gd name="connsiteX192" fmla="*/ 2568028 w 12192001"/>
              <a:gd name="connsiteY192" fmla="*/ 2002628 h 2344739"/>
              <a:gd name="connsiteX193" fmla="*/ 2443255 w 12192001"/>
              <a:gd name="connsiteY193" fmla="*/ 2016529 h 2344739"/>
              <a:gd name="connsiteX194" fmla="*/ 2315112 w 12192001"/>
              <a:gd name="connsiteY194" fmla="*/ 2024996 h 2344739"/>
              <a:gd name="connsiteX195" fmla="*/ 2208578 w 12192001"/>
              <a:gd name="connsiteY195" fmla="*/ 2019763 h 2344739"/>
              <a:gd name="connsiteX196" fmla="*/ 2094665 w 12192001"/>
              <a:gd name="connsiteY196" fmla="*/ 2003052 h 2344739"/>
              <a:gd name="connsiteX197" fmla="*/ 1997356 w 12192001"/>
              <a:gd name="connsiteY197" fmla="*/ 1995032 h 2344739"/>
              <a:gd name="connsiteX198" fmla="*/ 1928172 w 12192001"/>
              <a:gd name="connsiteY198" fmla="*/ 2016977 h 2344739"/>
              <a:gd name="connsiteX199" fmla="*/ 1921650 w 12192001"/>
              <a:gd name="connsiteY199" fmla="*/ 2012146 h 2344739"/>
              <a:gd name="connsiteX200" fmla="*/ 1873080 w 12192001"/>
              <a:gd name="connsiteY200" fmla="*/ 2013741 h 2344739"/>
              <a:gd name="connsiteX201" fmla="*/ 1786655 w 12192001"/>
              <a:gd name="connsiteY201" fmla="*/ 2041363 h 2344739"/>
              <a:gd name="connsiteX202" fmla="*/ 1738204 w 12192001"/>
              <a:gd name="connsiteY202" fmla="*/ 2036312 h 2344739"/>
              <a:gd name="connsiteX203" fmla="*/ 1675071 w 12192001"/>
              <a:gd name="connsiteY203" fmla="*/ 2019963 h 2344739"/>
              <a:gd name="connsiteX204" fmla="*/ 1608669 w 12192001"/>
              <a:gd name="connsiteY204" fmla="*/ 2013066 h 2344739"/>
              <a:gd name="connsiteX205" fmla="*/ 1496110 w 12192001"/>
              <a:gd name="connsiteY205" fmla="*/ 1987476 h 2344739"/>
              <a:gd name="connsiteX206" fmla="*/ 1149979 w 12192001"/>
              <a:gd name="connsiteY206" fmla="*/ 1938041 h 2344739"/>
              <a:gd name="connsiteX207" fmla="*/ 858269 w 12192001"/>
              <a:gd name="connsiteY207" fmla="*/ 1928608 h 2344739"/>
              <a:gd name="connsiteX208" fmla="*/ 837540 w 12192001"/>
              <a:gd name="connsiteY208" fmla="*/ 1929821 h 2344739"/>
              <a:gd name="connsiteX209" fmla="*/ 816809 w 12192001"/>
              <a:gd name="connsiteY209" fmla="*/ 1927857 h 2344739"/>
              <a:gd name="connsiteX210" fmla="*/ 811506 w 12192001"/>
              <a:gd name="connsiteY210" fmla="*/ 1930751 h 2344739"/>
              <a:gd name="connsiteX211" fmla="*/ 797041 w 12192001"/>
              <a:gd name="connsiteY211" fmla="*/ 1930446 h 2344739"/>
              <a:gd name="connsiteX212" fmla="*/ 767901 w 12192001"/>
              <a:gd name="connsiteY212" fmla="*/ 1932653 h 2344739"/>
              <a:gd name="connsiteX213" fmla="*/ 763053 w 12192001"/>
              <a:gd name="connsiteY213" fmla="*/ 1930432 h 2344739"/>
              <a:gd name="connsiteX214" fmla="*/ 720047 w 12192001"/>
              <a:gd name="connsiteY214" fmla="*/ 1929661 h 2344739"/>
              <a:gd name="connsiteX215" fmla="*/ 719742 w 12192001"/>
              <a:gd name="connsiteY215" fmla="*/ 1928399 h 2344739"/>
              <a:gd name="connsiteX216" fmla="*/ 708875 w 12192001"/>
              <a:gd name="connsiteY216" fmla="*/ 1922722 h 2344739"/>
              <a:gd name="connsiteX217" fmla="*/ 596792 w 12192001"/>
              <a:gd name="connsiteY217" fmla="*/ 1879864 h 2344739"/>
              <a:gd name="connsiteX218" fmla="*/ 578535 w 12192001"/>
              <a:gd name="connsiteY218" fmla="*/ 1877212 h 2344739"/>
              <a:gd name="connsiteX219" fmla="*/ 571717 w 12192001"/>
              <a:gd name="connsiteY219" fmla="*/ 1877401 h 2344739"/>
              <a:gd name="connsiteX220" fmla="*/ 445099 w 12192001"/>
              <a:gd name="connsiteY220" fmla="*/ 1839371 h 2344739"/>
              <a:gd name="connsiteX221" fmla="*/ 404015 w 12192001"/>
              <a:gd name="connsiteY221" fmla="*/ 1833548 h 2344739"/>
              <a:gd name="connsiteX222" fmla="*/ 292435 w 12192001"/>
              <a:gd name="connsiteY222" fmla="*/ 1812852 h 2344739"/>
              <a:gd name="connsiteX223" fmla="*/ 118381 w 12192001"/>
              <a:gd name="connsiteY223" fmla="*/ 1761047 h 2344739"/>
              <a:gd name="connsiteX224" fmla="*/ 15526 w 12192001"/>
              <a:gd name="connsiteY224" fmla="*/ 1758191 h 2344739"/>
              <a:gd name="connsiteX225" fmla="*/ 2 w 12192001"/>
              <a:gd name="connsiteY225" fmla="*/ 1752722 h 2344739"/>
              <a:gd name="connsiteX226" fmla="*/ 1 w 12192001"/>
              <a:gd name="connsiteY226" fmla="*/ 762497 h 2344739"/>
              <a:gd name="connsiteX227" fmla="*/ 0 w 12192001"/>
              <a:gd name="connsiteY227" fmla="*/ 762497 h 2344739"/>
              <a:gd name="connsiteX228" fmla="*/ 0 w 12192001"/>
              <a:gd name="connsiteY228" fmla="*/ 222213 h 2344739"/>
              <a:gd name="connsiteX229" fmla="*/ 0 w 12192001"/>
              <a:gd name="connsiteY229"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12228 w 12192001"/>
              <a:gd name="connsiteY22" fmla="*/ 797659 h 2344739"/>
              <a:gd name="connsiteX23" fmla="*/ 11748619 w 12192001"/>
              <a:gd name="connsiteY23" fmla="*/ 872002 h 2344739"/>
              <a:gd name="connsiteX24" fmla="*/ 11589545 w 12192001"/>
              <a:gd name="connsiteY24" fmla="*/ 963777 h 2344739"/>
              <a:gd name="connsiteX25" fmla="*/ 11505669 w 12192001"/>
              <a:gd name="connsiteY25" fmla="*/ 1033623 h 2344739"/>
              <a:gd name="connsiteX26" fmla="*/ 11279184 w 12192001"/>
              <a:gd name="connsiteY26" fmla="*/ 1223571 h 2344739"/>
              <a:gd name="connsiteX27" fmla="*/ 11227161 w 12192001"/>
              <a:gd name="connsiteY27" fmla="*/ 1276236 h 2344739"/>
              <a:gd name="connsiteX28" fmla="*/ 11216939 w 12192001"/>
              <a:gd name="connsiteY28" fmla="*/ 1275961 h 2344739"/>
              <a:gd name="connsiteX29" fmla="*/ 11216036 w 12192001"/>
              <a:gd name="connsiteY29" fmla="*/ 1275018 h 2344739"/>
              <a:gd name="connsiteX30" fmla="*/ 11187737 w 12192001"/>
              <a:gd name="connsiteY30" fmla="*/ 1292383 h 2344739"/>
              <a:gd name="connsiteX31" fmla="*/ 11183353 w 12192001"/>
              <a:gd name="connsiteY31" fmla="*/ 1292525 h 2344739"/>
              <a:gd name="connsiteX32" fmla="*/ 11165706 w 12192001"/>
              <a:gd name="connsiteY32" fmla="*/ 1306612 h 2344739"/>
              <a:gd name="connsiteX33" fmla="*/ 11156163 w 12192001"/>
              <a:gd name="connsiteY33" fmla="*/ 1312414 h 2344739"/>
              <a:gd name="connsiteX34" fmla="*/ 11154348 w 12192001"/>
              <a:gd name="connsiteY34" fmla="*/ 1317097 h 2344739"/>
              <a:gd name="connsiteX35" fmla="*/ 11139813 w 12192001"/>
              <a:gd name="connsiteY35" fmla="*/ 1324115 h 2344739"/>
              <a:gd name="connsiteX36" fmla="*/ 11137813 w 12192001"/>
              <a:gd name="connsiteY36" fmla="*/ 1323772 h 2344739"/>
              <a:gd name="connsiteX37" fmla="*/ 11127060 w 12192001"/>
              <a:gd name="connsiteY37" fmla="*/ 1333832 h 2344739"/>
              <a:gd name="connsiteX38" fmla="*/ 11119543 w 12192001"/>
              <a:gd name="connsiteY38" fmla="*/ 1347424 h 2344739"/>
              <a:gd name="connsiteX39" fmla="*/ 10893535 w 12192001"/>
              <a:gd name="connsiteY39" fmla="*/ 1473399 h 2344739"/>
              <a:gd name="connsiteX40" fmla="*/ 10772152 w 12192001"/>
              <a:gd name="connsiteY40" fmla="*/ 1523191 h 2344739"/>
              <a:gd name="connsiteX41" fmla="*/ 10626520 w 12192001"/>
              <a:gd name="connsiteY41" fmla="*/ 1559229 h 2344739"/>
              <a:gd name="connsiteX42" fmla="*/ 10580747 w 12192001"/>
              <a:gd name="connsiteY42" fmla="*/ 1568689 h 2344739"/>
              <a:gd name="connsiteX43" fmla="*/ 10546642 w 12192001"/>
              <a:gd name="connsiteY43" fmla="*/ 1598423 h 2344739"/>
              <a:gd name="connsiteX44" fmla="*/ 10528495 w 12192001"/>
              <a:gd name="connsiteY44" fmla="*/ 1596907 h 2344739"/>
              <a:gd name="connsiteX45" fmla="*/ 10525298 w 12192001"/>
              <a:gd name="connsiteY45" fmla="*/ 1596411 h 2344739"/>
              <a:gd name="connsiteX46" fmla="*/ 10513981 w 12192001"/>
              <a:gd name="connsiteY46" fmla="*/ 1599537 h 2344739"/>
              <a:gd name="connsiteX47" fmla="*/ 10490587 w 12192001"/>
              <a:gd name="connsiteY47" fmla="*/ 1594156 h 2344739"/>
              <a:gd name="connsiteX48" fmla="*/ 10470270 w 12192001"/>
              <a:gd name="connsiteY48" fmla="*/ 1601693 h 2344739"/>
              <a:gd name="connsiteX49" fmla="*/ 10375894 w 12192001"/>
              <a:gd name="connsiteY49" fmla="*/ 1644598 h 2344739"/>
              <a:gd name="connsiteX50" fmla="*/ 10318190 w 12192001"/>
              <a:gd name="connsiteY50" fmla="*/ 1666221 h 2344739"/>
              <a:gd name="connsiteX51" fmla="*/ 10294319 w 12192001"/>
              <a:gd name="connsiteY51" fmla="*/ 1668079 h 2344739"/>
              <a:gd name="connsiteX52" fmla="*/ 10262295 w 12192001"/>
              <a:gd name="connsiteY52" fmla="*/ 1674948 h 2344739"/>
              <a:gd name="connsiteX53" fmla="*/ 10204270 w 12192001"/>
              <a:gd name="connsiteY53" fmla="*/ 1682149 h 2344739"/>
              <a:gd name="connsiteX54" fmla="*/ 10176611 w 12192001"/>
              <a:gd name="connsiteY54" fmla="*/ 1692943 h 2344739"/>
              <a:gd name="connsiteX55" fmla="*/ 10163922 w 12192001"/>
              <a:gd name="connsiteY55" fmla="*/ 1693739 h 2344739"/>
              <a:gd name="connsiteX56" fmla="*/ 10155160 w 12192001"/>
              <a:gd name="connsiteY56" fmla="*/ 1707487 h 2344739"/>
              <a:gd name="connsiteX57" fmla="*/ 10117119 w 12192001"/>
              <a:gd name="connsiteY57" fmla="*/ 1731142 h 2344739"/>
              <a:gd name="connsiteX58" fmla="*/ 10100445 w 12192001"/>
              <a:gd name="connsiteY58" fmla="*/ 1742432 h 2344739"/>
              <a:gd name="connsiteX59" fmla="*/ 10082169 w 12192001"/>
              <a:gd name="connsiteY59" fmla="*/ 1743296 h 2344739"/>
              <a:gd name="connsiteX60" fmla="*/ 10039240 w 12192001"/>
              <a:gd name="connsiteY60" fmla="*/ 1741632 h 2344739"/>
              <a:gd name="connsiteX61" fmla="*/ 9960019 w 12192001"/>
              <a:gd name="connsiteY61" fmla="*/ 1757147 h 2344739"/>
              <a:gd name="connsiteX62" fmla="*/ 9847792 w 12192001"/>
              <a:gd name="connsiteY62" fmla="*/ 1763915 h 2344739"/>
              <a:gd name="connsiteX63" fmla="*/ 9728309 w 12192001"/>
              <a:gd name="connsiteY63" fmla="*/ 1784122 h 2344739"/>
              <a:gd name="connsiteX64" fmla="*/ 9584507 w 12192001"/>
              <a:gd name="connsiteY64" fmla="*/ 1795542 h 2344739"/>
              <a:gd name="connsiteX65" fmla="*/ 9343052 w 12192001"/>
              <a:gd name="connsiteY65" fmla="*/ 1841244 h 2344739"/>
              <a:gd name="connsiteX66" fmla="*/ 9231370 w 12192001"/>
              <a:gd name="connsiteY66" fmla="*/ 1893149 h 2344739"/>
              <a:gd name="connsiteX67" fmla="*/ 9194810 w 12192001"/>
              <a:gd name="connsiteY67" fmla="*/ 1903228 h 2344739"/>
              <a:gd name="connsiteX68" fmla="*/ 9189246 w 12192001"/>
              <a:gd name="connsiteY68" fmla="*/ 1912467 h 2344739"/>
              <a:gd name="connsiteX69" fmla="*/ 9113812 w 12192001"/>
              <a:gd name="connsiteY69" fmla="*/ 1919069 h 2344739"/>
              <a:gd name="connsiteX70" fmla="*/ 9053453 w 12192001"/>
              <a:gd name="connsiteY70" fmla="*/ 1910755 h 2344739"/>
              <a:gd name="connsiteX71" fmla="*/ 9005486 w 12192001"/>
              <a:gd name="connsiteY71" fmla="*/ 1914040 h 2344739"/>
              <a:gd name="connsiteX72" fmla="*/ 9005201 w 12192001"/>
              <a:gd name="connsiteY72" fmla="*/ 1913800 h 2344739"/>
              <a:gd name="connsiteX73" fmla="*/ 8996232 w 12192001"/>
              <a:gd name="connsiteY73" fmla="*/ 1915011 h 2344739"/>
              <a:gd name="connsiteX74" fmla="*/ 8990394 w 12192001"/>
              <a:gd name="connsiteY74" fmla="*/ 1917072 h 2344739"/>
              <a:gd name="connsiteX75" fmla="*/ 8974337 w 12192001"/>
              <a:gd name="connsiteY75" fmla="*/ 1920298 h 2344739"/>
              <a:gd name="connsiteX76" fmla="*/ 8968011 w 12192001"/>
              <a:gd name="connsiteY76" fmla="*/ 1919598 h 2344739"/>
              <a:gd name="connsiteX77" fmla="*/ 8963048 w 12192001"/>
              <a:gd name="connsiteY77" fmla="*/ 1917373 h 2344739"/>
              <a:gd name="connsiteX78" fmla="*/ 8928988 w 12192001"/>
              <a:gd name="connsiteY78" fmla="*/ 1914185 h 2344739"/>
              <a:gd name="connsiteX79" fmla="*/ 8752444 w 12192001"/>
              <a:gd name="connsiteY79" fmla="*/ 1933417 h 2344739"/>
              <a:gd name="connsiteX80" fmla="*/ 8707847 w 12192001"/>
              <a:gd name="connsiteY80" fmla="*/ 1935518 h 2344739"/>
              <a:gd name="connsiteX81" fmla="*/ 8596071 w 12192001"/>
              <a:gd name="connsiteY81" fmla="*/ 1944090 h 2344739"/>
              <a:gd name="connsiteX82" fmla="*/ 8525230 w 12192001"/>
              <a:gd name="connsiteY82" fmla="*/ 1929248 h 2344739"/>
              <a:gd name="connsiteX83" fmla="*/ 8510983 w 12192001"/>
              <a:gd name="connsiteY83" fmla="*/ 1935163 h 2344739"/>
              <a:gd name="connsiteX84" fmla="*/ 8506167 w 12192001"/>
              <a:gd name="connsiteY84" fmla="*/ 1938164 h 2344739"/>
              <a:gd name="connsiteX85" fmla="*/ 8497968 w 12192001"/>
              <a:gd name="connsiteY85" fmla="*/ 1940902 h 2344739"/>
              <a:gd name="connsiteX86" fmla="*/ 8497594 w 12192001"/>
              <a:gd name="connsiteY86" fmla="*/ 1940723 h 2344739"/>
              <a:gd name="connsiteX87" fmla="*/ 8490249 w 12192001"/>
              <a:gd name="connsiteY87" fmla="*/ 1943773 h 2344739"/>
              <a:gd name="connsiteX88" fmla="*/ 8367182 w 12192001"/>
              <a:gd name="connsiteY88" fmla="*/ 1957815 h 2344739"/>
              <a:gd name="connsiteX89" fmla="*/ 8353799 w 12192001"/>
              <a:gd name="connsiteY89" fmla="*/ 1958009 h 2344739"/>
              <a:gd name="connsiteX90" fmla="*/ 8352373 w 12192001"/>
              <a:gd name="connsiteY90" fmla="*/ 1957169 h 2344739"/>
              <a:gd name="connsiteX91" fmla="*/ 8320104 w 12192001"/>
              <a:gd name="connsiteY91" fmla="*/ 1974587 h 2344739"/>
              <a:gd name="connsiteX92" fmla="*/ 8314433 w 12192001"/>
              <a:gd name="connsiteY92" fmla="*/ 1974913 h 2344739"/>
              <a:gd name="connsiteX93" fmla="*/ 8295174 w 12192001"/>
              <a:gd name="connsiteY93" fmla="*/ 1988808 h 2344739"/>
              <a:gd name="connsiteX94" fmla="*/ 8284276 w 12192001"/>
              <a:gd name="connsiteY94" fmla="*/ 1994631 h 2344739"/>
              <a:gd name="connsiteX95" fmla="*/ 8283150 w 12192001"/>
              <a:gd name="connsiteY95" fmla="*/ 1999074 h 2344739"/>
              <a:gd name="connsiteX96" fmla="*/ 8266076 w 12192001"/>
              <a:gd name="connsiteY96" fmla="*/ 2006249 h 2344739"/>
              <a:gd name="connsiteX97" fmla="*/ 8263377 w 12192001"/>
              <a:gd name="connsiteY97" fmla="*/ 2006019 h 2344739"/>
              <a:gd name="connsiteX98" fmla="*/ 8252033 w 12192001"/>
              <a:gd name="connsiteY98" fmla="*/ 2015862 h 2344739"/>
              <a:gd name="connsiteX99" fmla="*/ 8245834 w 12192001"/>
              <a:gd name="connsiteY99" fmla="*/ 2028854 h 2344739"/>
              <a:gd name="connsiteX100" fmla="*/ 8090272 w 12192001"/>
              <a:gd name="connsiteY100" fmla="*/ 2075015 h 2344739"/>
              <a:gd name="connsiteX101" fmla="*/ 7905407 w 12192001"/>
              <a:gd name="connsiteY101" fmla="*/ 2116988 h 2344739"/>
              <a:gd name="connsiteX102" fmla="*/ 7718745 w 12192001"/>
              <a:gd name="connsiteY102" fmla="*/ 2142703 h 2344739"/>
              <a:gd name="connsiteX103" fmla="*/ 7614347 w 12192001"/>
              <a:gd name="connsiteY103" fmla="*/ 2139232 h 2344739"/>
              <a:gd name="connsiteX104" fmla="*/ 7527543 w 12192001"/>
              <a:gd name="connsiteY104" fmla="*/ 2145060 h 2344739"/>
              <a:gd name="connsiteX105" fmla="*/ 7519571 w 12192001"/>
              <a:gd name="connsiteY105" fmla="*/ 2147613 h 2344739"/>
              <a:gd name="connsiteX106" fmla="*/ 7507411 w 12192001"/>
              <a:gd name="connsiteY106" fmla="*/ 2148948 h 2344739"/>
              <a:gd name="connsiteX107" fmla="*/ 7507040 w 12192001"/>
              <a:gd name="connsiteY107" fmla="*/ 2148621 h 2344739"/>
              <a:gd name="connsiteX108" fmla="*/ 7495795 w 12192001"/>
              <a:gd name="connsiteY108" fmla="*/ 2150573 h 2344739"/>
              <a:gd name="connsiteX109" fmla="*/ 7405391 w 12192001"/>
              <a:gd name="connsiteY109" fmla="*/ 2142468 h 2344739"/>
              <a:gd name="connsiteX110" fmla="*/ 7218559 w 12192001"/>
              <a:gd name="connsiteY110" fmla="*/ 2156680 h 2344739"/>
              <a:gd name="connsiteX111" fmla="*/ 7201101 w 12192001"/>
              <a:gd name="connsiteY111" fmla="*/ 2161230 h 2344739"/>
              <a:gd name="connsiteX112" fmla="*/ 7197004 w 12192001"/>
              <a:gd name="connsiteY112" fmla="*/ 2166588 h 2344739"/>
              <a:gd name="connsiteX113" fmla="*/ 7170808 w 12192001"/>
              <a:gd name="connsiteY113" fmla="*/ 2171236 h 2344739"/>
              <a:gd name="connsiteX114" fmla="*/ 7096988 w 12192001"/>
              <a:gd name="connsiteY114" fmla="*/ 2183464 h 2344739"/>
              <a:gd name="connsiteX115" fmla="*/ 7018496 w 12192001"/>
              <a:gd name="connsiteY115" fmla="*/ 2183090 h 2344739"/>
              <a:gd name="connsiteX116" fmla="*/ 6904146 w 12192001"/>
              <a:gd name="connsiteY116" fmla="*/ 2212596 h 2344739"/>
              <a:gd name="connsiteX117" fmla="*/ 6708222 w 12192001"/>
              <a:gd name="connsiteY117" fmla="*/ 2240551 h 2344739"/>
              <a:gd name="connsiteX118" fmla="*/ 6549454 w 12192001"/>
              <a:gd name="connsiteY118" fmla="*/ 2269327 h 2344739"/>
              <a:gd name="connsiteX119" fmla="*/ 6317560 w 12192001"/>
              <a:gd name="connsiteY119" fmla="*/ 2316127 h 2344739"/>
              <a:gd name="connsiteX120" fmla="*/ 6168674 w 12192001"/>
              <a:gd name="connsiteY120" fmla="*/ 2318214 h 2344739"/>
              <a:gd name="connsiteX121" fmla="*/ 6073848 w 12192001"/>
              <a:gd name="connsiteY121" fmla="*/ 2338676 h 2344739"/>
              <a:gd name="connsiteX122" fmla="*/ 6068529 w 12192001"/>
              <a:gd name="connsiteY122" fmla="*/ 2337139 h 2344739"/>
              <a:gd name="connsiteX123" fmla="*/ 6048638 w 12192001"/>
              <a:gd name="connsiteY123" fmla="*/ 2337822 h 2344739"/>
              <a:gd name="connsiteX124" fmla="*/ 6041285 w 12192001"/>
              <a:gd name="connsiteY124" fmla="*/ 2329473 h 2344739"/>
              <a:gd name="connsiteX125" fmla="*/ 6010090 w 12192001"/>
              <a:gd name="connsiteY125" fmla="*/ 2324380 h 2344739"/>
              <a:gd name="connsiteX126" fmla="*/ 5957375 w 12192001"/>
              <a:gd name="connsiteY126" fmla="*/ 2328024 h 2344739"/>
              <a:gd name="connsiteX127" fmla="*/ 5758919 w 12192001"/>
              <a:gd name="connsiteY127" fmla="*/ 2343716 h 2344739"/>
              <a:gd name="connsiteX128" fmla="*/ 5626960 w 12192001"/>
              <a:gd name="connsiteY128" fmla="*/ 2344739 h 2344739"/>
              <a:gd name="connsiteX129" fmla="*/ 5470906 w 12192001"/>
              <a:gd name="connsiteY129" fmla="*/ 2330719 h 2344739"/>
              <a:gd name="connsiteX130" fmla="*/ 5432761 w 12192001"/>
              <a:gd name="connsiteY130" fmla="*/ 2319466 h 2344739"/>
              <a:gd name="connsiteX131" fmla="*/ 5381669 w 12192001"/>
              <a:gd name="connsiteY131" fmla="*/ 2301764 h 2344739"/>
              <a:gd name="connsiteX132" fmla="*/ 5261764 w 12192001"/>
              <a:gd name="connsiteY132" fmla="*/ 2281347 h 2344739"/>
              <a:gd name="connsiteX133" fmla="*/ 5222961 w 12192001"/>
              <a:gd name="connsiteY133" fmla="*/ 2270223 h 2344739"/>
              <a:gd name="connsiteX134" fmla="*/ 5174660 w 12192001"/>
              <a:gd name="connsiteY134" fmla="*/ 2267233 h 2344739"/>
              <a:gd name="connsiteX135" fmla="*/ 5156554 w 12192001"/>
              <a:gd name="connsiteY135" fmla="*/ 2260010 h 2344739"/>
              <a:gd name="connsiteX136" fmla="*/ 5142599 w 12192001"/>
              <a:gd name="connsiteY136" fmla="*/ 2256610 h 2344739"/>
              <a:gd name="connsiteX137" fmla="*/ 5139596 w 12192001"/>
              <a:gd name="connsiteY137" fmla="*/ 2254509 h 2344739"/>
              <a:gd name="connsiteX138" fmla="*/ 5121659 w 12192001"/>
              <a:gd name="connsiteY138" fmla="*/ 2243656 h 2344739"/>
              <a:gd name="connsiteX139" fmla="*/ 5065790 w 12192001"/>
              <a:gd name="connsiteY139" fmla="*/ 2250227 h 2344739"/>
              <a:gd name="connsiteX140" fmla="*/ 5011514 w 12192001"/>
              <a:gd name="connsiteY140" fmla="*/ 2233846 h 2344739"/>
              <a:gd name="connsiteX141" fmla="*/ 4840441 w 12192001"/>
              <a:gd name="connsiteY141" fmla="*/ 2209829 h 2344739"/>
              <a:gd name="connsiteX142" fmla="*/ 4762447 w 12192001"/>
              <a:gd name="connsiteY142" fmla="*/ 2182061 h 2344739"/>
              <a:gd name="connsiteX143" fmla="*/ 4723186 w 12192001"/>
              <a:gd name="connsiteY143" fmla="*/ 2173047 h 2344739"/>
              <a:gd name="connsiteX144" fmla="*/ 4721176 w 12192001"/>
              <a:gd name="connsiteY144" fmla="*/ 2172298 h 2344739"/>
              <a:gd name="connsiteX145" fmla="*/ 4722111 w 12192001"/>
              <a:gd name="connsiteY145" fmla="*/ 2172087 h 2344739"/>
              <a:gd name="connsiteX146" fmla="*/ 4717202 w 12192001"/>
              <a:gd name="connsiteY146" fmla="*/ 2170817 h 2344739"/>
              <a:gd name="connsiteX147" fmla="*/ 4721176 w 12192001"/>
              <a:gd name="connsiteY147" fmla="*/ 2172298 h 2344739"/>
              <a:gd name="connsiteX148" fmla="*/ 4715526 w 12192001"/>
              <a:gd name="connsiteY148" fmla="*/ 2173573 h 2344739"/>
              <a:gd name="connsiteX149" fmla="*/ 4515814 w 12192001"/>
              <a:gd name="connsiteY149" fmla="*/ 2163671 h 2344739"/>
              <a:gd name="connsiteX150" fmla="*/ 4428543 w 12192001"/>
              <a:gd name="connsiteY150" fmla="*/ 2153020 h 2344739"/>
              <a:gd name="connsiteX151" fmla="*/ 4362875 w 12192001"/>
              <a:gd name="connsiteY151" fmla="*/ 2151674 h 2344739"/>
              <a:gd name="connsiteX152" fmla="*/ 4316966 w 12192001"/>
              <a:gd name="connsiteY152" fmla="*/ 2158289 h 2344739"/>
              <a:gd name="connsiteX153" fmla="*/ 4315110 w 12192001"/>
              <a:gd name="connsiteY153" fmla="*/ 2156948 h 2344739"/>
              <a:gd name="connsiteX154" fmla="*/ 4295144 w 12192001"/>
              <a:gd name="connsiteY154" fmla="*/ 2155069 h 2344739"/>
              <a:gd name="connsiteX155" fmla="*/ 4290064 w 12192001"/>
              <a:gd name="connsiteY155" fmla="*/ 2157986 h 2344739"/>
              <a:gd name="connsiteX156" fmla="*/ 4276142 w 12192001"/>
              <a:gd name="connsiteY156" fmla="*/ 2157740 h 2344739"/>
              <a:gd name="connsiteX157" fmla="*/ 4248117 w 12192001"/>
              <a:gd name="connsiteY157" fmla="*/ 2160064 h 2344739"/>
              <a:gd name="connsiteX158" fmla="*/ 4202051 w 12192001"/>
              <a:gd name="connsiteY158" fmla="*/ 2157269 h 2344739"/>
              <a:gd name="connsiteX159" fmla="*/ 4201745 w 12192001"/>
              <a:gd name="connsiteY159" fmla="*/ 2156010 h 2344739"/>
              <a:gd name="connsiteX160" fmla="*/ 4191248 w 12192001"/>
              <a:gd name="connsiteY160" fmla="*/ 2150376 h 2344739"/>
              <a:gd name="connsiteX161" fmla="*/ 4142745 w 12192001"/>
              <a:gd name="connsiteY161" fmla="*/ 2134511 h 2344739"/>
              <a:gd name="connsiteX162" fmla="*/ 4083097 w 12192001"/>
              <a:gd name="connsiteY162" fmla="*/ 2107978 h 2344739"/>
              <a:gd name="connsiteX163" fmla="*/ 4074546 w 12192001"/>
              <a:gd name="connsiteY163" fmla="*/ 2107143 h 2344739"/>
              <a:gd name="connsiteX164" fmla="*/ 4074427 w 12192001"/>
              <a:gd name="connsiteY164" fmla="*/ 2106844 h 2344739"/>
              <a:gd name="connsiteX165" fmla="*/ 4065510 w 12192001"/>
              <a:gd name="connsiteY165" fmla="*/ 2105400 h 2344739"/>
              <a:gd name="connsiteX166" fmla="*/ 4058954 w 12192001"/>
              <a:gd name="connsiteY166" fmla="*/ 2105618 h 2344739"/>
              <a:gd name="connsiteX167" fmla="*/ 4042364 w 12192001"/>
              <a:gd name="connsiteY167" fmla="*/ 2103997 h 2344739"/>
              <a:gd name="connsiteX168" fmla="*/ 4036997 w 12192001"/>
              <a:gd name="connsiteY168" fmla="*/ 2101563 h 2344739"/>
              <a:gd name="connsiteX169" fmla="*/ 4035363 w 12192001"/>
              <a:gd name="connsiteY169" fmla="*/ 2097896 h 2344739"/>
              <a:gd name="connsiteX170" fmla="*/ 4033778 w 12192001"/>
              <a:gd name="connsiteY170" fmla="*/ 2098131 h 2344739"/>
              <a:gd name="connsiteX171" fmla="*/ 4004538 w 12192001"/>
              <a:gd name="connsiteY171" fmla="*/ 2085563 h 2344739"/>
              <a:gd name="connsiteX172" fmla="*/ 3936846 w 12192001"/>
              <a:gd name="connsiteY172" fmla="*/ 2068106 h 2344739"/>
              <a:gd name="connsiteX173" fmla="*/ 3897275 w 12192001"/>
              <a:gd name="connsiteY173" fmla="*/ 2062451 h 2344739"/>
              <a:gd name="connsiteX174" fmla="*/ 3789760 w 12192001"/>
              <a:gd name="connsiteY174" fmla="*/ 2042213 h 2344739"/>
              <a:gd name="connsiteX175" fmla="*/ 3682513 w 12192001"/>
              <a:gd name="connsiteY175" fmla="*/ 2018290 h 2344739"/>
              <a:gd name="connsiteX176" fmla="*/ 3610035 w 12192001"/>
              <a:gd name="connsiteY176" fmla="*/ 1986019 h 2344739"/>
              <a:gd name="connsiteX177" fmla="*/ 3603855 w 12192001"/>
              <a:gd name="connsiteY177" fmla="*/ 1987381 h 2344739"/>
              <a:gd name="connsiteX178" fmla="*/ 3594736 w 12192001"/>
              <a:gd name="connsiteY178" fmla="*/ 1987545 h 2344739"/>
              <a:gd name="connsiteX179" fmla="*/ 3594501 w 12192001"/>
              <a:gd name="connsiteY179" fmla="*/ 1987276 h 2344739"/>
              <a:gd name="connsiteX180" fmla="*/ 3585978 w 12192001"/>
              <a:gd name="connsiteY180" fmla="*/ 1987966 h 2344739"/>
              <a:gd name="connsiteX181" fmla="*/ 3536135 w 12192001"/>
              <a:gd name="connsiteY181" fmla="*/ 1978267 h 2344739"/>
              <a:gd name="connsiteX182" fmla="*/ 3473223 w 12192001"/>
              <a:gd name="connsiteY182" fmla="*/ 1974606 h 2344739"/>
              <a:gd name="connsiteX183" fmla="*/ 3400728 w 12192001"/>
              <a:gd name="connsiteY183" fmla="*/ 1962558 h 2344739"/>
              <a:gd name="connsiteX184" fmla="*/ 3363888 w 12192001"/>
              <a:gd name="connsiteY184" fmla="*/ 1979510 h 2344739"/>
              <a:gd name="connsiteX185" fmla="*/ 3344026 w 12192001"/>
              <a:gd name="connsiteY185" fmla="*/ 1981192 h 2344739"/>
              <a:gd name="connsiteX186" fmla="*/ 3341698 w 12192001"/>
              <a:gd name="connsiteY186" fmla="*/ 1980217 h 2344739"/>
              <a:gd name="connsiteX187" fmla="*/ 3262356 w 12192001"/>
              <a:gd name="connsiteY187" fmla="*/ 1986094 h 2344739"/>
              <a:gd name="connsiteX188" fmla="*/ 3142556 w 12192001"/>
              <a:gd name="connsiteY188" fmla="*/ 1993869 h 2344739"/>
              <a:gd name="connsiteX189" fmla="*/ 3030291 w 12192001"/>
              <a:gd name="connsiteY189" fmla="*/ 1996512 h 2344739"/>
              <a:gd name="connsiteX190" fmla="*/ 2781569 w 12192001"/>
              <a:gd name="connsiteY190" fmla="*/ 2018333 h 2344739"/>
              <a:gd name="connsiteX191" fmla="*/ 2646527 w 12192001"/>
              <a:gd name="connsiteY191" fmla="*/ 2028869 h 2344739"/>
              <a:gd name="connsiteX192" fmla="*/ 2568028 w 12192001"/>
              <a:gd name="connsiteY192" fmla="*/ 2002628 h 2344739"/>
              <a:gd name="connsiteX193" fmla="*/ 2443255 w 12192001"/>
              <a:gd name="connsiteY193" fmla="*/ 2016529 h 2344739"/>
              <a:gd name="connsiteX194" fmla="*/ 2315112 w 12192001"/>
              <a:gd name="connsiteY194" fmla="*/ 2024996 h 2344739"/>
              <a:gd name="connsiteX195" fmla="*/ 2208578 w 12192001"/>
              <a:gd name="connsiteY195" fmla="*/ 2019763 h 2344739"/>
              <a:gd name="connsiteX196" fmla="*/ 2094665 w 12192001"/>
              <a:gd name="connsiteY196" fmla="*/ 2003052 h 2344739"/>
              <a:gd name="connsiteX197" fmla="*/ 1997356 w 12192001"/>
              <a:gd name="connsiteY197" fmla="*/ 1995032 h 2344739"/>
              <a:gd name="connsiteX198" fmla="*/ 1928172 w 12192001"/>
              <a:gd name="connsiteY198" fmla="*/ 2016977 h 2344739"/>
              <a:gd name="connsiteX199" fmla="*/ 1921650 w 12192001"/>
              <a:gd name="connsiteY199" fmla="*/ 2012146 h 2344739"/>
              <a:gd name="connsiteX200" fmla="*/ 1873080 w 12192001"/>
              <a:gd name="connsiteY200" fmla="*/ 2013741 h 2344739"/>
              <a:gd name="connsiteX201" fmla="*/ 1786655 w 12192001"/>
              <a:gd name="connsiteY201" fmla="*/ 2041363 h 2344739"/>
              <a:gd name="connsiteX202" fmla="*/ 1738204 w 12192001"/>
              <a:gd name="connsiteY202" fmla="*/ 2036312 h 2344739"/>
              <a:gd name="connsiteX203" fmla="*/ 1675071 w 12192001"/>
              <a:gd name="connsiteY203" fmla="*/ 2019963 h 2344739"/>
              <a:gd name="connsiteX204" fmla="*/ 1608669 w 12192001"/>
              <a:gd name="connsiteY204" fmla="*/ 2013066 h 2344739"/>
              <a:gd name="connsiteX205" fmla="*/ 1496110 w 12192001"/>
              <a:gd name="connsiteY205" fmla="*/ 1987476 h 2344739"/>
              <a:gd name="connsiteX206" fmla="*/ 1149979 w 12192001"/>
              <a:gd name="connsiteY206" fmla="*/ 1938041 h 2344739"/>
              <a:gd name="connsiteX207" fmla="*/ 858269 w 12192001"/>
              <a:gd name="connsiteY207" fmla="*/ 1928608 h 2344739"/>
              <a:gd name="connsiteX208" fmla="*/ 837540 w 12192001"/>
              <a:gd name="connsiteY208" fmla="*/ 1929821 h 2344739"/>
              <a:gd name="connsiteX209" fmla="*/ 816809 w 12192001"/>
              <a:gd name="connsiteY209" fmla="*/ 1927857 h 2344739"/>
              <a:gd name="connsiteX210" fmla="*/ 811506 w 12192001"/>
              <a:gd name="connsiteY210" fmla="*/ 1930751 h 2344739"/>
              <a:gd name="connsiteX211" fmla="*/ 797041 w 12192001"/>
              <a:gd name="connsiteY211" fmla="*/ 1930446 h 2344739"/>
              <a:gd name="connsiteX212" fmla="*/ 767901 w 12192001"/>
              <a:gd name="connsiteY212" fmla="*/ 1932653 h 2344739"/>
              <a:gd name="connsiteX213" fmla="*/ 763053 w 12192001"/>
              <a:gd name="connsiteY213" fmla="*/ 1930432 h 2344739"/>
              <a:gd name="connsiteX214" fmla="*/ 720047 w 12192001"/>
              <a:gd name="connsiteY214" fmla="*/ 1929661 h 2344739"/>
              <a:gd name="connsiteX215" fmla="*/ 719742 w 12192001"/>
              <a:gd name="connsiteY215" fmla="*/ 1928399 h 2344739"/>
              <a:gd name="connsiteX216" fmla="*/ 708875 w 12192001"/>
              <a:gd name="connsiteY216" fmla="*/ 1922722 h 2344739"/>
              <a:gd name="connsiteX217" fmla="*/ 596792 w 12192001"/>
              <a:gd name="connsiteY217" fmla="*/ 1879864 h 2344739"/>
              <a:gd name="connsiteX218" fmla="*/ 578535 w 12192001"/>
              <a:gd name="connsiteY218" fmla="*/ 1877212 h 2344739"/>
              <a:gd name="connsiteX219" fmla="*/ 571717 w 12192001"/>
              <a:gd name="connsiteY219" fmla="*/ 1877401 h 2344739"/>
              <a:gd name="connsiteX220" fmla="*/ 445099 w 12192001"/>
              <a:gd name="connsiteY220" fmla="*/ 1839371 h 2344739"/>
              <a:gd name="connsiteX221" fmla="*/ 404015 w 12192001"/>
              <a:gd name="connsiteY221" fmla="*/ 1833548 h 2344739"/>
              <a:gd name="connsiteX222" fmla="*/ 292435 w 12192001"/>
              <a:gd name="connsiteY222" fmla="*/ 1812852 h 2344739"/>
              <a:gd name="connsiteX223" fmla="*/ 118381 w 12192001"/>
              <a:gd name="connsiteY223" fmla="*/ 1761047 h 2344739"/>
              <a:gd name="connsiteX224" fmla="*/ 15526 w 12192001"/>
              <a:gd name="connsiteY224" fmla="*/ 1758191 h 2344739"/>
              <a:gd name="connsiteX225" fmla="*/ 2 w 12192001"/>
              <a:gd name="connsiteY225" fmla="*/ 1752722 h 2344739"/>
              <a:gd name="connsiteX226" fmla="*/ 1 w 12192001"/>
              <a:gd name="connsiteY226" fmla="*/ 762497 h 2344739"/>
              <a:gd name="connsiteX227" fmla="*/ 0 w 12192001"/>
              <a:gd name="connsiteY227" fmla="*/ 762497 h 2344739"/>
              <a:gd name="connsiteX228" fmla="*/ 0 w 12192001"/>
              <a:gd name="connsiteY228" fmla="*/ 222213 h 2344739"/>
              <a:gd name="connsiteX229" fmla="*/ 0 w 12192001"/>
              <a:gd name="connsiteY229"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12228 w 12192001"/>
              <a:gd name="connsiteY22" fmla="*/ 797659 h 2344739"/>
              <a:gd name="connsiteX23" fmla="*/ 11748619 w 12192001"/>
              <a:gd name="connsiteY23" fmla="*/ 872002 h 2344739"/>
              <a:gd name="connsiteX24" fmla="*/ 11589545 w 12192001"/>
              <a:gd name="connsiteY24" fmla="*/ 963777 h 2344739"/>
              <a:gd name="connsiteX25" fmla="*/ 11505669 w 12192001"/>
              <a:gd name="connsiteY25" fmla="*/ 1033623 h 2344739"/>
              <a:gd name="connsiteX26" fmla="*/ 11279184 w 12192001"/>
              <a:gd name="connsiteY26" fmla="*/ 1223571 h 2344739"/>
              <a:gd name="connsiteX27" fmla="*/ 11227161 w 12192001"/>
              <a:gd name="connsiteY27" fmla="*/ 1276236 h 2344739"/>
              <a:gd name="connsiteX28" fmla="*/ 11216939 w 12192001"/>
              <a:gd name="connsiteY28" fmla="*/ 1275961 h 2344739"/>
              <a:gd name="connsiteX29" fmla="*/ 11216036 w 12192001"/>
              <a:gd name="connsiteY29" fmla="*/ 1275018 h 2344739"/>
              <a:gd name="connsiteX30" fmla="*/ 11187737 w 12192001"/>
              <a:gd name="connsiteY30" fmla="*/ 1292383 h 2344739"/>
              <a:gd name="connsiteX31" fmla="*/ 11183353 w 12192001"/>
              <a:gd name="connsiteY31" fmla="*/ 1292525 h 2344739"/>
              <a:gd name="connsiteX32" fmla="*/ 11165706 w 12192001"/>
              <a:gd name="connsiteY32" fmla="*/ 1306612 h 2344739"/>
              <a:gd name="connsiteX33" fmla="*/ 11156163 w 12192001"/>
              <a:gd name="connsiteY33" fmla="*/ 1312414 h 2344739"/>
              <a:gd name="connsiteX34" fmla="*/ 11154348 w 12192001"/>
              <a:gd name="connsiteY34" fmla="*/ 1317097 h 2344739"/>
              <a:gd name="connsiteX35" fmla="*/ 11139813 w 12192001"/>
              <a:gd name="connsiteY35" fmla="*/ 1324115 h 2344739"/>
              <a:gd name="connsiteX36" fmla="*/ 11137813 w 12192001"/>
              <a:gd name="connsiteY36" fmla="*/ 1323772 h 2344739"/>
              <a:gd name="connsiteX37" fmla="*/ 11127060 w 12192001"/>
              <a:gd name="connsiteY37" fmla="*/ 1333832 h 2344739"/>
              <a:gd name="connsiteX38" fmla="*/ 11119543 w 12192001"/>
              <a:gd name="connsiteY38" fmla="*/ 1347424 h 2344739"/>
              <a:gd name="connsiteX39" fmla="*/ 10893535 w 12192001"/>
              <a:gd name="connsiteY39" fmla="*/ 1473399 h 2344739"/>
              <a:gd name="connsiteX40" fmla="*/ 10772152 w 12192001"/>
              <a:gd name="connsiteY40" fmla="*/ 1523191 h 2344739"/>
              <a:gd name="connsiteX41" fmla="*/ 10626520 w 12192001"/>
              <a:gd name="connsiteY41" fmla="*/ 1559229 h 2344739"/>
              <a:gd name="connsiteX42" fmla="*/ 10580747 w 12192001"/>
              <a:gd name="connsiteY42" fmla="*/ 1568689 h 2344739"/>
              <a:gd name="connsiteX43" fmla="*/ 10546642 w 12192001"/>
              <a:gd name="connsiteY43" fmla="*/ 1598423 h 2344739"/>
              <a:gd name="connsiteX44" fmla="*/ 10528495 w 12192001"/>
              <a:gd name="connsiteY44" fmla="*/ 1596907 h 2344739"/>
              <a:gd name="connsiteX45" fmla="*/ 10525298 w 12192001"/>
              <a:gd name="connsiteY45" fmla="*/ 1596411 h 2344739"/>
              <a:gd name="connsiteX46" fmla="*/ 10513981 w 12192001"/>
              <a:gd name="connsiteY46" fmla="*/ 1599537 h 2344739"/>
              <a:gd name="connsiteX47" fmla="*/ 10490587 w 12192001"/>
              <a:gd name="connsiteY47" fmla="*/ 1594156 h 2344739"/>
              <a:gd name="connsiteX48" fmla="*/ 10470270 w 12192001"/>
              <a:gd name="connsiteY48" fmla="*/ 1601693 h 2344739"/>
              <a:gd name="connsiteX49" fmla="*/ 10375894 w 12192001"/>
              <a:gd name="connsiteY49" fmla="*/ 1644598 h 2344739"/>
              <a:gd name="connsiteX50" fmla="*/ 10318190 w 12192001"/>
              <a:gd name="connsiteY50" fmla="*/ 1666221 h 2344739"/>
              <a:gd name="connsiteX51" fmla="*/ 10294319 w 12192001"/>
              <a:gd name="connsiteY51" fmla="*/ 1668079 h 2344739"/>
              <a:gd name="connsiteX52" fmla="*/ 10262295 w 12192001"/>
              <a:gd name="connsiteY52" fmla="*/ 1674948 h 2344739"/>
              <a:gd name="connsiteX53" fmla="*/ 10204270 w 12192001"/>
              <a:gd name="connsiteY53" fmla="*/ 1682149 h 2344739"/>
              <a:gd name="connsiteX54" fmla="*/ 10176611 w 12192001"/>
              <a:gd name="connsiteY54" fmla="*/ 1692943 h 2344739"/>
              <a:gd name="connsiteX55" fmla="*/ 10163922 w 12192001"/>
              <a:gd name="connsiteY55" fmla="*/ 1693739 h 2344739"/>
              <a:gd name="connsiteX56" fmla="*/ 10155160 w 12192001"/>
              <a:gd name="connsiteY56" fmla="*/ 1707487 h 2344739"/>
              <a:gd name="connsiteX57" fmla="*/ 10117119 w 12192001"/>
              <a:gd name="connsiteY57" fmla="*/ 1731142 h 2344739"/>
              <a:gd name="connsiteX58" fmla="*/ 10100445 w 12192001"/>
              <a:gd name="connsiteY58" fmla="*/ 1742432 h 2344739"/>
              <a:gd name="connsiteX59" fmla="*/ 10082169 w 12192001"/>
              <a:gd name="connsiteY59" fmla="*/ 1743296 h 2344739"/>
              <a:gd name="connsiteX60" fmla="*/ 10039240 w 12192001"/>
              <a:gd name="connsiteY60" fmla="*/ 1741632 h 2344739"/>
              <a:gd name="connsiteX61" fmla="*/ 9960019 w 12192001"/>
              <a:gd name="connsiteY61" fmla="*/ 1757147 h 2344739"/>
              <a:gd name="connsiteX62" fmla="*/ 9847792 w 12192001"/>
              <a:gd name="connsiteY62" fmla="*/ 1763915 h 2344739"/>
              <a:gd name="connsiteX63" fmla="*/ 9728309 w 12192001"/>
              <a:gd name="connsiteY63" fmla="*/ 1784122 h 2344739"/>
              <a:gd name="connsiteX64" fmla="*/ 9584507 w 12192001"/>
              <a:gd name="connsiteY64" fmla="*/ 1795542 h 2344739"/>
              <a:gd name="connsiteX65" fmla="*/ 9343052 w 12192001"/>
              <a:gd name="connsiteY65" fmla="*/ 1841244 h 2344739"/>
              <a:gd name="connsiteX66" fmla="*/ 9231370 w 12192001"/>
              <a:gd name="connsiteY66" fmla="*/ 1893149 h 2344739"/>
              <a:gd name="connsiteX67" fmla="*/ 9194810 w 12192001"/>
              <a:gd name="connsiteY67" fmla="*/ 1903228 h 2344739"/>
              <a:gd name="connsiteX68" fmla="*/ 9189246 w 12192001"/>
              <a:gd name="connsiteY68" fmla="*/ 1912467 h 2344739"/>
              <a:gd name="connsiteX69" fmla="*/ 9113812 w 12192001"/>
              <a:gd name="connsiteY69" fmla="*/ 1919069 h 2344739"/>
              <a:gd name="connsiteX70" fmla="*/ 9053453 w 12192001"/>
              <a:gd name="connsiteY70" fmla="*/ 1910755 h 2344739"/>
              <a:gd name="connsiteX71" fmla="*/ 9005486 w 12192001"/>
              <a:gd name="connsiteY71" fmla="*/ 1914040 h 2344739"/>
              <a:gd name="connsiteX72" fmla="*/ 9005201 w 12192001"/>
              <a:gd name="connsiteY72" fmla="*/ 1913800 h 2344739"/>
              <a:gd name="connsiteX73" fmla="*/ 8996232 w 12192001"/>
              <a:gd name="connsiteY73" fmla="*/ 1915011 h 2344739"/>
              <a:gd name="connsiteX74" fmla="*/ 8990394 w 12192001"/>
              <a:gd name="connsiteY74" fmla="*/ 1917072 h 2344739"/>
              <a:gd name="connsiteX75" fmla="*/ 8974337 w 12192001"/>
              <a:gd name="connsiteY75" fmla="*/ 1920298 h 2344739"/>
              <a:gd name="connsiteX76" fmla="*/ 8968011 w 12192001"/>
              <a:gd name="connsiteY76" fmla="*/ 1919598 h 2344739"/>
              <a:gd name="connsiteX77" fmla="*/ 8963048 w 12192001"/>
              <a:gd name="connsiteY77" fmla="*/ 1917373 h 2344739"/>
              <a:gd name="connsiteX78" fmla="*/ 8928988 w 12192001"/>
              <a:gd name="connsiteY78" fmla="*/ 1914185 h 2344739"/>
              <a:gd name="connsiteX79" fmla="*/ 8752444 w 12192001"/>
              <a:gd name="connsiteY79" fmla="*/ 1933417 h 2344739"/>
              <a:gd name="connsiteX80" fmla="*/ 8707847 w 12192001"/>
              <a:gd name="connsiteY80" fmla="*/ 1935518 h 2344739"/>
              <a:gd name="connsiteX81" fmla="*/ 8596071 w 12192001"/>
              <a:gd name="connsiteY81" fmla="*/ 1944090 h 2344739"/>
              <a:gd name="connsiteX82" fmla="*/ 8525230 w 12192001"/>
              <a:gd name="connsiteY82" fmla="*/ 1929248 h 2344739"/>
              <a:gd name="connsiteX83" fmla="*/ 8510983 w 12192001"/>
              <a:gd name="connsiteY83" fmla="*/ 1935163 h 2344739"/>
              <a:gd name="connsiteX84" fmla="*/ 8506167 w 12192001"/>
              <a:gd name="connsiteY84" fmla="*/ 1938164 h 2344739"/>
              <a:gd name="connsiteX85" fmla="*/ 8497968 w 12192001"/>
              <a:gd name="connsiteY85" fmla="*/ 1940902 h 2344739"/>
              <a:gd name="connsiteX86" fmla="*/ 8497594 w 12192001"/>
              <a:gd name="connsiteY86" fmla="*/ 1940723 h 2344739"/>
              <a:gd name="connsiteX87" fmla="*/ 8490249 w 12192001"/>
              <a:gd name="connsiteY87" fmla="*/ 1943773 h 2344739"/>
              <a:gd name="connsiteX88" fmla="*/ 8367182 w 12192001"/>
              <a:gd name="connsiteY88" fmla="*/ 1957815 h 2344739"/>
              <a:gd name="connsiteX89" fmla="*/ 8353799 w 12192001"/>
              <a:gd name="connsiteY89" fmla="*/ 1958009 h 2344739"/>
              <a:gd name="connsiteX90" fmla="*/ 8352373 w 12192001"/>
              <a:gd name="connsiteY90" fmla="*/ 1957169 h 2344739"/>
              <a:gd name="connsiteX91" fmla="*/ 8320104 w 12192001"/>
              <a:gd name="connsiteY91" fmla="*/ 1974587 h 2344739"/>
              <a:gd name="connsiteX92" fmla="*/ 8314433 w 12192001"/>
              <a:gd name="connsiteY92" fmla="*/ 1974913 h 2344739"/>
              <a:gd name="connsiteX93" fmla="*/ 8295174 w 12192001"/>
              <a:gd name="connsiteY93" fmla="*/ 1988808 h 2344739"/>
              <a:gd name="connsiteX94" fmla="*/ 8284276 w 12192001"/>
              <a:gd name="connsiteY94" fmla="*/ 1994631 h 2344739"/>
              <a:gd name="connsiteX95" fmla="*/ 8283150 w 12192001"/>
              <a:gd name="connsiteY95" fmla="*/ 1999074 h 2344739"/>
              <a:gd name="connsiteX96" fmla="*/ 8266076 w 12192001"/>
              <a:gd name="connsiteY96" fmla="*/ 2006249 h 2344739"/>
              <a:gd name="connsiteX97" fmla="*/ 8263377 w 12192001"/>
              <a:gd name="connsiteY97" fmla="*/ 2006019 h 2344739"/>
              <a:gd name="connsiteX98" fmla="*/ 8252033 w 12192001"/>
              <a:gd name="connsiteY98" fmla="*/ 2015862 h 2344739"/>
              <a:gd name="connsiteX99" fmla="*/ 8245834 w 12192001"/>
              <a:gd name="connsiteY99" fmla="*/ 2028854 h 2344739"/>
              <a:gd name="connsiteX100" fmla="*/ 8090272 w 12192001"/>
              <a:gd name="connsiteY100" fmla="*/ 2075015 h 2344739"/>
              <a:gd name="connsiteX101" fmla="*/ 7905407 w 12192001"/>
              <a:gd name="connsiteY101" fmla="*/ 2116988 h 2344739"/>
              <a:gd name="connsiteX102" fmla="*/ 7718745 w 12192001"/>
              <a:gd name="connsiteY102" fmla="*/ 2142703 h 2344739"/>
              <a:gd name="connsiteX103" fmla="*/ 7614347 w 12192001"/>
              <a:gd name="connsiteY103" fmla="*/ 2139232 h 2344739"/>
              <a:gd name="connsiteX104" fmla="*/ 7527543 w 12192001"/>
              <a:gd name="connsiteY104" fmla="*/ 2145060 h 2344739"/>
              <a:gd name="connsiteX105" fmla="*/ 7519571 w 12192001"/>
              <a:gd name="connsiteY105" fmla="*/ 2147613 h 2344739"/>
              <a:gd name="connsiteX106" fmla="*/ 7507411 w 12192001"/>
              <a:gd name="connsiteY106" fmla="*/ 2148948 h 2344739"/>
              <a:gd name="connsiteX107" fmla="*/ 7507040 w 12192001"/>
              <a:gd name="connsiteY107" fmla="*/ 2148621 h 2344739"/>
              <a:gd name="connsiteX108" fmla="*/ 7495795 w 12192001"/>
              <a:gd name="connsiteY108" fmla="*/ 2150573 h 2344739"/>
              <a:gd name="connsiteX109" fmla="*/ 7405391 w 12192001"/>
              <a:gd name="connsiteY109" fmla="*/ 2142468 h 2344739"/>
              <a:gd name="connsiteX110" fmla="*/ 7218559 w 12192001"/>
              <a:gd name="connsiteY110" fmla="*/ 2156680 h 2344739"/>
              <a:gd name="connsiteX111" fmla="*/ 7201101 w 12192001"/>
              <a:gd name="connsiteY111" fmla="*/ 2161230 h 2344739"/>
              <a:gd name="connsiteX112" fmla="*/ 7197004 w 12192001"/>
              <a:gd name="connsiteY112" fmla="*/ 2166588 h 2344739"/>
              <a:gd name="connsiteX113" fmla="*/ 7170808 w 12192001"/>
              <a:gd name="connsiteY113" fmla="*/ 2171236 h 2344739"/>
              <a:gd name="connsiteX114" fmla="*/ 7096988 w 12192001"/>
              <a:gd name="connsiteY114" fmla="*/ 2183464 h 2344739"/>
              <a:gd name="connsiteX115" fmla="*/ 7018496 w 12192001"/>
              <a:gd name="connsiteY115" fmla="*/ 2183090 h 2344739"/>
              <a:gd name="connsiteX116" fmla="*/ 6904146 w 12192001"/>
              <a:gd name="connsiteY116" fmla="*/ 2212596 h 2344739"/>
              <a:gd name="connsiteX117" fmla="*/ 6708222 w 12192001"/>
              <a:gd name="connsiteY117" fmla="*/ 2240551 h 2344739"/>
              <a:gd name="connsiteX118" fmla="*/ 6549454 w 12192001"/>
              <a:gd name="connsiteY118" fmla="*/ 2269327 h 2344739"/>
              <a:gd name="connsiteX119" fmla="*/ 6317560 w 12192001"/>
              <a:gd name="connsiteY119" fmla="*/ 2316127 h 2344739"/>
              <a:gd name="connsiteX120" fmla="*/ 6168674 w 12192001"/>
              <a:gd name="connsiteY120" fmla="*/ 2318214 h 2344739"/>
              <a:gd name="connsiteX121" fmla="*/ 6073848 w 12192001"/>
              <a:gd name="connsiteY121" fmla="*/ 2338676 h 2344739"/>
              <a:gd name="connsiteX122" fmla="*/ 6068529 w 12192001"/>
              <a:gd name="connsiteY122" fmla="*/ 2337139 h 2344739"/>
              <a:gd name="connsiteX123" fmla="*/ 6048638 w 12192001"/>
              <a:gd name="connsiteY123" fmla="*/ 2337822 h 2344739"/>
              <a:gd name="connsiteX124" fmla="*/ 6041285 w 12192001"/>
              <a:gd name="connsiteY124" fmla="*/ 2329473 h 2344739"/>
              <a:gd name="connsiteX125" fmla="*/ 6010090 w 12192001"/>
              <a:gd name="connsiteY125" fmla="*/ 2324380 h 2344739"/>
              <a:gd name="connsiteX126" fmla="*/ 5957375 w 12192001"/>
              <a:gd name="connsiteY126" fmla="*/ 2328024 h 2344739"/>
              <a:gd name="connsiteX127" fmla="*/ 5758919 w 12192001"/>
              <a:gd name="connsiteY127" fmla="*/ 2343716 h 2344739"/>
              <a:gd name="connsiteX128" fmla="*/ 5626960 w 12192001"/>
              <a:gd name="connsiteY128" fmla="*/ 2344739 h 2344739"/>
              <a:gd name="connsiteX129" fmla="*/ 5470906 w 12192001"/>
              <a:gd name="connsiteY129" fmla="*/ 2330719 h 2344739"/>
              <a:gd name="connsiteX130" fmla="*/ 5432761 w 12192001"/>
              <a:gd name="connsiteY130" fmla="*/ 2319466 h 2344739"/>
              <a:gd name="connsiteX131" fmla="*/ 5381669 w 12192001"/>
              <a:gd name="connsiteY131" fmla="*/ 2301764 h 2344739"/>
              <a:gd name="connsiteX132" fmla="*/ 5261764 w 12192001"/>
              <a:gd name="connsiteY132" fmla="*/ 2281347 h 2344739"/>
              <a:gd name="connsiteX133" fmla="*/ 5222961 w 12192001"/>
              <a:gd name="connsiteY133" fmla="*/ 2270223 h 2344739"/>
              <a:gd name="connsiteX134" fmla="*/ 5174660 w 12192001"/>
              <a:gd name="connsiteY134" fmla="*/ 2267233 h 2344739"/>
              <a:gd name="connsiteX135" fmla="*/ 5156554 w 12192001"/>
              <a:gd name="connsiteY135" fmla="*/ 2260010 h 2344739"/>
              <a:gd name="connsiteX136" fmla="*/ 5142599 w 12192001"/>
              <a:gd name="connsiteY136" fmla="*/ 2256610 h 2344739"/>
              <a:gd name="connsiteX137" fmla="*/ 5139596 w 12192001"/>
              <a:gd name="connsiteY137" fmla="*/ 2254509 h 2344739"/>
              <a:gd name="connsiteX138" fmla="*/ 5121659 w 12192001"/>
              <a:gd name="connsiteY138" fmla="*/ 2243656 h 2344739"/>
              <a:gd name="connsiteX139" fmla="*/ 5065790 w 12192001"/>
              <a:gd name="connsiteY139" fmla="*/ 2250227 h 2344739"/>
              <a:gd name="connsiteX140" fmla="*/ 5011514 w 12192001"/>
              <a:gd name="connsiteY140" fmla="*/ 2233846 h 2344739"/>
              <a:gd name="connsiteX141" fmla="*/ 4840441 w 12192001"/>
              <a:gd name="connsiteY141" fmla="*/ 2209829 h 2344739"/>
              <a:gd name="connsiteX142" fmla="*/ 4762447 w 12192001"/>
              <a:gd name="connsiteY142" fmla="*/ 2182061 h 2344739"/>
              <a:gd name="connsiteX143" fmla="*/ 4723186 w 12192001"/>
              <a:gd name="connsiteY143" fmla="*/ 2173047 h 2344739"/>
              <a:gd name="connsiteX144" fmla="*/ 4721176 w 12192001"/>
              <a:gd name="connsiteY144" fmla="*/ 2172298 h 2344739"/>
              <a:gd name="connsiteX145" fmla="*/ 4722111 w 12192001"/>
              <a:gd name="connsiteY145" fmla="*/ 2172087 h 2344739"/>
              <a:gd name="connsiteX146" fmla="*/ 4717202 w 12192001"/>
              <a:gd name="connsiteY146" fmla="*/ 2170817 h 2344739"/>
              <a:gd name="connsiteX147" fmla="*/ 4721176 w 12192001"/>
              <a:gd name="connsiteY147" fmla="*/ 2172298 h 2344739"/>
              <a:gd name="connsiteX148" fmla="*/ 4715526 w 12192001"/>
              <a:gd name="connsiteY148" fmla="*/ 2173573 h 2344739"/>
              <a:gd name="connsiteX149" fmla="*/ 4515814 w 12192001"/>
              <a:gd name="connsiteY149" fmla="*/ 2163671 h 2344739"/>
              <a:gd name="connsiteX150" fmla="*/ 4428543 w 12192001"/>
              <a:gd name="connsiteY150" fmla="*/ 2153020 h 2344739"/>
              <a:gd name="connsiteX151" fmla="*/ 4362875 w 12192001"/>
              <a:gd name="connsiteY151" fmla="*/ 2151674 h 2344739"/>
              <a:gd name="connsiteX152" fmla="*/ 4316966 w 12192001"/>
              <a:gd name="connsiteY152" fmla="*/ 2158289 h 2344739"/>
              <a:gd name="connsiteX153" fmla="*/ 4315110 w 12192001"/>
              <a:gd name="connsiteY153" fmla="*/ 2156948 h 2344739"/>
              <a:gd name="connsiteX154" fmla="*/ 4295144 w 12192001"/>
              <a:gd name="connsiteY154" fmla="*/ 2155069 h 2344739"/>
              <a:gd name="connsiteX155" fmla="*/ 4290064 w 12192001"/>
              <a:gd name="connsiteY155" fmla="*/ 2157986 h 2344739"/>
              <a:gd name="connsiteX156" fmla="*/ 4276142 w 12192001"/>
              <a:gd name="connsiteY156" fmla="*/ 2157740 h 2344739"/>
              <a:gd name="connsiteX157" fmla="*/ 4248117 w 12192001"/>
              <a:gd name="connsiteY157" fmla="*/ 2160064 h 2344739"/>
              <a:gd name="connsiteX158" fmla="*/ 4202051 w 12192001"/>
              <a:gd name="connsiteY158" fmla="*/ 2157269 h 2344739"/>
              <a:gd name="connsiteX159" fmla="*/ 4201745 w 12192001"/>
              <a:gd name="connsiteY159" fmla="*/ 2156010 h 2344739"/>
              <a:gd name="connsiteX160" fmla="*/ 4191248 w 12192001"/>
              <a:gd name="connsiteY160" fmla="*/ 2150376 h 2344739"/>
              <a:gd name="connsiteX161" fmla="*/ 4142745 w 12192001"/>
              <a:gd name="connsiteY161" fmla="*/ 2134511 h 2344739"/>
              <a:gd name="connsiteX162" fmla="*/ 4083097 w 12192001"/>
              <a:gd name="connsiteY162" fmla="*/ 2107978 h 2344739"/>
              <a:gd name="connsiteX163" fmla="*/ 4074546 w 12192001"/>
              <a:gd name="connsiteY163" fmla="*/ 2107143 h 2344739"/>
              <a:gd name="connsiteX164" fmla="*/ 4074427 w 12192001"/>
              <a:gd name="connsiteY164" fmla="*/ 2106844 h 2344739"/>
              <a:gd name="connsiteX165" fmla="*/ 4065510 w 12192001"/>
              <a:gd name="connsiteY165" fmla="*/ 2105400 h 2344739"/>
              <a:gd name="connsiteX166" fmla="*/ 4058954 w 12192001"/>
              <a:gd name="connsiteY166" fmla="*/ 2105618 h 2344739"/>
              <a:gd name="connsiteX167" fmla="*/ 4042364 w 12192001"/>
              <a:gd name="connsiteY167" fmla="*/ 2103997 h 2344739"/>
              <a:gd name="connsiteX168" fmla="*/ 4036997 w 12192001"/>
              <a:gd name="connsiteY168" fmla="*/ 2101563 h 2344739"/>
              <a:gd name="connsiteX169" fmla="*/ 4035363 w 12192001"/>
              <a:gd name="connsiteY169" fmla="*/ 2097896 h 2344739"/>
              <a:gd name="connsiteX170" fmla="*/ 4033778 w 12192001"/>
              <a:gd name="connsiteY170" fmla="*/ 2098131 h 2344739"/>
              <a:gd name="connsiteX171" fmla="*/ 4004538 w 12192001"/>
              <a:gd name="connsiteY171" fmla="*/ 2085563 h 2344739"/>
              <a:gd name="connsiteX172" fmla="*/ 3936846 w 12192001"/>
              <a:gd name="connsiteY172" fmla="*/ 2068106 h 2344739"/>
              <a:gd name="connsiteX173" fmla="*/ 3897275 w 12192001"/>
              <a:gd name="connsiteY173" fmla="*/ 2062451 h 2344739"/>
              <a:gd name="connsiteX174" fmla="*/ 3789760 w 12192001"/>
              <a:gd name="connsiteY174" fmla="*/ 2042213 h 2344739"/>
              <a:gd name="connsiteX175" fmla="*/ 3682513 w 12192001"/>
              <a:gd name="connsiteY175" fmla="*/ 2018290 h 2344739"/>
              <a:gd name="connsiteX176" fmla="*/ 3610035 w 12192001"/>
              <a:gd name="connsiteY176" fmla="*/ 1986019 h 2344739"/>
              <a:gd name="connsiteX177" fmla="*/ 3603855 w 12192001"/>
              <a:gd name="connsiteY177" fmla="*/ 1987381 h 2344739"/>
              <a:gd name="connsiteX178" fmla="*/ 3594736 w 12192001"/>
              <a:gd name="connsiteY178" fmla="*/ 1987545 h 2344739"/>
              <a:gd name="connsiteX179" fmla="*/ 3594501 w 12192001"/>
              <a:gd name="connsiteY179" fmla="*/ 1987276 h 2344739"/>
              <a:gd name="connsiteX180" fmla="*/ 3585978 w 12192001"/>
              <a:gd name="connsiteY180" fmla="*/ 1987966 h 2344739"/>
              <a:gd name="connsiteX181" fmla="*/ 3536135 w 12192001"/>
              <a:gd name="connsiteY181" fmla="*/ 1978267 h 2344739"/>
              <a:gd name="connsiteX182" fmla="*/ 3473223 w 12192001"/>
              <a:gd name="connsiteY182" fmla="*/ 1974606 h 2344739"/>
              <a:gd name="connsiteX183" fmla="*/ 3400728 w 12192001"/>
              <a:gd name="connsiteY183" fmla="*/ 1962558 h 2344739"/>
              <a:gd name="connsiteX184" fmla="*/ 3363888 w 12192001"/>
              <a:gd name="connsiteY184" fmla="*/ 1979510 h 2344739"/>
              <a:gd name="connsiteX185" fmla="*/ 3344026 w 12192001"/>
              <a:gd name="connsiteY185" fmla="*/ 1981192 h 2344739"/>
              <a:gd name="connsiteX186" fmla="*/ 3341698 w 12192001"/>
              <a:gd name="connsiteY186" fmla="*/ 1980217 h 2344739"/>
              <a:gd name="connsiteX187" fmla="*/ 3262356 w 12192001"/>
              <a:gd name="connsiteY187" fmla="*/ 1986094 h 2344739"/>
              <a:gd name="connsiteX188" fmla="*/ 3142556 w 12192001"/>
              <a:gd name="connsiteY188" fmla="*/ 1993869 h 2344739"/>
              <a:gd name="connsiteX189" fmla="*/ 3030291 w 12192001"/>
              <a:gd name="connsiteY189" fmla="*/ 1996512 h 2344739"/>
              <a:gd name="connsiteX190" fmla="*/ 2781569 w 12192001"/>
              <a:gd name="connsiteY190" fmla="*/ 2018333 h 2344739"/>
              <a:gd name="connsiteX191" fmla="*/ 2646527 w 12192001"/>
              <a:gd name="connsiteY191" fmla="*/ 2028869 h 2344739"/>
              <a:gd name="connsiteX192" fmla="*/ 2568028 w 12192001"/>
              <a:gd name="connsiteY192" fmla="*/ 2002628 h 2344739"/>
              <a:gd name="connsiteX193" fmla="*/ 2443255 w 12192001"/>
              <a:gd name="connsiteY193" fmla="*/ 2016529 h 2344739"/>
              <a:gd name="connsiteX194" fmla="*/ 2315112 w 12192001"/>
              <a:gd name="connsiteY194" fmla="*/ 2024996 h 2344739"/>
              <a:gd name="connsiteX195" fmla="*/ 2208578 w 12192001"/>
              <a:gd name="connsiteY195" fmla="*/ 2019763 h 2344739"/>
              <a:gd name="connsiteX196" fmla="*/ 2094665 w 12192001"/>
              <a:gd name="connsiteY196" fmla="*/ 2003052 h 2344739"/>
              <a:gd name="connsiteX197" fmla="*/ 1997356 w 12192001"/>
              <a:gd name="connsiteY197" fmla="*/ 1995032 h 2344739"/>
              <a:gd name="connsiteX198" fmla="*/ 1928172 w 12192001"/>
              <a:gd name="connsiteY198" fmla="*/ 2016977 h 2344739"/>
              <a:gd name="connsiteX199" fmla="*/ 1921650 w 12192001"/>
              <a:gd name="connsiteY199" fmla="*/ 2012146 h 2344739"/>
              <a:gd name="connsiteX200" fmla="*/ 1873080 w 12192001"/>
              <a:gd name="connsiteY200" fmla="*/ 2013741 h 2344739"/>
              <a:gd name="connsiteX201" fmla="*/ 1786655 w 12192001"/>
              <a:gd name="connsiteY201" fmla="*/ 2041363 h 2344739"/>
              <a:gd name="connsiteX202" fmla="*/ 1738204 w 12192001"/>
              <a:gd name="connsiteY202" fmla="*/ 2036312 h 2344739"/>
              <a:gd name="connsiteX203" fmla="*/ 1675071 w 12192001"/>
              <a:gd name="connsiteY203" fmla="*/ 2019963 h 2344739"/>
              <a:gd name="connsiteX204" fmla="*/ 1608669 w 12192001"/>
              <a:gd name="connsiteY204" fmla="*/ 2013066 h 2344739"/>
              <a:gd name="connsiteX205" fmla="*/ 1496110 w 12192001"/>
              <a:gd name="connsiteY205" fmla="*/ 1987476 h 2344739"/>
              <a:gd name="connsiteX206" fmla="*/ 1149979 w 12192001"/>
              <a:gd name="connsiteY206" fmla="*/ 1938041 h 2344739"/>
              <a:gd name="connsiteX207" fmla="*/ 858269 w 12192001"/>
              <a:gd name="connsiteY207" fmla="*/ 1928608 h 2344739"/>
              <a:gd name="connsiteX208" fmla="*/ 837540 w 12192001"/>
              <a:gd name="connsiteY208" fmla="*/ 1929821 h 2344739"/>
              <a:gd name="connsiteX209" fmla="*/ 816809 w 12192001"/>
              <a:gd name="connsiteY209" fmla="*/ 1927857 h 2344739"/>
              <a:gd name="connsiteX210" fmla="*/ 811506 w 12192001"/>
              <a:gd name="connsiteY210" fmla="*/ 1930751 h 2344739"/>
              <a:gd name="connsiteX211" fmla="*/ 797041 w 12192001"/>
              <a:gd name="connsiteY211" fmla="*/ 1930446 h 2344739"/>
              <a:gd name="connsiteX212" fmla="*/ 767901 w 12192001"/>
              <a:gd name="connsiteY212" fmla="*/ 1932653 h 2344739"/>
              <a:gd name="connsiteX213" fmla="*/ 763053 w 12192001"/>
              <a:gd name="connsiteY213" fmla="*/ 1930432 h 2344739"/>
              <a:gd name="connsiteX214" fmla="*/ 720047 w 12192001"/>
              <a:gd name="connsiteY214" fmla="*/ 1929661 h 2344739"/>
              <a:gd name="connsiteX215" fmla="*/ 719742 w 12192001"/>
              <a:gd name="connsiteY215" fmla="*/ 1928399 h 2344739"/>
              <a:gd name="connsiteX216" fmla="*/ 708875 w 12192001"/>
              <a:gd name="connsiteY216" fmla="*/ 1922722 h 2344739"/>
              <a:gd name="connsiteX217" fmla="*/ 596792 w 12192001"/>
              <a:gd name="connsiteY217" fmla="*/ 1879864 h 2344739"/>
              <a:gd name="connsiteX218" fmla="*/ 578535 w 12192001"/>
              <a:gd name="connsiteY218" fmla="*/ 1877212 h 2344739"/>
              <a:gd name="connsiteX219" fmla="*/ 571717 w 12192001"/>
              <a:gd name="connsiteY219" fmla="*/ 1877401 h 2344739"/>
              <a:gd name="connsiteX220" fmla="*/ 445099 w 12192001"/>
              <a:gd name="connsiteY220" fmla="*/ 1839371 h 2344739"/>
              <a:gd name="connsiteX221" fmla="*/ 404015 w 12192001"/>
              <a:gd name="connsiteY221" fmla="*/ 1833548 h 2344739"/>
              <a:gd name="connsiteX222" fmla="*/ 292435 w 12192001"/>
              <a:gd name="connsiteY222" fmla="*/ 1812852 h 2344739"/>
              <a:gd name="connsiteX223" fmla="*/ 118381 w 12192001"/>
              <a:gd name="connsiteY223" fmla="*/ 1761047 h 2344739"/>
              <a:gd name="connsiteX224" fmla="*/ 15526 w 12192001"/>
              <a:gd name="connsiteY224" fmla="*/ 1758191 h 2344739"/>
              <a:gd name="connsiteX225" fmla="*/ 2 w 12192001"/>
              <a:gd name="connsiteY225" fmla="*/ 1752722 h 2344739"/>
              <a:gd name="connsiteX226" fmla="*/ 1 w 12192001"/>
              <a:gd name="connsiteY226" fmla="*/ 762497 h 2344739"/>
              <a:gd name="connsiteX227" fmla="*/ 0 w 12192001"/>
              <a:gd name="connsiteY227" fmla="*/ 762497 h 2344739"/>
              <a:gd name="connsiteX228" fmla="*/ 0 w 12192001"/>
              <a:gd name="connsiteY228" fmla="*/ 222213 h 2344739"/>
              <a:gd name="connsiteX229" fmla="*/ 0 w 12192001"/>
              <a:gd name="connsiteY229"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12228 w 12192001"/>
              <a:gd name="connsiteY22" fmla="*/ 797659 h 2344739"/>
              <a:gd name="connsiteX23" fmla="*/ 11748619 w 12192001"/>
              <a:gd name="connsiteY23" fmla="*/ 872002 h 2344739"/>
              <a:gd name="connsiteX24" fmla="*/ 11589545 w 12192001"/>
              <a:gd name="connsiteY24" fmla="*/ 963777 h 2344739"/>
              <a:gd name="connsiteX25" fmla="*/ 11505669 w 12192001"/>
              <a:gd name="connsiteY25" fmla="*/ 1033623 h 2344739"/>
              <a:gd name="connsiteX26" fmla="*/ 11279184 w 12192001"/>
              <a:gd name="connsiteY26" fmla="*/ 1223571 h 2344739"/>
              <a:gd name="connsiteX27" fmla="*/ 11227161 w 12192001"/>
              <a:gd name="connsiteY27" fmla="*/ 1276236 h 2344739"/>
              <a:gd name="connsiteX28" fmla="*/ 11216939 w 12192001"/>
              <a:gd name="connsiteY28" fmla="*/ 1275961 h 2344739"/>
              <a:gd name="connsiteX29" fmla="*/ 11216036 w 12192001"/>
              <a:gd name="connsiteY29" fmla="*/ 1275018 h 2344739"/>
              <a:gd name="connsiteX30" fmla="*/ 11187737 w 12192001"/>
              <a:gd name="connsiteY30" fmla="*/ 1292383 h 2344739"/>
              <a:gd name="connsiteX31" fmla="*/ 11183353 w 12192001"/>
              <a:gd name="connsiteY31" fmla="*/ 1292525 h 2344739"/>
              <a:gd name="connsiteX32" fmla="*/ 11165706 w 12192001"/>
              <a:gd name="connsiteY32" fmla="*/ 1306612 h 2344739"/>
              <a:gd name="connsiteX33" fmla="*/ 11156163 w 12192001"/>
              <a:gd name="connsiteY33" fmla="*/ 1312414 h 2344739"/>
              <a:gd name="connsiteX34" fmla="*/ 11154348 w 12192001"/>
              <a:gd name="connsiteY34" fmla="*/ 1317097 h 2344739"/>
              <a:gd name="connsiteX35" fmla="*/ 11139813 w 12192001"/>
              <a:gd name="connsiteY35" fmla="*/ 1324115 h 2344739"/>
              <a:gd name="connsiteX36" fmla="*/ 11137813 w 12192001"/>
              <a:gd name="connsiteY36" fmla="*/ 1323772 h 2344739"/>
              <a:gd name="connsiteX37" fmla="*/ 11127060 w 12192001"/>
              <a:gd name="connsiteY37" fmla="*/ 1333832 h 2344739"/>
              <a:gd name="connsiteX38" fmla="*/ 11119543 w 12192001"/>
              <a:gd name="connsiteY38" fmla="*/ 1347424 h 2344739"/>
              <a:gd name="connsiteX39" fmla="*/ 10893535 w 12192001"/>
              <a:gd name="connsiteY39" fmla="*/ 1473399 h 2344739"/>
              <a:gd name="connsiteX40" fmla="*/ 10772152 w 12192001"/>
              <a:gd name="connsiteY40" fmla="*/ 1523191 h 2344739"/>
              <a:gd name="connsiteX41" fmla="*/ 10626520 w 12192001"/>
              <a:gd name="connsiteY41" fmla="*/ 1559229 h 2344739"/>
              <a:gd name="connsiteX42" fmla="*/ 10580747 w 12192001"/>
              <a:gd name="connsiteY42" fmla="*/ 1568689 h 2344739"/>
              <a:gd name="connsiteX43" fmla="*/ 10546642 w 12192001"/>
              <a:gd name="connsiteY43" fmla="*/ 1598423 h 2344739"/>
              <a:gd name="connsiteX44" fmla="*/ 10528495 w 12192001"/>
              <a:gd name="connsiteY44" fmla="*/ 1596907 h 2344739"/>
              <a:gd name="connsiteX45" fmla="*/ 10525298 w 12192001"/>
              <a:gd name="connsiteY45" fmla="*/ 1596411 h 2344739"/>
              <a:gd name="connsiteX46" fmla="*/ 10513981 w 12192001"/>
              <a:gd name="connsiteY46" fmla="*/ 1599537 h 2344739"/>
              <a:gd name="connsiteX47" fmla="*/ 10490587 w 12192001"/>
              <a:gd name="connsiteY47" fmla="*/ 1594156 h 2344739"/>
              <a:gd name="connsiteX48" fmla="*/ 10470270 w 12192001"/>
              <a:gd name="connsiteY48" fmla="*/ 1601693 h 2344739"/>
              <a:gd name="connsiteX49" fmla="*/ 10375894 w 12192001"/>
              <a:gd name="connsiteY49" fmla="*/ 1644598 h 2344739"/>
              <a:gd name="connsiteX50" fmla="*/ 10318190 w 12192001"/>
              <a:gd name="connsiteY50" fmla="*/ 1666221 h 2344739"/>
              <a:gd name="connsiteX51" fmla="*/ 10294319 w 12192001"/>
              <a:gd name="connsiteY51" fmla="*/ 1668079 h 2344739"/>
              <a:gd name="connsiteX52" fmla="*/ 10262295 w 12192001"/>
              <a:gd name="connsiteY52" fmla="*/ 1674948 h 2344739"/>
              <a:gd name="connsiteX53" fmla="*/ 10204270 w 12192001"/>
              <a:gd name="connsiteY53" fmla="*/ 1682149 h 2344739"/>
              <a:gd name="connsiteX54" fmla="*/ 10176611 w 12192001"/>
              <a:gd name="connsiteY54" fmla="*/ 1692943 h 2344739"/>
              <a:gd name="connsiteX55" fmla="*/ 10163922 w 12192001"/>
              <a:gd name="connsiteY55" fmla="*/ 1693739 h 2344739"/>
              <a:gd name="connsiteX56" fmla="*/ 10155160 w 12192001"/>
              <a:gd name="connsiteY56" fmla="*/ 1707487 h 2344739"/>
              <a:gd name="connsiteX57" fmla="*/ 10117119 w 12192001"/>
              <a:gd name="connsiteY57" fmla="*/ 1731142 h 2344739"/>
              <a:gd name="connsiteX58" fmla="*/ 10100445 w 12192001"/>
              <a:gd name="connsiteY58" fmla="*/ 1742432 h 2344739"/>
              <a:gd name="connsiteX59" fmla="*/ 10082169 w 12192001"/>
              <a:gd name="connsiteY59" fmla="*/ 1743296 h 2344739"/>
              <a:gd name="connsiteX60" fmla="*/ 10039240 w 12192001"/>
              <a:gd name="connsiteY60" fmla="*/ 1741632 h 2344739"/>
              <a:gd name="connsiteX61" fmla="*/ 9960019 w 12192001"/>
              <a:gd name="connsiteY61" fmla="*/ 1757147 h 2344739"/>
              <a:gd name="connsiteX62" fmla="*/ 9847792 w 12192001"/>
              <a:gd name="connsiteY62" fmla="*/ 1763915 h 2344739"/>
              <a:gd name="connsiteX63" fmla="*/ 9728309 w 12192001"/>
              <a:gd name="connsiteY63" fmla="*/ 1784122 h 2344739"/>
              <a:gd name="connsiteX64" fmla="*/ 9584507 w 12192001"/>
              <a:gd name="connsiteY64" fmla="*/ 1795542 h 2344739"/>
              <a:gd name="connsiteX65" fmla="*/ 9343052 w 12192001"/>
              <a:gd name="connsiteY65" fmla="*/ 1841244 h 2344739"/>
              <a:gd name="connsiteX66" fmla="*/ 9231370 w 12192001"/>
              <a:gd name="connsiteY66" fmla="*/ 1893149 h 2344739"/>
              <a:gd name="connsiteX67" fmla="*/ 9194810 w 12192001"/>
              <a:gd name="connsiteY67" fmla="*/ 1903228 h 2344739"/>
              <a:gd name="connsiteX68" fmla="*/ 9189246 w 12192001"/>
              <a:gd name="connsiteY68" fmla="*/ 1912467 h 2344739"/>
              <a:gd name="connsiteX69" fmla="*/ 9113812 w 12192001"/>
              <a:gd name="connsiteY69" fmla="*/ 1919069 h 2344739"/>
              <a:gd name="connsiteX70" fmla="*/ 9053453 w 12192001"/>
              <a:gd name="connsiteY70" fmla="*/ 1910755 h 2344739"/>
              <a:gd name="connsiteX71" fmla="*/ 9005486 w 12192001"/>
              <a:gd name="connsiteY71" fmla="*/ 1914040 h 2344739"/>
              <a:gd name="connsiteX72" fmla="*/ 9005201 w 12192001"/>
              <a:gd name="connsiteY72" fmla="*/ 1913800 h 2344739"/>
              <a:gd name="connsiteX73" fmla="*/ 8996232 w 12192001"/>
              <a:gd name="connsiteY73" fmla="*/ 1915011 h 2344739"/>
              <a:gd name="connsiteX74" fmla="*/ 8990394 w 12192001"/>
              <a:gd name="connsiteY74" fmla="*/ 1917072 h 2344739"/>
              <a:gd name="connsiteX75" fmla="*/ 8974337 w 12192001"/>
              <a:gd name="connsiteY75" fmla="*/ 1920298 h 2344739"/>
              <a:gd name="connsiteX76" fmla="*/ 8968011 w 12192001"/>
              <a:gd name="connsiteY76" fmla="*/ 1919598 h 2344739"/>
              <a:gd name="connsiteX77" fmla="*/ 8963048 w 12192001"/>
              <a:gd name="connsiteY77" fmla="*/ 1917373 h 2344739"/>
              <a:gd name="connsiteX78" fmla="*/ 8928988 w 12192001"/>
              <a:gd name="connsiteY78" fmla="*/ 1914185 h 2344739"/>
              <a:gd name="connsiteX79" fmla="*/ 8752444 w 12192001"/>
              <a:gd name="connsiteY79" fmla="*/ 1933417 h 2344739"/>
              <a:gd name="connsiteX80" fmla="*/ 8707847 w 12192001"/>
              <a:gd name="connsiteY80" fmla="*/ 1935518 h 2344739"/>
              <a:gd name="connsiteX81" fmla="*/ 8596071 w 12192001"/>
              <a:gd name="connsiteY81" fmla="*/ 1944090 h 2344739"/>
              <a:gd name="connsiteX82" fmla="*/ 8525230 w 12192001"/>
              <a:gd name="connsiteY82" fmla="*/ 1929248 h 2344739"/>
              <a:gd name="connsiteX83" fmla="*/ 8510983 w 12192001"/>
              <a:gd name="connsiteY83" fmla="*/ 1935163 h 2344739"/>
              <a:gd name="connsiteX84" fmla="*/ 8506167 w 12192001"/>
              <a:gd name="connsiteY84" fmla="*/ 1938164 h 2344739"/>
              <a:gd name="connsiteX85" fmla="*/ 8497968 w 12192001"/>
              <a:gd name="connsiteY85" fmla="*/ 1940902 h 2344739"/>
              <a:gd name="connsiteX86" fmla="*/ 8497594 w 12192001"/>
              <a:gd name="connsiteY86" fmla="*/ 1940723 h 2344739"/>
              <a:gd name="connsiteX87" fmla="*/ 8490249 w 12192001"/>
              <a:gd name="connsiteY87" fmla="*/ 1943773 h 2344739"/>
              <a:gd name="connsiteX88" fmla="*/ 8367182 w 12192001"/>
              <a:gd name="connsiteY88" fmla="*/ 1957815 h 2344739"/>
              <a:gd name="connsiteX89" fmla="*/ 8353799 w 12192001"/>
              <a:gd name="connsiteY89" fmla="*/ 1958009 h 2344739"/>
              <a:gd name="connsiteX90" fmla="*/ 8352373 w 12192001"/>
              <a:gd name="connsiteY90" fmla="*/ 1957169 h 2344739"/>
              <a:gd name="connsiteX91" fmla="*/ 8320104 w 12192001"/>
              <a:gd name="connsiteY91" fmla="*/ 1974587 h 2344739"/>
              <a:gd name="connsiteX92" fmla="*/ 8314433 w 12192001"/>
              <a:gd name="connsiteY92" fmla="*/ 1974913 h 2344739"/>
              <a:gd name="connsiteX93" fmla="*/ 8295174 w 12192001"/>
              <a:gd name="connsiteY93" fmla="*/ 1988808 h 2344739"/>
              <a:gd name="connsiteX94" fmla="*/ 8284276 w 12192001"/>
              <a:gd name="connsiteY94" fmla="*/ 1994631 h 2344739"/>
              <a:gd name="connsiteX95" fmla="*/ 8283150 w 12192001"/>
              <a:gd name="connsiteY95" fmla="*/ 1999074 h 2344739"/>
              <a:gd name="connsiteX96" fmla="*/ 8266076 w 12192001"/>
              <a:gd name="connsiteY96" fmla="*/ 2006249 h 2344739"/>
              <a:gd name="connsiteX97" fmla="*/ 8263377 w 12192001"/>
              <a:gd name="connsiteY97" fmla="*/ 2006019 h 2344739"/>
              <a:gd name="connsiteX98" fmla="*/ 8252033 w 12192001"/>
              <a:gd name="connsiteY98" fmla="*/ 2015862 h 2344739"/>
              <a:gd name="connsiteX99" fmla="*/ 8245834 w 12192001"/>
              <a:gd name="connsiteY99" fmla="*/ 2028854 h 2344739"/>
              <a:gd name="connsiteX100" fmla="*/ 8090272 w 12192001"/>
              <a:gd name="connsiteY100" fmla="*/ 2075015 h 2344739"/>
              <a:gd name="connsiteX101" fmla="*/ 7905407 w 12192001"/>
              <a:gd name="connsiteY101" fmla="*/ 2116988 h 2344739"/>
              <a:gd name="connsiteX102" fmla="*/ 7718745 w 12192001"/>
              <a:gd name="connsiteY102" fmla="*/ 2142703 h 2344739"/>
              <a:gd name="connsiteX103" fmla="*/ 7614347 w 12192001"/>
              <a:gd name="connsiteY103" fmla="*/ 2139232 h 2344739"/>
              <a:gd name="connsiteX104" fmla="*/ 7527543 w 12192001"/>
              <a:gd name="connsiteY104" fmla="*/ 2145060 h 2344739"/>
              <a:gd name="connsiteX105" fmla="*/ 7519571 w 12192001"/>
              <a:gd name="connsiteY105" fmla="*/ 2147613 h 2344739"/>
              <a:gd name="connsiteX106" fmla="*/ 7507411 w 12192001"/>
              <a:gd name="connsiteY106" fmla="*/ 2148948 h 2344739"/>
              <a:gd name="connsiteX107" fmla="*/ 7507040 w 12192001"/>
              <a:gd name="connsiteY107" fmla="*/ 2148621 h 2344739"/>
              <a:gd name="connsiteX108" fmla="*/ 7495795 w 12192001"/>
              <a:gd name="connsiteY108" fmla="*/ 2150573 h 2344739"/>
              <a:gd name="connsiteX109" fmla="*/ 7405391 w 12192001"/>
              <a:gd name="connsiteY109" fmla="*/ 2142468 h 2344739"/>
              <a:gd name="connsiteX110" fmla="*/ 7218559 w 12192001"/>
              <a:gd name="connsiteY110" fmla="*/ 2156680 h 2344739"/>
              <a:gd name="connsiteX111" fmla="*/ 7201101 w 12192001"/>
              <a:gd name="connsiteY111" fmla="*/ 2161230 h 2344739"/>
              <a:gd name="connsiteX112" fmla="*/ 7197004 w 12192001"/>
              <a:gd name="connsiteY112" fmla="*/ 2166588 h 2344739"/>
              <a:gd name="connsiteX113" fmla="*/ 7170808 w 12192001"/>
              <a:gd name="connsiteY113" fmla="*/ 2171236 h 2344739"/>
              <a:gd name="connsiteX114" fmla="*/ 7096988 w 12192001"/>
              <a:gd name="connsiteY114" fmla="*/ 2183464 h 2344739"/>
              <a:gd name="connsiteX115" fmla="*/ 7018496 w 12192001"/>
              <a:gd name="connsiteY115" fmla="*/ 2183090 h 2344739"/>
              <a:gd name="connsiteX116" fmla="*/ 6904146 w 12192001"/>
              <a:gd name="connsiteY116" fmla="*/ 2212596 h 2344739"/>
              <a:gd name="connsiteX117" fmla="*/ 6708222 w 12192001"/>
              <a:gd name="connsiteY117" fmla="*/ 2240551 h 2344739"/>
              <a:gd name="connsiteX118" fmla="*/ 6549454 w 12192001"/>
              <a:gd name="connsiteY118" fmla="*/ 2269327 h 2344739"/>
              <a:gd name="connsiteX119" fmla="*/ 6317560 w 12192001"/>
              <a:gd name="connsiteY119" fmla="*/ 2316127 h 2344739"/>
              <a:gd name="connsiteX120" fmla="*/ 6168674 w 12192001"/>
              <a:gd name="connsiteY120" fmla="*/ 2318214 h 2344739"/>
              <a:gd name="connsiteX121" fmla="*/ 6073848 w 12192001"/>
              <a:gd name="connsiteY121" fmla="*/ 2338676 h 2344739"/>
              <a:gd name="connsiteX122" fmla="*/ 6068529 w 12192001"/>
              <a:gd name="connsiteY122" fmla="*/ 2337139 h 2344739"/>
              <a:gd name="connsiteX123" fmla="*/ 6048638 w 12192001"/>
              <a:gd name="connsiteY123" fmla="*/ 2337822 h 2344739"/>
              <a:gd name="connsiteX124" fmla="*/ 6041285 w 12192001"/>
              <a:gd name="connsiteY124" fmla="*/ 2329473 h 2344739"/>
              <a:gd name="connsiteX125" fmla="*/ 6010090 w 12192001"/>
              <a:gd name="connsiteY125" fmla="*/ 2324380 h 2344739"/>
              <a:gd name="connsiteX126" fmla="*/ 5957375 w 12192001"/>
              <a:gd name="connsiteY126" fmla="*/ 2328024 h 2344739"/>
              <a:gd name="connsiteX127" fmla="*/ 5758919 w 12192001"/>
              <a:gd name="connsiteY127" fmla="*/ 2343716 h 2344739"/>
              <a:gd name="connsiteX128" fmla="*/ 5626960 w 12192001"/>
              <a:gd name="connsiteY128" fmla="*/ 2344739 h 2344739"/>
              <a:gd name="connsiteX129" fmla="*/ 5470906 w 12192001"/>
              <a:gd name="connsiteY129" fmla="*/ 2330719 h 2344739"/>
              <a:gd name="connsiteX130" fmla="*/ 5432761 w 12192001"/>
              <a:gd name="connsiteY130" fmla="*/ 2319466 h 2344739"/>
              <a:gd name="connsiteX131" fmla="*/ 5381669 w 12192001"/>
              <a:gd name="connsiteY131" fmla="*/ 2301764 h 2344739"/>
              <a:gd name="connsiteX132" fmla="*/ 5261764 w 12192001"/>
              <a:gd name="connsiteY132" fmla="*/ 2281347 h 2344739"/>
              <a:gd name="connsiteX133" fmla="*/ 5222961 w 12192001"/>
              <a:gd name="connsiteY133" fmla="*/ 2270223 h 2344739"/>
              <a:gd name="connsiteX134" fmla="*/ 5174660 w 12192001"/>
              <a:gd name="connsiteY134" fmla="*/ 2267233 h 2344739"/>
              <a:gd name="connsiteX135" fmla="*/ 5156554 w 12192001"/>
              <a:gd name="connsiteY135" fmla="*/ 2260010 h 2344739"/>
              <a:gd name="connsiteX136" fmla="*/ 5142599 w 12192001"/>
              <a:gd name="connsiteY136" fmla="*/ 2256610 h 2344739"/>
              <a:gd name="connsiteX137" fmla="*/ 5139596 w 12192001"/>
              <a:gd name="connsiteY137" fmla="*/ 2254509 h 2344739"/>
              <a:gd name="connsiteX138" fmla="*/ 5121659 w 12192001"/>
              <a:gd name="connsiteY138" fmla="*/ 2243656 h 2344739"/>
              <a:gd name="connsiteX139" fmla="*/ 5065790 w 12192001"/>
              <a:gd name="connsiteY139" fmla="*/ 2250227 h 2344739"/>
              <a:gd name="connsiteX140" fmla="*/ 5011514 w 12192001"/>
              <a:gd name="connsiteY140" fmla="*/ 2233846 h 2344739"/>
              <a:gd name="connsiteX141" fmla="*/ 4840441 w 12192001"/>
              <a:gd name="connsiteY141" fmla="*/ 2209829 h 2344739"/>
              <a:gd name="connsiteX142" fmla="*/ 4762447 w 12192001"/>
              <a:gd name="connsiteY142" fmla="*/ 2182061 h 2344739"/>
              <a:gd name="connsiteX143" fmla="*/ 4723186 w 12192001"/>
              <a:gd name="connsiteY143" fmla="*/ 2173047 h 2344739"/>
              <a:gd name="connsiteX144" fmla="*/ 4721176 w 12192001"/>
              <a:gd name="connsiteY144" fmla="*/ 2172298 h 2344739"/>
              <a:gd name="connsiteX145" fmla="*/ 4722111 w 12192001"/>
              <a:gd name="connsiteY145" fmla="*/ 2172087 h 2344739"/>
              <a:gd name="connsiteX146" fmla="*/ 4717202 w 12192001"/>
              <a:gd name="connsiteY146" fmla="*/ 2170817 h 2344739"/>
              <a:gd name="connsiteX147" fmla="*/ 4721176 w 12192001"/>
              <a:gd name="connsiteY147" fmla="*/ 2172298 h 2344739"/>
              <a:gd name="connsiteX148" fmla="*/ 4715526 w 12192001"/>
              <a:gd name="connsiteY148" fmla="*/ 2173573 h 2344739"/>
              <a:gd name="connsiteX149" fmla="*/ 4515814 w 12192001"/>
              <a:gd name="connsiteY149" fmla="*/ 2163671 h 2344739"/>
              <a:gd name="connsiteX150" fmla="*/ 4428543 w 12192001"/>
              <a:gd name="connsiteY150" fmla="*/ 2153020 h 2344739"/>
              <a:gd name="connsiteX151" fmla="*/ 4362875 w 12192001"/>
              <a:gd name="connsiteY151" fmla="*/ 2151674 h 2344739"/>
              <a:gd name="connsiteX152" fmla="*/ 4316966 w 12192001"/>
              <a:gd name="connsiteY152" fmla="*/ 2158289 h 2344739"/>
              <a:gd name="connsiteX153" fmla="*/ 4315110 w 12192001"/>
              <a:gd name="connsiteY153" fmla="*/ 2156948 h 2344739"/>
              <a:gd name="connsiteX154" fmla="*/ 4295144 w 12192001"/>
              <a:gd name="connsiteY154" fmla="*/ 2155069 h 2344739"/>
              <a:gd name="connsiteX155" fmla="*/ 4290064 w 12192001"/>
              <a:gd name="connsiteY155" fmla="*/ 2157986 h 2344739"/>
              <a:gd name="connsiteX156" fmla="*/ 4276142 w 12192001"/>
              <a:gd name="connsiteY156" fmla="*/ 2157740 h 2344739"/>
              <a:gd name="connsiteX157" fmla="*/ 4248117 w 12192001"/>
              <a:gd name="connsiteY157" fmla="*/ 2160064 h 2344739"/>
              <a:gd name="connsiteX158" fmla="*/ 4202051 w 12192001"/>
              <a:gd name="connsiteY158" fmla="*/ 2157269 h 2344739"/>
              <a:gd name="connsiteX159" fmla="*/ 4201745 w 12192001"/>
              <a:gd name="connsiteY159" fmla="*/ 2156010 h 2344739"/>
              <a:gd name="connsiteX160" fmla="*/ 4191248 w 12192001"/>
              <a:gd name="connsiteY160" fmla="*/ 2150376 h 2344739"/>
              <a:gd name="connsiteX161" fmla="*/ 4142745 w 12192001"/>
              <a:gd name="connsiteY161" fmla="*/ 2134511 h 2344739"/>
              <a:gd name="connsiteX162" fmla="*/ 4083097 w 12192001"/>
              <a:gd name="connsiteY162" fmla="*/ 2107978 h 2344739"/>
              <a:gd name="connsiteX163" fmla="*/ 4074546 w 12192001"/>
              <a:gd name="connsiteY163" fmla="*/ 2107143 h 2344739"/>
              <a:gd name="connsiteX164" fmla="*/ 4074427 w 12192001"/>
              <a:gd name="connsiteY164" fmla="*/ 2106844 h 2344739"/>
              <a:gd name="connsiteX165" fmla="*/ 4065510 w 12192001"/>
              <a:gd name="connsiteY165" fmla="*/ 2105400 h 2344739"/>
              <a:gd name="connsiteX166" fmla="*/ 4058954 w 12192001"/>
              <a:gd name="connsiteY166" fmla="*/ 2105618 h 2344739"/>
              <a:gd name="connsiteX167" fmla="*/ 4042364 w 12192001"/>
              <a:gd name="connsiteY167" fmla="*/ 2103997 h 2344739"/>
              <a:gd name="connsiteX168" fmla="*/ 4036997 w 12192001"/>
              <a:gd name="connsiteY168" fmla="*/ 2101563 h 2344739"/>
              <a:gd name="connsiteX169" fmla="*/ 4035363 w 12192001"/>
              <a:gd name="connsiteY169" fmla="*/ 2097896 h 2344739"/>
              <a:gd name="connsiteX170" fmla="*/ 4033778 w 12192001"/>
              <a:gd name="connsiteY170" fmla="*/ 2098131 h 2344739"/>
              <a:gd name="connsiteX171" fmla="*/ 4004538 w 12192001"/>
              <a:gd name="connsiteY171" fmla="*/ 2085563 h 2344739"/>
              <a:gd name="connsiteX172" fmla="*/ 3936846 w 12192001"/>
              <a:gd name="connsiteY172" fmla="*/ 2068106 h 2344739"/>
              <a:gd name="connsiteX173" fmla="*/ 3897275 w 12192001"/>
              <a:gd name="connsiteY173" fmla="*/ 2062451 h 2344739"/>
              <a:gd name="connsiteX174" fmla="*/ 3789760 w 12192001"/>
              <a:gd name="connsiteY174" fmla="*/ 2042213 h 2344739"/>
              <a:gd name="connsiteX175" fmla="*/ 3682513 w 12192001"/>
              <a:gd name="connsiteY175" fmla="*/ 2018290 h 2344739"/>
              <a:gd name="connsiteX176" fmla="*/ 3610035 w 12192001"/>
              <a:gd name="connsiteY176" fmla="*/ 1986019 h 2344739"/>
              <a:gd name="connsiteX177" fmla="*/ 3603855 w 12192001"/>
              <a:gd name="connsiteY177" fmla="*/ 1987381 h 2344739"/>
              <a:gd name="connsiteX178" fmla="*/ 3594736 w 12192001"/>
              <a:gd name="connsiteY178" fmla="*/ 1987545 h 2344739"/>
              <a:gd name="connsiteX179" fmla="*/ 3594501 w 12192001"/>
              <a:gd name="connsiteY179" fmla="*/ 1987276 h 2344739"/>
              <a:gd name="connsiteX180" fmla="*/ 3585978 w 12192001"/>
              <a:gd name="connsiteY180" fmla="*/ 1987966 h 2344739"/>
              <a:gd name="connsiteX181" fmla="*/ 3536135 w 12192001"/>
              <a:gd name="connsiteY181" fmla="*/ 1978267 h 2344739"/>
              <a:gd name="connsiteX182" fmla="*/ 3473223 w 12192001"/>
              <a:gd name="connsiteY182" fmla="*/ 1974606 h 2344739"/>
              <a:gd name="connsiteX183" fmla="*/ 3400728 w 12192001"/>
              <a:gd name="connsiteY183" fmla="*/ 1962558 h 2344739"/>
              <a:gd name="connsiteX184" fmla="*/ 3363888 w 12192001"/>
              <a:gd name="connsiteY184" fmla="*/ 1979510 h 2344739"/>
              <a:gd name="connsiteX185" fmla="*/ 3344026 w 12192001"/>
              <a:gd name="connsiteY185" fmla="*/ 1981192 h 2344739"/>
              <a:gd name="connsiteX186" fmla="*/ 3341698 w 12192001"/>
              <a:gd name="connsiteY186" fmla="*/ 1980217 h 2344739"/>
              <a:gd name="connsiteX187" fmla="*/ 3262356 w 12192001"/>
              <a:gd name="connsiteY187" fmla="*/ 1986094 h 2344739"/>
              <a:gd name="connsiteX188" fmla="*/ 3142556 w 12192001"/>
              <a:gd name="connsiteY188" fmla="*/ 1993869 h 2344739"/>
              <a:gd name="connsiteX189" fmla="*/ 3030291 w 12192001"/>
              <a:gd name="connsiteY189" fmla="*/ 1996512 h 2344739"/>
              <a:gd name="connsiteX190" fmla="*/ 2781569 w 12192001"/>
              <a:gd name="connsiteY190" fmla="*/ 2018333 h 2344739"/>
              <a:gd name="connsiteX191" fmla="*/ 2646527 w 12192001"/>
              <a:gd name="connsiteY191" fmla="*/ 2028869 h 2344739"/>
              <a:gd name="connsiteX192" fmla="*/ 2568028 w 12192001"/>
              <a:gd name="connsiteY192" fmla="*/ 2002628 h 2344739"/>
              <a:gd name="connsiteX193" fmla="*/ 2443255 w 12192001"/>
              <a:gd name="connsiteY193" fmla="*/ 2016529 h 2344739"/>
              <a:gd name="connsiteX194" fmla="*/ 2315112 w 12192001"/>
              <a:gd name="connsiteY194" fmla="*/ 2024996 h 2344739"/>
              <a:gd name="connsiteX195" fmla="*/ 2208578 w 12192001"/>
              <a:gd name="connsiteY195" fmla="*/ 2019763 h 2344739"/>
              <a:gd name="connsiteX196" fmla="*/ 2094665 w 12192001"/>
              <a:gd name="connsiteY196" fmla="*/ 2003052 h 2344739"/>
              <a:gd name="connsiteX197" fmla="*/ 1997356 w 12192001"/>
              <a:gd name="connsiteY197" fmla="*/ 1995032 h 2344739"/>
              <a:gd name="connsiteX198" fmla="*/ 1928172 w 12192001"/>
              <a:gd name="connsiteY198" fmla="*/ 2016977 h 2344739"/>
              <a:gd name="connsiteX199" fmla="*/ 1921650 w 12192001"/>
              <a:gd name="connsiteY199" fmla="*/ 2012146 h 2344739"/>
              <a:gd name="connsiteX200" fmla="*/ 1873080 w 12192001"/>
              <a:gd name="connsiteY200" fmla="*/ 2013741 h 2344739"/>
              <a:gd name="connsiteX201" fmla="*/ 1786655 w 12192001"/>
              <a:gd name="connsiteY201" fmla="*/ 2041363 h 2344739"/>
              <a:gd name="connsiteX202" fmla="*/ 1738204 w 12192001"/>
              <a:gd name="connsiteY202" fmla="*/ 2036312 h 2344739"/>
              <a:gd name="connsiteX203" fmla="*/ 1675071 w 12192001"/>
              <a:gd name="connsiteY203" fmla="*/ 2019963 h 2344739"/>
              <a:gd name="connsiteX204" fmla="*/ 1608669 w 12192001"/>
              <a:gd name="connsiteY204" fmla="*/ 2013066 h 2344739"/>
              <a:gd name="connsiteX205" fmla="*/ 1496110 w 12192001"/>
              <a:gd name="connsiteY205" fmla="*/ 1987476 h 2344739"/>
              <a:gd name="connsiteX206" fmla="*/ 1149979 w 12192001"/>
              <a:gd name="connsiteY206" fmla="*/ 1938041 h 2344739"/>
              <a:gd name="connsiteX207" fmla="*/ 858269 w 12192001"/>
              <a:gd name="connsiteY207" fmla="*/ 1928608 h 2344739"/>
              <a:gd name="connsiteX208" fmla="*/ 837540 w 12192001"/>
              <a:gd name="connsiteY208" fmla="*/ 1929821 h 2344739"/>
              <a:gd name="connsiteX209" fmla="*/ 816809 w 12192001"/>
              <a:gd name="connsiteY209" fmla="*/ 1927857 h 2344739"/>
              <a:gd name="connsiteX210" fmla="*/ 811506 w 12192001"/>
              <a:gd name="connsiteY210" fmla="*/ 1930751 h 2344739"/>
              <a:gd name="connsiteX211" fmla="*/ 797041 w 12192001"/>
              <a:gd name="connsiteY211" fmla="*/ 1930446 h 2344739"/>
              <a:gd name="connsiteX212" fmla="*/ 767901 w 12192001"/>
              <a:gd name="connsiteY212" fmla="*/ 1932653 h 2344739"/>
              <a:gd name="connsiteX213" fmla="*/ 720047 w 12192001"/>
              <a:gd name="connsiteY213" fmla="*/ 1929661 h 2344739"/>
              <a:gd name="connsiteX214" fmla="*/ 719742 w 12192001"/>
              <a:gd name="connsiteY214" fmla="*/ 1928399 h 2344739"/>
              <a:gd name="connsiteX215" fmla="*/ 708875 w 12192001"/>
              <a:gd name="connsiteY215" fmla="*/ 1922722 h 2344739"/>
              <a:gd name="connsiteX216" fmla="*/ 596792 w 12192001"/>
              <a:gd name="connsiteY216" fmla="*/ 1879864 h 2344739"/>
              <a:gd name="connsiteX217" fmla="*/ 578535 w 12192001"/>
              <a:gd name="connsiteY217" fmla="*/ 1877212 h 2344739"/>
              <a:gd name="connsiteX218" fmla="*/ 571717 w 12192001"/>
              <a:gd name="connsiteY218" fmla="*/ 1877401 h 2344739"/>
              <a:gd name="connsiteX219" fmla="*/ 445099 w 12192001"/>
              <a:gd name="connsiteY219" fmla="*/ 1839371 h 2344739"/>
              <a:gd name="connsiteX220" fmla="*/ 404015 w 12192001"/>
              <a:gd name="connsiteY220" fmla="*/ 1833548 h 2344739"/>
              <a:gd name="connsiteX221" fmla="*/ 292435 w 12192001"/>
              <a:gd name="connsiteY221" fmla="*/ 1812852 h 2344739"/>
              <a:gd name="connsiteX222" fmla="*/ 118381 w 12192001"/>
              <a:gd name="connsiteY222" fmla="*/ 1761047 h 2344739"/>
              <a:gd name="connsiteX223" fmla="*/ 15526 w 12192001"/>
              <a:gd name="connsiteY223" fmla="*/ 1758191 h 2344739"/>
              <a:gd name="connsiteX224" fmla="*/ 2 w 12192001"/>
              <a:gd name="connsiteY224" fmla="*/ 1752722 h 2344739"/>
              <a:gd name="connsiteX225" fmla="*/ 1 w 12192001"/>
              <a:gd name="connsiteY225" fmla="*/ 762497 h 2344739"/>
              <a:gd name="connsiteX226" fmla="*/ 0 w 12192001"/>
              <a:gd name="connsiteY226" fmla="*/ 762497 h 2344739"/>
              <a:gd name="connsiteX227" fmla="*/ 0 w 12192001"/>
              <a:gd name="connsiteY227" fmla="*/ 222213 h 2344739"/>
              <a:gd name="connsiteX228" fmla="*/ 0 w 12192001"/>
              <a:gd name="connsiteY228"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12228 w 12192001"/>
              <a:gd name="connsiteY22" fmla="*/ 797659 h 2344739"/>
              <a:gd name="connsiteX23" fmla="*/ 11748619 w 12192001"/>
              <a:gd name="connsiteY23" fmla="*/ 872002 h 2344739"/>
              <a:gd name="connsiteX24" fmla="*/ 11589545 w 12192001"/>
              <a:gd name="connsiteY24" fmla="*/ 963777 h 2344739"/>
              <a:gd name="connsiteX25" fmla="*/ 11505669 w 12192001"/>
              <a:gd name="connsiteY25" fmla="*/ 1033623 h 2344739"/>
              <a:gd name="connsiteX26" fmla="*/ 11279184 w 12192001"/>
              <a:gd name="connsiteY26" fmla="*/ 1223571 h 2344739"/>
              <a:gd name="connsiteX27" fmla="*/ 11227161 w 12192001"/>
              <a:gd name="connsiteY27" fmla="*/ 1276236 h 2344739"/>
              <a:gd name="connsiteX28" fmla="*/ 11216939 w 12192001"/>
              <a:gd name="connsiteY28" fmla="*/ 1275961 h 2344739"/>
              <a:gd name="connsiteX29" fmla="*/ 11216036 w 12192001"/>
              <a:gd name="connsiteY29" fmla="*/ 1275018 h 2344739"/>
              <a:gd name="connsiteX30" fmla="*/ 11187737 w 12192001"/>
              <a:gd name="connsiteY30" fmla="*/ 1292383 h 2344739"/>
              <a:gd name="connsiteX31" fmla="*/ 11183353 w 12192001"/>
              <a:gd name="connsiteY31" fmla="*/ 1292525 h 2344739"/>
              <a:gd name="connsiteX32" fmla="*/ 11165706 w 12192001"/>
              <a:gd name="connsiteY32" fmla="*/ 1306612 h 2344739"/>
              <a:gd name="connsiteX33" fmla="*/ 11156163 w 12192001"/>
              <a:gd name="connsiteY33" fmla="*/ 1312414 h 2344739"/>
              <a:gd name="connsiteX34" fmla="*/ 11154348 w 12192001"/>
              <a:gd name="connsiteY34" fmla="*/ 1317097 h 2344739"/>
              <a:gd name="connsiteX35" fmla="*/ 11139813 w 12192001"/>
              <a:gd name="connsiteY35" fmla="*/ 1324115 h 2344739"/>
              <a:gd name="connsiteX36" fmla="*/ 11137813 w 12192001"/>
              <a:gd name="connsiteY36" fmla="*/ 1323772 h 2344739"/>
              <a:gd name="connsiteX37" fmla="*/ 11127060 w 12192001"/>
              <a:gd name="connsiteY37" fmla="*/ 1333832 h 2344739"/>
              <a:gd name="connsiteX38" fmla="*/ 11119543 w 12192001"/>
              <a:gd name="connsiteY38" fmla="*/ 1347424 h 2344739"/>
              <a:gd name="connsiteX39" fmla="*/ 10893535 w 12192001"/>
              <a:gd name="connsiteY39" fmla="*/ 1473399 h 2344739"/>
              <a:gd name="connsiteX40" fmla="*/ 10772152 w 12192001"/>
              <a:gd name="connsiteY40" fmla="*/ 1523191 h 2344739"/>
              <a:gd name="connsiteX41" fmla="*/ 10626520 w 12192001"/>
              <a:gd name="connsiteY41" fmla="*/ 1559229 h 2344739"/>
              <a:gd name="connsiteX42" fmla="*/ 10580747 w 12192001"/>
              <a:gd name="connsiteY42" fmla="*/ 1568689 h 2344739"/>
              <a:gd name="connsiteX43" fmla="*/ 10546642 w 12192001"/>
              <a:gd name="connsiteY43" fmla="*/ 1598423 h 2344739"/>
              <a:gd name="connsiteX44" fmla="*/ 10528495 w 12192001"/>
              <a:gd name="connsiteY44" fmla="*/ 1596907 h 2344739"/>
              <a:gd name="connsiteX45" fmla="*/ 10525298 w 12192001"/>
              <a:gd name="connsiteY45" fmla="*/ 1596411 h 2344739"/>
              <a:gd name="connsiteX46" fmla="*/ 10513981 w 12192001"/>
              <a:gd name="connsiteY46" fmla="*/ 1599537 h 2344739"/>
              <a:gd name="connsiteX47" fmla="*/ 10490587 w 12192001"/>
              <a:gd name="connsiteY47" fmla="*/ 1594156 h 2344739"/>
              <a:gd name="connsiteX48" fmla="*/ 10470270 w 12192001"/>
              <a:gd name="connsiteY48" fmla="*/ 1601693 h 2344739"/>
              <a:gd name="connsiteX49" fmla="*/ 10375894 w 12192001"/>
              <a:gd name="connsiteY49" fmla="*/ 1644598 h 2344739"/>
              <a:gd name="connsiteX50" fmla="*/ 10318190 w 12192001"/>
              <a:gd name="connsiteY50" fmla="*/ 1666221 h 2344739"/>
              <a:gd name="connsiteX51" fmla="*/ 10294319 w 12192001"/>
              <a:gd name="connsiteY51" fmla="*/ 1668079 h 2344739"/>
              <a:gd name="connsiteX52" fmla="*/ 10262295 w 12192001"/>
              <a:gd name="connsiteY52" fmla="*/ 1674948 h 2344739"/>
              <a:gd name="connsiteX53" fmla="*/ 10204270 w 12192001"/>
              <a:gd name="connsiteY53" fmla="*/ 1682149 h 2344739"/>
              <a:gd name="connsiteX54" fmla="*/ 10176611 w 12192001"/>
              <a:gd name="connsiteY54" fmla="*/ 1692943 h 2344739"/>
              <a:gd name="connsiteX55" fmla="*/ 10163922 w 12192001"/>
              <a:gd name="connsiteY55" fmla="*/ 1693739 h 2344739"/>
              <a:gd name="connsiteX56" fmla="*/ 10155160 w 12192001"/>
              <a:gd name="connsiteY56" fmla="*/ 1707487 h 2344739"/>
              <a:gd name="connsiteX57" fmla="*/ 10117119 w 12192001"/>
              <a:gd name="connsiteY57" fmla="*/ 1731142 h 2344739"/>
              <a:gd name="connsiteX58" fmla="*/ 10100445 w 12192001"/>
              <a:gd name="connsiteY58" fmla="*/ 1742432 h 2344739"/>
              <a:gd name="connsiteX59" fmla="*/ 10082169 w 12192001"/>
              <a:gd name="connsiteY59" fmla="*/ 1743296 h 2344739"/>
              <a:gd name="connsiteX60" fmla="*/ 10039240 w 12192001"/>
              <a:gd name="connsiteY60" fmla="*/ 1741632 h 2344739"/>
              <a:gd name="connsiteX61" fmla="*/ 9960019 w 12192001"/>
              <a:gd name="connsiteY61" fmla="*/ 1757147 h 2344739"/>
              <a:gd name="connsiteX62" fmla="*/ 9847792 w 12192001"/>
              <a:gd name="connsiteY62" fmla="*/ 1763915 h 2344739"/>
              <a:gd name="connsiteX63" fmla="*/ 9728309 w 12192001"/>
              <a:gd name="connsiteY63" fmla="*/ 1784122 h 2344739"/>
              <a:gd name="connsiteX64" fmla="*/ 9584507 w 12192001"/>
              <a:gd name="connsiteY64" fmla="*/ 1795542 h 2344739"/>
              <a:gd name="connsiteX65" fmla="*/ 9343052 w 12192001"/>
              <a:gd name="connsiteY65" fmla="*/ 1841244 h 2344739"/>
              <a:gd name="connsiteX66" fmla="*/ 9231370 w 12192001"/>
              <a:gd name="connsiteY66" fmla="*/ 1893149 h 2344739"/>
              <a:gd name="connsiteX67" fmla="*/ 9194810 w 12192001"/>
              <a:gd name="connsiteY67" fmla="*/ 1903228 h 2344739"/>
              <a:gd name="connsiteX68" fmla="*/ 9189246 w 12192001"/>
              <a:gd name="connsiteY68" fmla="*/ 1912467 h 2344739"/>
              <a:gd name="connsiteX69" fmla="*/ 9113812 w 12192001"/>
              <a:gd name="connsiteY69" fmla="*/ 1919069 h 2344739"/>
              <a:gd name="connsiteX70" fmla="*/ 9053453 w 12192001"/>
              <a:gd name="connsiteY70" fmla="*/ 1910755 h 2344739"/>
              <a:gd name="connsiteX71" fmla="*/ 9005486 w 12192001"/>
              <a:gd name="connsiteY71" fmla="*/ 1914040 h 2344739"/>
              <a:gd name="connsiteX72" fmla="*/ 9005201 w 12192001"/>
              <a:gd name="connsiteY72" fmla="*/ 1913800 h 2344739"/>
              <a:gd name="connsiteX73" fmla="*/ 8996232 w 12192001"/>
              <a:gd name="connsiteY73" fmla="*/ 1915011 h 2344739"/>
              <a:gd name="connsiteX74" fmla="*/ 8990394 w 12192001"/>
              <a:gd name="connsiteY74" fmla="*/ 1917072 h 2344739"/>
              <a:gd name="connsiteX75" fmla="*/ 8974337 w 12192001"/>
              <a:gd name="connsiteY75" fmla="*/ 1920298 h 2344739"/>
              <a:gd name="connsiteX76" fmla="*/ 8968011 w 12192001"/>
              <a:gd name="connsiteY76" fmla="*/ 1919598 h 2344739"/>
              <a:gd name="connsiteX77" fmla="*/ 8963048 w 12192001"/>
              <a:gd name="connsiteY77" fmla="*/ 1917373 h 2344739"/>
              <a:gd name="connsiteX78" fmla="*/ 8928988 w 12192001"/>
              <a:gd name="connsiteY78" fmla="*/ 1914185 h 2344739"/>
              <a:gd name="connsiteX79" fmla="*/ 8752444 w 12192001"/>
              <a:gd name="connsiteY79" fmla="*/ 1933417 h 2344739"/>
              <a:gd name="connsiteX80" fmla="*/ 8707847 w 12192001"/>
              <a:gd name="connsiteY80" fmla="*/ 1935518 h 2344739"/>
              <a:gd name="connsiteX81" fmla="*/ 8596071 w 12192001"/>
              <a:gd name="connsiteY81" fmla="*/ 1944090 h 2344739"/>
              <a:gd name="connsiteX82" fmla="*/ 8525230 w 12192001"/>
              <a:gd name="connsiteY82" fmla="*/ 1929248 h 2344739"/>
              <a:gd name="connsiteX83" fmla="*/ 8510983 w 12192001"/>
              <a:gd name="connsiteY83" fmla="*/ 1935163 h 2344739"/>
              <a:gd name="connsiteX84" fmla="*/ 8506167 w 12192001"/>
              <a:gd name="connsiteY84" fmla="*/ 1938164 h 2344739"/>
              <a:gd name="connsiteX85" fmla="*/ 8497968 w 12192001"/>
              <a:gd name="connsiteY85" fmla="*/ 1940902 h 2344739"/>
              <a:gd name="connsiteX86" fmla="*/ 8497594 w 12192001"/>
              <a:gd name="connsiteY86" fmla="*/ 1940723 h 2344739"/>
              <a:gd name="connsiteX87" fmla="*/ 8490249 w 12192001"/>
              <a:gd name="connsiteY87" fmla="*/ 1943773 h 2344739"/>
              <a:gd name="connsiteX88" fmla="*/ 8367182 w 12192001"/>
              <a:gd name="connsiteY88" fmla="*/ 1957815 h 2344739"/>
              <a:gd name="connsiteX89" fmla="*/ 8353799 w 12192001"/>
              <a:gd name="connsiteY89" fmla="*/ 1958009 h 2344739"/>
              <a:gd name="connsiteX90" fmla="*/ 8352373 w 12192001"/>
              <a:gd name="connsiteY90" fmla="*/ 1957169 h 2344739"/>
              <a:gd name="connsiteX91" fmla="*/ 8320104 w 12192001"/>
              <a:gd name="connsiteY91" fmla="*/ 1974587 h 2344739"/>
              <a:gd name="connsiteX92" fmla="*/ 8314433 w 12192001"/>
              <a:gd name="connsiteY92" fmla="*/ 1974913 h 2344739"/>
              <a:gd name="connsiteX93" fmla="*/ 8295174 w 12192001"/>
              <a:gd name="connsiteY93" fmla="*/ 1988808 h 2344739"/>
              <a:gd name="connsiteX94" fmla="*/ 8284276 w 12192001"/>
              <a:gd name="connsiteY94" fmla="*/ 1994631 h 2344739"/>
              <a:gd name="connsiteX95" fmla="*/ 8283150 w 12192001"/>
              <a:gd name="connsiteY95" fmla="*/ 1999074 h 2344739"/>
              <a:gd name="connsiteX96" fmla="*/ 8266076 w 12192001"/>
              <a:gd name="connsiteY96" fmla="*/ 2006249 h 2344739"/>
              <a:gd name="connsiteX97" fmla="*/ 8263377 w 12192001"/>
              <a:gd name="connsiteY97" fmla="*/ 2006019 h 2344739"/>
              <a:gd name="connsiteX98" fmla="*/ 8252033 w 12192001"/>
              <a:gd name="connsiteY98" fmla="*/ 2015862 h 2344739"/>
              <a:gd name="connsiteX99" fmla="*/ 8245834 w 12192001"/>
              <a:gd name="connsiteY99" fmla="*/ 2028854 h 2344739"/>
              <a:gd name="connsiteX100" fmla="*/ 8090272 w 12192001"/>
              <a:gd name="connsiteY100" fmla="*/ 2075015 h 2344739"/>
              <a:gd name="connsiteX101" fmla="*/ 7905407 w 12192001"/>
              <a:gd name="connsiteY101" fmla="*/ 2116988 h 2344739"/>
              <a:gd name="connsiteX102" fmla="*/ 7718745 w 12192001"/>
              <a:gd name="connsiteY102" fmla="*/ 2142703 h 2344739"/>
              <a:gd name="connsiteX103" fmla="*/ 7614347 w 12192001"/>
              <a:gd name="connsiteY103" fmla="*/ 2139232 h 2344739"/>
              <a:gd name="connsiteX104" fmla="*/ 7527543 w 12192001"/>
              <a:gd name="connsiteY104" fmla="*/ 2145060 h 2344739"/>
              <a:gd name="connsiteX105" fmla="*/ 7519571 w 12192001"/>
              <a:gd name="connsiteY105" fmla="*/ 2147613 h 2344739"/>
              <a:gd name="connsiteX106" fmla="*/ 7507411 w 12192001"/>
              <a:gd name="connsiteY106" fmla="*/ 2148948 h 2344739"/>
              <a:gd name="connsiteX107" fmla="*/ 7507040 w 12192001"/>
              <a:gd name="connsiteY107" fmla="*/ 2148621 h 2344739"/>
              <a:gd name="connsiteX108" fmla="*/ 7495795 w 12192001"/>
              <a:gd name="connsiteY108" fmla="*/ 2150573 h 2344739"/>
              <a:gd name="connsiteX109" fmla="*/ 7405391 w 12192001"/>
              <a:gd name="connsiteY109" fmla="*/ 2142468 h 2344739"/>
              <a:gd name="connsiteX110" fmla="*/ 7218559 w 12192001"/>
              <a:gd name="connsiteY110" fmla="*/ 2156680 h 2344739"/>
              <a:gd name="connsiteX111" fmla="*/ 7201101 w 12192001"/>
              <a:gd name="connsiteY111" fmla="*/ 2161230 h 2344739"/>
              <a:gd name="connsiteX112" fmla="*/ 7197004 w 12192001"/>
              <a:gd name="connsiteY112" fmla="*/ 2166588 h 2344739"/>
              <a:gd name="connsiteX113" fmla="*/ 7170808 w 12192001"/>
              <a:gd name="connsiteY113" fmla="*/ 2171236 h 2344739"/>
              <a:gd name="connsiteX114" fmla="*/ 7096988 w 12192001"/>
              <a:gd name="connsiteY114" fmla="*/ 2183464 h 2344739"/>
              <a:gd name="connsiteX115" fmla="*/ 7018496 w 12192001"/>
              <a:gd name="connsiteY115" fmla="*/ 2183090 h 2344739"/>
              <a:gd name="connsiteX116" fmla="*/ 6904146 w 12192001"/>
              <a:gd name="connsiteY116" fmla="*/ 2212596 h 2344739"/>
              <a:gd name="connsiteX117" fmla="*/ 6708222 w 12192001"/>
              <a:gd name="connsiteY117" fmla="*/ 2240551 h 2344739"/>
              <a:gd name="connsiteX118" fmla="*/ 6549454 w 12192001"/>
              <a:gd name="connsiteY118" fmla="*/ 2269327 h 2344739"/>
              <a:gd name="connsiteX119" fmla="*/ 6317560 w 12192001"/>
              <a:gd name="connsiteY119" fmla="*/ 2316127 h 2344739"/>
              <a:gd name="connsiteX120" fmla="*/ 6168674 w 12192001"/>
              <a:gd name="connsiteY120" fmla="*/ 2318214 h 2344739"/>
              <a:gd name="connsiteX121" fmla="*/ 6073848 w 12192001"/>
              <a:gd name="connsiteY121" fmla="*/ 2338676 h 2344739"/>
              <a:gd name="connsiteX122" fmla="*/ 6068529 w 12192001"/>
              <a:gd name="connsiteY122" fmla="*/ 2337139 h 2344739"/>
              <a:gd name="connsiteX123" fmla="*/ 6048638 w 12192001"/>
              <a:gd name="connsiteY123" fmla="*/ 2337822 h 2344739"/>
              <a:gd name="connsiteX124" fmla="*/ 6041285 w 12192001"/>
              <a:gd name="connsiteY124" fmla="*/ 2329473 h 2344739"/>
              <a:gd name="connsiteX125" fmla="*/ 6010090 w 12192001"/>
              <a:gd name="connsiteY125" fmla="*/ 2324380 h 2344739"/>
              <a:gd name="connsiteX126" fmla="*/ 5957375 w 12192001"/>
              <a:gd name="connsiteY126" fmla="*/ 2328024 h 2344739"/>
              <a:gd name="connsiteX127" fmla="*/ 5758919 w 12192001"/>
              <a:gd name="connsiteY127" fmla="*/ 2343716 h 2344739"/>
              <a:gd name="connsiteX128" fmla="*/ 5626960 w 12192001"/>
              <a:gd name="connsiteY128" fmla="*/ 2344739 h 2344739"/>
              <a:gd name="connsiteX129" fmla="*/ 5470906 w 12192001"/>
              <a:gd name="connsiteY129" fmla="*/ 2330719 h 2344739"/>
              <a:gd name="connsiteX130" fmla="*/ 5432761 w 12192001"/>
              <a:gd name="connsiteY130" fmla="*/ 2319466 h 2344739"/>
              <a:gd name="connsiteX131" fmla="*/ 5381669 w 12192001"/>
              <a:gd name="connsiteY131" fmla="*/ 2301764 h 2344739"/>
              <a:gd name="connsiteX132" fmla="*/ 5261764 w 12192001"/>
              <a:gd name="connsiteY132" fmla="*/ 2281347 h 2344739"/>
              <a:gd name="connsiteX133" fmla="*/ 5222961 w 12192001"/>
              <a:gd name="connsiteY133" fmla="*/ 2270223 h 2344739"/>
              <a:gd name="connsiteX134" fmla="*/ 5174660 w 12192001"/>
              <a:gd name="connsiteY134" fmla="*/ 2267233 h 2344739"/>
              <a:gd name="connsiteX135" fmla="*/ 5156554 w 12192001"/>
              <a:gd name="connsiteY135" fmla="*/ 2260010 h 2344739"/>
              <a:gd name="connsiteX136" fmla="*/ 5142599 w 12192001"/>
              <a:gd name="connsiteY136" fmla="*/ 2256610 h 2344739"/>
              <a:gd name="connsiteX137" fmla="*/ 5139596 w 12192001"/>
              <a:gd name="connsiteY137" fmla="*/ 2254509 h 2344739"/>
              <a:gd name="connsiteX138" fmla="*/ 5121659 w 12192001"/>
              <a:gd name="connsiteY138" fmla="*/ 2243656 h 2344739"/>
              <a:gd name="connsiteX139" fmla="*/ 5065790 w 12192001"/>
              <a:gd name="connsiteY139" fmla="*/ 2250227 h 2344739"/>
              <a:gd name="connsiteX140" fmla="*/ 5011514 w 12192001"/>
              <a:gd name="connsiteY140" fmla="*/ 2233846 h 2344739"/>
              <a:gd name="connsiteX141" fmla="*/ 4840441 w 12192001"/>
              <a:gd name="connsiteY141" fmla="*/ 2209829 h 2344739"/>
              <a:gd name="connsiteX142" fmla="*/ 4762447 w 12192001"/>
              <a:gd name="connsiteY142" fmla="*/ 2182061 h 2344739"/>
              <a:gd name="connsiteX143" fmla="*/ 4723186 w 12192001"/>
              <a:gd name="connsiteY143" fmla="*/ 2173047 h 2344739"/>
              <a:gd name="connsiteX144" fmla="*/ 4721176 w 12192001"/>
              <a:gd name="connsiteY144" fmla="*/ 2172298 h 2344739"/>
              <a:gd name="connsiteX145" fmla="*/ 4722111 w 12192001"/>
              <a:gd name="connsiteY145" fmla="*/ 2172087 h 2344739"/>
              <a:gd name="connsiteX146" fmla="*/ 4717202 w 12192001"/>
              <a:gd name="connsiteY146" fmla="*/ 2170817 h 2344739"/>
              <a:gd name="connsiteX147" fmla="*/ 4721176 w 12192001"/>
              <a:gd name="connsiteY147" fmla="*/ 2172298 h 2344739"/>
              <a:gd name="connsiteX148" fmla="*/ 4715526 w 12192001"/>
              <a:gd name="connsiteY148" fmla="*/ 2173573 h 2344739"/>
              <a:gd name="connsiteX149" fmla="*/ 4515814 w 12192001"/>
              <a:gd name="connsiteY149" fmla="*/ 2163671 h 2344739"/>
              <a:gd name="connsiteX150" fmla="*/ 4428543 w 12192001"/>
              <a:gd name="connsiteY150" fmla="*/ 2153020 h 2344739"/>
              <a:gd name="connsiteX151" fmla="*/ 4362875 w 12192001"/>
              <a:gd name="connsiteY151" fmla="*/ 2151674 h 2344739"/>
              <a:gd name="connsiteX152" fmla="*/ 4316966 w 12192001"/>
              <a:gd name="connsiteY152" fmla="*/ 2158289 h 2344739"/>
              <a:gd name="connsiteX153" fmla="*/ 4315110 w 12192001"/>
              <a:gd name="connsiteY153" fmla="*/ 2156948 h 2344739"/>
              <a:gd name="connsiteX154" fmla="*/ 4295144 w 12192001"/>
              <a:gd name="connsiteY154" fmla="*/ 2155069 h 2344739"/>
              <a:gd name="connsiteX155" fmla="*/ 4290064 w 12192001"/>
              <a:gd name="connsiteY155" fmla="*/ 2157986 h 2344739"/>
              <a:gd name="connsiteX156" fmla="*/ 4276142 w 12192001"/>
              <a:gd name="connsiteY156" fmla="*/ 2157740 h 2344739"/>
              <a:gd name="connsiteX157" fmla="*/ 4248117 w 12192001"/>
              <a:gd name="connsiteY157" fmla="*/ 2160064 h 2344739"/>
              <a:gd name="connsiteX158" fmla="*/ 4202051 w 12192001"/>
              <a:gd name="connsiteY158" fmla="*/ 2157269 h 2344739"/>
              <a:gd name="connsiteX159" fmla="*/ 4201745 w 12192001"/>
              <a:gd name="connsiteY159" fmla="*/ 2156010 h 2344739"/>
              <a:gd name="connsiteX160" fmla="*/ 4191248 w 12192001"/>
              <a:gd name="connsiteY160" fmla="*/ 2150376 h 2344739"/>
              <a:gd name="connsiteX161" fmla="*/ 4142745 w 12192001"/>
              <a:gd name="connsiteY161" fmla="*/ 2134511 h 2344739"/>
              <a:gd name="connsiteX162" fmla="*/ 4083097 w 12192001"/>
              <a:gd name="connsiteY162" fmla="*/ 2107978 h 2344739"/>
              <a:gd name="connsiteX163" fmla="*/ 4074546 w 12192001"/>
              <a:gd name="connsiteY163" fmla="*/ 2107143 h 2344739"/>
              <a:gd name="connsiteX164" fmla="*/ 4074427 w 12192001"/>
              <a:gd name="connsiteY164" fmla="*/ 2106844 h 2344739"/>
              <a:gd name="connsiteX165" fmla="*/ 4065510 w 12192001"/>
              <a:gd name="connsiteY165" fmla="*/ 2105400 h 2344739"/>
              <a:gd name="connsiteX166" fmla="*/ 4058954 w 12192001"/>
              <a:gd name="connsiteY166" fmla="*/ 2105618 h 2344739"/>
              <a:gd name="connsiteX167" fmla="*/ 4042364 w 12192001"/>
              <a:gd name="connsiteY167" fmla="*/ 2103997 h 2344739"/>
              <a:gd name="connsiteX168" fmla="*/ 4036997 w 12192001"/>
              <a:gd name="connsiteY168" fmla="*/ 2101563 h 2344739"/>
              <a:gd name="connsiteX169" fmla="*/ 4035363 w 12192001"/>
              <a:gd name="connsiteY169" fmla="*/ 2097896 h 2344739"/>
              <a:gd name="connsiteX170" fmla="*/ 4033778 w 12192001"/>
              <a:gd name="connsiteY170" fmla="*/ 2098131 h 2344739"/>
              <a:gd name="connsiteX171" fmla="*/ 4004538 w 12192001"/>
              <a:gd name="connsiteY171" fmla="*/ 2085563 h 2344739"/>
              <a:gd name="connsiteX172" fmla="*/ 3936846 w 12192001"/>
              <a:gd name="connsiteY172" fmla="*/ 2068106 h 2344739"/>
              <a:gd name="connsiteX173" fmla="*/ 3897275 w 12192001"/>
              <a:gd name="connsiteY173" fmla="*/ 2062451 h 2344739"/>
              <a:gd name="connsiteX174" fmla="*/ 3789760 w 12192001"/>
              <a:gd name="connsiteY174" fmla="*/ 2042213 h 2344739"/>
              <a:gd name="connsiteX175" fmla="*/ 3682513 w 12192001"/>
              <a:gd name="connsiteY175" fmla="*/ 2018290 h 2344739"/>
              <a:gd name="connsiteX176" fmla="*/ 3610035 w 12192001"/>
              <a:gd name="connsiteY176" fmla="*/ 1986019 h 2344739"/>
              <a:gd name="connsiteX177" fmla="*/ 3603855 w 12192001"/>
              <a:gd name="connsiteY177" fmla="*/ 1987381 h 2344739"/>
              <a:gd name="connsiteX178" fmla="*/ 3594736 w 12192001"/>
              <a:gd name="connsiteY178" fmla="*/ 1987545 h 2344739"/>
              <a:gd name="connsiteX179" fmla="*/ 3594501 w 12192001"/>
              <a:gd name="connsiteY179" fmla="*/ 1987276 h 2344739"/>
              <a:gd name="connsiteX180" fmla="*/ 3585978 w 12192001"/>
              <a:gd name="connsiteY180" fmla="*/ 1987966 h 2344739"/>
              <a:gd name="connsiteX181" fmla="*/ 3536135 w 12192001"/>
              <a:gd name="connsiteY181" fmla="*/ 1978267 h 2344739"/>
              <a:gd name="connsiteX182" fmla="*/ 3473223 w 12192001"/>
              <a:gd name="connsiteY182" fmla="*/ 1974606 h 2344739"/>
              <a:gd name="connsiteX183" fmla="*/ 3400728 w 12192001"/>
              <a:gd name="connsiteY183" fmla="*/ 1962558 h 2344739"/>
              <a:gd name="connsiteX184" fmla="*/ 3363888 w 12192001"/>
              <a:gd name="connsiteY184" fmla="*/ 1979510 h 2344739"/>
              <a:gd name="connsiteX185" fmla="*/ 3344026 w 12192001"/>
              <a:gd name="connsiteY185" fmla="*/ 1981192 h 2344739"/>
              <a:gd name="connsiteX186" fmla="*/ 3341698 w 12192001"/>
              <a:gd name="connsiteY186" fmla="*/ 1980217 h 2344739"/>
              <a:gd name="connsiteX187" fmla="*/ 3262356 w 12192001"/>
              <a:gd name="connsiteY187" fmla="*/ 1986094 h 2344739"/>
              <a:gd name="connsiteX188" fmla="*/ 3142556 w 12192001"/>
              <a:gd name="connsiteY188" fmla="*/ 1993869 h 2344739"/>
              <a:gd name="connsiteX189" fmla="*/ 3030291 w 12192001"/>
              <a:gd name="connsiteY189" fmla="*/ 1996512 h 2344739"/>
              <a:gd name="connsiteX190" fmla="*/ 2781569 w 12192001"/>
              <a:gd name="connsiteY190" fmla="*/ 2018333 h 2344739"/>
              <a:gd name="connsiteX191" fmla="*/ 2646527 w 12192001"/>
              <a:gd name="connsiteY191" fmla="*/ 2028869 h 2344739"/>
              <a:gd name="connsiteX192" fmla="*/ 2568028 w 12192001"/>
              <a:gd name="connsiteY192" fmla="*/ 2002628 h 2344739"/>
              <a:gd name="connsiteX193" fmla="*/ 2443255 w 12192001"/>
              <a:gd name="connsiteY193" fmla="*/ 2016529 h 2344739"/>
              <a:gd name="connsiteX194" fmla="*/ 2315112 w 12192001"/>
              <a:gd name="connsiteY194" fmla="*/ 2024996 h 2344739"/>
              <a:gd name="connsiteX195" fmla="*/ 2208578 w 12192001"/>
              <a:gd name="connsiteY195" fmla="*/ 2019763 h 2344739"/>
              <a:gd name="connsiteX196" fmla="*/ 2094665 w 12192001"/>
              <a:gd name="connsiteY196" fmla="*/ 2003052 h 2344739"/>
              <a:gd name="connsiteX197" fmla="*/ 1997356 w 12192001"/>
              <a:gd name="connsiteY197" fmla="*/ 1995032 h 2344739"/>
              <a:gd name="connsiteX198" fmla="*/ 1928172 w 12192001"/>
              <a:gd name="connsiteY198" fmla="*/ 2016977 h 2344739"/>
              <a:gd name="connsiteX199" fmla="*/ 1921650 w 12192001"/>
              <a:gd name="connsiteY199" fmla="*/ 2012146 h 2344739"/>
              <a:gd name="connsiteX200" fmla="*/ 1873080 w 12192001"/>
              <a:gd name="connsiteY200" fmla="*/ 2013741 h 2344739"/>
              <a:gd name="connsiteX201" fmla="*/ 1786655 w 12192001"/>
              <a:gd name="connsiteY201" fmla="*/ 2041363 h 2344739"/>
              <a:gd name="connsiteX202" fmla="*/ 1738204 w 12192001"/>
              <a:gd name="connsiteY202" fmla="*/ 2036312 h 2344739"/>
              <a:gd name="connsiteX203" fmla="*/ 1675071 w 12192001"/>
              <a:gd name="connsiteY203" fmla="*/ 2019963 h 2344739"/>
              <a:gd name="connsiteX204" fmla="*/ 1608669 w 12192001"/>
              <a:gd name="connsiteY204" fmla="*/ 2013066 h 2344739"/>
              <a:gd name="connsiteX205" fmla="*/ 1496110 w 12192001"/>
              <a:gd name="connsiteY205" fmla="*/ 1987476 h 2344739"/>
              <a:gd name="connsiteX206" fmla="*/ 1149979 w 12192001"/>
              <a:gd name="connsiteY206" fmla="*/ 1938041 h 2344739"/>
              <a:gd name="connsiteX207" fmla="*/ 858269 w 12192001"/>
              <a:gd name="connsiteY207" fmla="*/ 1928608 h 2344739"/>
              <a:gd name="connsiteX208" fmla="*/ 837540 w 12192001"/>
              <a:gd name="connsiteY208" fmla="*/ 1929821 h 2344739"/>
              <a:gd name="connsiteX209" fmla="*/ 816809 w 12192001"/>
              <a:gd name="connsiteY209" fmla="*/ 1927857 h 2344739"/>
              <a:gd name="connsiteX210" fmla="*/ 811506 w 12192001"/>
              <a:gd name="connsiteY210" fmla="*/ 1930751 h 2344739"/>
              <a:gd name="connsiteX211" fmla="*/ 767901 w 12192001"/>
              <a:gd name="connsiteY211" fmla="*/ 1932653 h 2344739"/>
              <a:gd name="connsiteX212" fmla="*/ 720047 w 12192001"/>
              <a:gd name="connsiteY212" fmla="*/ 1929661 h 2344739"/>
              <a:gd name="connsiteX213" fmla="*/ 719742 w 12192001"/>
              <a:gd name="connsiteY213" fmla="*/ 1928399 h 2344739"/>
              <a:gd name="connsiteX214" fmla="*/ 708875 w 12192001"/>
              <a:gd name="connsiteY214" fmla="*/ 1922722 h 2344739"/>
              <a:gd name="connsiteX215" fmla="*/ 596792 w 12192001"/>
              <a:gd name="connsiteY215" fmla="*/ 1879864 h 2344739"/>
              <a:gd name="connsiteX216" fmla="*/ 578535 w 12192001"/>
              <a:gd name="connsiteY216" fmla="*/ 1877212 h 2344739"/>
              <a:gd name="connsiteX217" fmla="*/ 571717 w 12192001"/>
              <a:gd name="connsiteY217" fmla="*/ 1877401 h 2344739"/>
              <a:gd name="connsiteX218" fmla="*/ 445099 w 12192001"/>
              <a:gd name="connsiteY218" fmla="*/ 1839371 h 2344739"/>
              <a:gd name="connsiteX219" fmla="*/ 404015 w 12192001"/>
              <a:gd name="connsiteY219" fmla="*/ 1833548 h 2344739"/>
              <a:gd name="connsiteX220" fmla="*/ 292435 w 12192001"/>
              <a:gd name="connsiteY220" fmla="*/ 1812852 h 2344739"/>
              <a:gd name="connsiteX221" fmla="*/ 118381 w 12192001"/>
              <a:gd name="connsiteY221" fmla="*/ 1761047 h 2344739"/>
              <a:gd name="connsiteX222" fmla="*/ 15526 w 12192001"/>
              <a:gd name="connsiteY222" fmla="*/ 1758191 h 2344739"/>
              <a:gd name="connsiteX223" fmla="*/ 2 w 12192001"/>
              <a:gd name="connsiteY223" fmla="*/ 1752722 h 2344739"/>
              <a:gd name="connsiteX224" fmla="*/ 1 w 12192001"/>
              <a:gd name="connsiteY224" fmla="*/ 762497 h 2344739"/>
              <a:gd name="connsiteX225" fmla="*/ 0 w 12192001"/>
              <a:gd name="connsiteY225" fmla="*/ 762497 h 2344739"/>
              <a:gd name="connsiteX226" fmla="*/ 0 w 12192001"/>
              <a:gd name="connsiteY226" fmla="*/ 222213 h 2344739"/>
              <a:gd name="connsiteX227" fmla="*/ 0 w 12192001"/>
              <a:gd name="connsiteY227"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12228 w 12192001"/>
              <a:gd name="connsiteY22" fmla="*/ 797659 h 2344739"/>
              <a:gd name="connsiteX23" fmla="*/ 11748619 w 12192001"/>
              <a:gd name="connsiteY23" fmla="*/ 872002 h 2344739"/>
              <a:gd name="connsiteX24" fmla="*/ 11589545 w 12192001"/>
              <a:gd name="connsiteY24" fmla="*/ 963777 h 2344739"/>
              <a:gd name="connsiteX25" fmla="*/ 11505669 w 12192001"/>
              <a:gd name="connsiteY25" fmla="*/ 1033623 h 2344739"/>
              <a:gd name="connsiteX26" fmla="*/ 11279184 w 12192001"/>
              <a:gd name="connsiteY26" fmla="*/ 1223571 h 2344739"/>
              <a:gd name="connsiteX27" fmla="*/ 11227161 w 12192001"/>
              <a:gd name="connsiteY27" fmla="*/ 1276236 h 2344739"/>
              <a:gd name="connsiteX28" fmla="*/ 11216939 w 12192001"/>
              <a:gd name="connsiteY28" fmla="*/ 1275961 h 2344739"/>
              <a:gd name="connsiteX29" fmla="*/ 11216036 w 12192001"/>
              <a:gd name="connsiteY29" fmla="*/ 1275018 h 2344739"/>
              <a:gd name="connsiteX30" fmla="*/ 11187737 w 12192001"/>
              <a:gd name="connsiteY30" fmla="*/ 1292383 h 2344739"/>
              <a:gd name="connsiteX31" fmla="*/ 11183353 w 12192001"/>
              <a:gd name="connsiteY31" fmla="*/ 1292525 h 2344739"/>
              <a:gd name="connsiteX32" fmla="*/ 11165706 w 12192001"/>
              <a:gd name="connsiteY32" fmla="*/ 1306612 h 2344739"/>
              <a:gd name="connsiteX33" fmla="*/ 11156163 w 12192001"/>
              <a:gd name="connsiteY33" fmla="*/ 1312414 h 2344739"/>
              <a:gd name="connsiteX34" fmla="*/ 11154348 w 12192001"/>
              <a:gd name="connsiteY34" fmla="*/ 1317097 h 2344739"/>
              <a:gd name="connsiteX35" fmla="*/ 11139813 w 12192001"/>
              <a:gd name="connsiteY35" fmla="*/ 1324115 h 2344739"/>
              <a:gd name="connsiteX36" fmla="*/ 11137813 w 12192001"/>
              <a:gd name="connsiteY36" fmla="*/ 1323772 h 2344739"/>
              <a:gd name="connsiteX37" fmla="*/ 11127060 w 12192001"/>
              <a:gd name="connsiteY37" fmla="*/ 1333832 h 2344739"/>
              <a:gd name="connsiteX38" fmla="*/ 11119543 w 12192001"/>
              <a:gd name="connsiteY38" fmla="*/ 1347424 h 2344739"/>
              <a:gd name="connsiteX39" fmla="*/ 10893535 w 12192001"/>
              <a:gd name="connsiteY39" fmla="*/ 1473399 h 2344739"/>
              <a:gd name="connsiteX40" fmla="*/ 10772152 w 12192001"/>
              <a:gd name="connsiteY40" fmla="*/ 1523191 h 2344739"/>
              <a:gd name="connsiteX41" fmla="*/ 10626520 w 12192001"/>
              <a:gd name="connsiteY41" fmla="*/ 1559229 h 2344739"/>
              <a:gd name="connsiteX42" fmla="*/ 10580747 w 12192001"/>
              <a:gd name="connsiteY42" fmla="*/ 1568689 h 2344739"/>
              <a:gd name="connsiteX43" fmla="*/ 10546642 w 12192001"/>
              <a:gd name="connsiteY43" fmla="*/ 1598423 h 2344739"/>
              <a:gd name="connsiteX44" fmla="*/ 10528495 w 12192001"/>
              <a:gd name="connsiteY44" fmla="*/ 1596907 h 2344739"/>
              <a:gd name="connsiteX45" fmla="*/ 10525298 w 12192001"/>
              <a:gd name="connsiteY45" fmla="*/ 1596411 h 2344739"/>
              <a:gd name="connsiteX46" fmla="*/ 10513981 w 12192001"/>
              <a:gd name="connsiteY46" fmla="*/ 1599537 h 2344739"/>
              <a:gd name="connsiteX47" fmla="*/ 10490587 w 12192001"/>
              <a:gd name="connsiteY47" fmla="*/ 1594156 h 2344739"/>
              <a:gd name="connsiteX48" fmla="*/ 10470270 w 12192001"/>
              <a:gd name="connsiteY48" fmla="*/ 1601693 h 2344739"/>
              <a:gd name="connsiteX49" fmla="*/ 10375894 w 12192001"/>
              <a:gd name="connsiteY49" fmla="*/ 1644598 h 2344739"/>
              <a:gd name="connsiteX50" fmla="*/ 10318190 w 12192001"/>
              <a:gd name="connsiteY50" fmla="*/ 1666221 h 2344739"/>
              <a:gd name="connsiteX51" fmla="*/ 10294319 w 12192001"/>
              <a:gd name="connsiteY51" fmla="*/ 1668079 h 2344739"/>
              <a:gd name="connsiteX52" fmla="*/ 10262295 w 12192001"/>
              <a:gd name="connsiteY52" fmla="*/ 1674948 h 2344739"/>
              <a:gd name="connsiteX53" fmla="*/ 10204270 w 12192001"/>
              <a:gd name="connsiteY53" fmla="*/ 1682149 h 2344739"/>
              <a:gd name="connsiteX54" fmla="*/ 10176611 w 12192001"/>
              <a:gd name="connsiteY54" fmla="*/ 1692943 h 2344739"/>
              <a:gd name="connsiteX55" fmla="*/ 10163922 w 12192001"/>
              <a:gd name="connsiteY55" fmla="*/ 1693739 h 2344739"/>
              <a:gd name="connsiteX56" fmla="*/ 10155160 w 12192001"/>
              <a:gd name="connsiteY56" fmla="*/ 1707487 h 2344739"/>
              <a:gd name="connsiteX57" fmla="*/ 10117119 w 12192001"/>
              <a:gd name="connsiteY57" fmla="*/ 1731142 h 2344739"/>
              <a:gd name="connsiteX58" fmla="*/ 10100445 w 12192001"/>
              <a:gd name="connsiteY58" fmla="*/ 1742432 h 2344739"/>
              <a:gd name="connsiteX59" fmla="*/ 10082169 w 12192001"/>
              <a:gd name="connsiteY59" fmla="*/ 1743296 h 2344739"/>
              <a:gd name="connsiteX60" fmla="*/ 10039240 w 12192001"/>
              <a:gd name="connsiteY60" fmla="*/ 1741632 h 2344739"/>
              <a:gd name="connsiteX61" fmla="*/ 9960019 w 12192001"/>
              <a:gd name="connsiteY61" fmla="*/ 1757147 h 2344739"/>
              <a:gd name="connsiteX62" fmla="*/ 9847792 w 12192001"/>
              <a:gd name="connsiteY62" fmla="*/ 1763915 h 2344739"/>
              <a:gd name="connsiteX63" fmla="*/ 9728309 w 12192001"/>
              <a:gd name="connsiteY63" fmla="*/ 1784122 h 2344739"/>
              <a:gd name="connsiteX64" fmla="*/ 9584507 w 12192001"/>
              <a:gd name="connsiteY64" fmla="*/ 1795542 h 2344739"/>
              <a:gd name="connsiteX65" fmla="*/ 9343052 w 12192001"/>
              <a:gd name="connsiteY65" fmla="*/ 1841244 h 2344739"/>
              <a:gd name="connsiteX66" fmla="*/ 9231370 w 12192001"/>
              <a:gd name="connsiteY66" fmla="*/ 1893149 h 2344739"/>
              <a:gd name="connsiteX67" fmla="*/ 9194810 w 12192001"/>
              <a:gd name="connsiteY67" fmla="*/ 1903228 h 2344739"/>
              <a:gd name="connsiteX68" fmla="*/ 9189246 w 12192001"/>
              <a:gd name="connsiteY68" fmla="*/ 1912467 h 2344739"/>
              <a:gd name="connsiteX69" fmla="*/ 9113812 w 12192001"/>
              <a:gd name="connsiteY69" fmla="*/ 1919069 h 2344739"/>
              <a:gd name="connsiteX70" fmla="*/ 9053453 w 12192001"/>
              <a:gd name="connsiteY70" fmla="*/ 1910755 h 2344739"/>
              <a:gd name="connsiteX71" fmla="*/ 9005486 w 12192001"/>
              <a:gd name="connsiteY71" fmla="*/ 1914040 h 2344739"/>
              <a:gd name="connsiteX72" fmla="*/ 9005201 w 12192001"/>
              <a:gd name="connsiteY72" fmla="*/ 1913800 h 2344739"/>
              <a:gd name="connsiteX73" fmla="*/ 8996232 w 12192001"/>
              <a:gd name="connsiteY73" fmla="*/ 1915011 h 2344739"/>
              <a:gd name="connsiteX74" fmla="*/ 8990394 w 12192001"/>
              <a:gd name="connsiteY74" fmla="*/ 1917072 h 2344739"/>
              <a:gd name="connsiteX75" fmla="*/ 8974337 w 12192001"/>
              <a:gd name="connsiteY75" fmla="*/ 1920298 h 2344739"/>
              <a:gd name="connsiteX76" fmla="*/ 8968011 w 12192001"/>
              <a:gd name="connsiteY76" fmla="*/ 1919598 h 2344739"/>
              <a:gd name="connsiteX77" fmla="*/ 8963048 w 12192001"/>
              <a:gd name="connsiteY77" fmla="*/ 1917373 h 2344739"/>
              <a:gd name="connsiteX78" fmla="*/ 8928988 w 12192001"/>
              <a:gd name="connsiteY78" fmla="*/ 1914185 h 2344739"/>
              <a:gd name="connsiteX79" fmla="*/ 8752444 w 12192001"/>
              <a:gd name="connsiteY79" fmla="*/ 1933417 h 2344739"/>
              <a:gd name="connsiteX80" fmla="*/ 8707847 w 12192001"/>
              <a:gd name="connsiteY80" fmla="*/ 1935518 h 2344739"/>
              <a:gd name="connsiteX81" fmla="*/ 8596071 w 12192001"/>
              <a:gd name="connsiteY81" fmla="*/ 1944090 h 2344739"/>
              <a:gd name="connsiteX82" fmla="*/ 8525230 w 12192001"/>
              <a:gd name="connsiteY82" fmla="*/ 1929248 h 2344739"/>
              <a:gd name="connsiteX83" fmla="*/ 8510983 w 12192001"/>
              <a:gd name="connsiteY83" fmla="*/ 1935163 h 2344739"/>
              <a:gd name="connsiteX84" fmla="*/ 8506167 w 12192001"/>
              <a:gd name="connsiteY84" fmla="*/ 1938164 h 2344739"/>
              <a:gd name="connsiteX85" fmla="*/ 8497968 w 12192001"/>
              <a:gd name="connsiteY85" fmla="*/ 1940902 h 2344739"/>
              <a:gd name="connsiteX86" fmla="*/ 8497594 w 12192001"/>
              <a:gd name="connsiteY86" fmla="*/ 1940723 h 2344739"/>
              <a:gd name="connsiteX87" fmla="*/ 8490249 w 12192001"/>
              <a:gd name="connsiteY87" fmla="*/ 1943773 h 2344739"/>
              <a:gd name="connsiteX88" fmla="*/ 8367182 w 12192001"/>
              <a:gd name="connsiteY88" fmla="*/ 1957815 h 2344739"/>
              <a:gd name="connsiteX89" fmla="*/ 8353799 w 12192001"/>
              <a:gd name="connsiteY89" fmla="*/ 1958009 h 2344739"/>
              <a:gd name="connsiteX90" fmla="*/ 8352373 w 12192001"/>
              <a:gd name="connsiteY90" fmla="*/ 1957169 h 2344739"/>
              <a:gd name="connsiteX91" fmla="*/ 8320104 w 12192001"/>
              <a:gd name="connsiteY91" fmla="*/ 1974587 h 2344739"/>
              <a:gd name="connsiteX92" fmla="*/ 8314433 w 12192001"/>
              <a:gd name="connsiteY92" fmla="*/ 1974913 h 2344739"/>
              <a:gd name="connsiteX93" fmla="*/ 8295174 w 12192001"/>
              <a:gd name="connsiteY93" fmla="*/ 1988808 h 2344739"/>
              <a:gd name="connsiteX94" fmla="*/ 8284276 w 12192001"/>
              <a:gd name="connsiteY94" fmla="*/ 1994631 h 2344739"/>
              <a:gd name="connsiteX95" fmla="*/ 8283150 w 12192001"/>
              <a:gd name="connsiteY95" fmla="*/ 1999074 h 2344739"/>
              <a:gd name="connsiteX96" fmla="*/ 8266076 w 12192001"/>
              <a:gd name="connsiteY96" fmla="*/ 2006249 h 2344739"/>
              <a:gd name="connsiteX97" fmla="*/ 8263377 w 12192001"/>
              <a:gd name="connsiteY97" fmla="*/ 2006019 h 2344739"/>
              <a:gd name="connsiteX98" fmla="*/ 8252033 w 12192001"/>
              <a:gd name="connsiteY98" fmla="*/ 2015862 h 2344739"/>
              <a:gd name="connsiteX99" fmla="*/ 8245834 w 12192001"/>
              <a:gd name="connsiteY99" fmla="*/ 2028854 h 2344739"/>
              <a:gd name="connsiteX100" fmla="*/ 8090272 w 12192001"/>
              <a:gd name="connsiteY100" fmla="*/ 2075015 h 2344739"/>
              <a:gd name="connsiteX101" fmla="*/ 7905407 w 12192001"/>
              <a:gd name="connsiteY101" fmla="*/ 2116988 h 2344739"/>
              <a:gd name="connsiteX102" fmla="*/ 7718745 w 12192001"/>
              <a:gd name="connsiteY102" fmla="*/ 2142703 h 2344739"/>
              <a:gd name="connsiteX103" fmla="*/ 7614347 w 12192001"/>
              <a:gd name="connsiteY103" fmla="*/ 2139232 h 2344739"/>
              <a:gd name="connsiteX104" fmla="*/ 7527543 w 12192001"/>
              <a:gd name="connsiteY104" fmla="*/ 2145060 h 2344739"/>
              <a:gd name="connsiteX105" fmla="*/ 7519571 w 12192001"/>
              <a:gd name="connsiteY105" fmla="*/ 2147613 h 2344739"/>
              <a:gd name="connsiteX106" fmla="*/ 7507411 w 12192001"/>
              <a:gd name="connsiteY106" fmla="*/ 2148948 h 2344739"/>
              <a:gd name="connsiteX107" fmla="*/ 7507040 w 12192001"/>
              <a:gd name="connsiteY107" fmla="*/ 2148621 h 2344739"/>
              <a:gd name="connsiteX108" fmla="*/ 7495795 w 12192001"/>
              <a:gd name="connsiteY108" fmla="*/ 2150573 h 2344739"/>
              <a:gd name="connsiteX109" fmla="*/ 7405391 w 12192001"/>
              <a:gd name="connsiteY109" fmla="*/ 2142468 h 2344739"/>
              <a:gd name="connsiteX110" fmla="*/ 7218559 w 12192001"/>
              <a:gd name="connsiteY110" fmla="*/ 2156680 h 2344739"/>
              <a:gd name="connsiteX111" fmla="*/ 7201101 w 12192001"/>
              <a:gd name="connsiteY111" fmla="*/ 2161230 h 2344739"/>
              <a:gd name="connsiteX112" fmla="*/ 7197004 w 12192001"/>
              <a:gd name="connsiteY112" fmla="*/ 2166588 h 2344739"/>
              <a:gd name="connsiteX113" fmla="*/ 7170808 w 12192001"/>
              <a:gd name="connsiteY113" fmla="*/ 2171236 h 2344739"/>
              <a:gd name="connsiteX114" fmla="*/ 7096988 w 12192001"/>
              <a:gd name="connsiteY114" fmla="*/ 2183464 h 2344739"/>
              <a:gd name="connsiteX115" fmla="*/ 7018496 w 12192001"/>
              <a:gd name="connsiteY115" fmla="*/ 2183090 h 2344739"/>
              <a:gd name="connsiteX116" fmla="*/ 6904146 w 12192001"/>
              <a:gd name="connsiteY116" fmla="*/ 2212596 h 2344739"/>
              <a:gd name="connsiteX117" fmla="*/ 6708222 w 12192001"/>
              <a:gd name="connsiteY117" fmla="*/ 2240551 h 2344739"/>
              <a:gd name="connsiteX118" fmla="*/ 6549454 w 12192001"/>
              <a:gd name="connsiteY118" fmla="*/ 2269327 h 2344739"/>
              <a:gd name="connsiteX119" fmla="*/ 6317560 w 12192001"/>
              <a:gd name="connsiteY119" fmla="*/ 2316127 h 2344739"/>
              <a:gd name="connsiteX120" fmla="*/ 6168674 w 12192001"/>
              <a:gd name="connsiteY120" fmla="*/ 2318214 h 2344739"/>
              <a:gd name="connsiteX121" fmla="*/ 6073848 w 12192001"/>
              <a:gd name="connsiteY121" fmla="*/ 2338676 h 2344739"/>
              <a:gd name="connsiteX122" fmla="*/ 6068529 w 12192001"/>
              <a:gd name="connsiteY122" fmla="*/ 2337139 h 2344739"/>
              <a:gd name="connsiteX123" fmla="*/ 6048638 w 12192001"/>
              <a:gd name="connsiteY123" fmla="*/ 2337822 h 2344739"/>
              <a:gd name="connsiteX124" fmla="*/ 6041285 w 12192001"/>
              <a:gd name="connsiteY124" fmla="*/ 2329473 h 2344739"/>
              <a:gd name="connsiteX125" fmla="*/ 6010090 w 12192001"/>
              <a:gd name="connsiteY125" fmla="*/ 2324380 h 2344739"/>
              <a:gd name="connsiteX126" fmla="*/ 5957375 w 12192001"/>
              <a:gd name="connsiteY126" fmla="*/ 2328024 h 2344739"/>
              <a:gd name="connsiteX127" fmla="*/ 5758919 w 12192001"/>
              <a:gd name="connsiteY127" fmla="*/ 2343716 h 2344739"/>
              <a:gd name="connsiteX128" fmla="*/ 5626960 w 12192001"/>
              <a:gd name="connsiteY128" fmla="*/ 2344739 h 2344739"/>
              <a:gd name="connsiteX129" fmla="*/ 5470906 w 12192001"/>
              <a:gd name="connsiteY129" fmla="*/ 2330719 h 2344739"/>
              <a:gd name="connsiteX130" fmla="*/ 5432761 w 12192001"/>
              <a:gd name="connsiteY130" fmla="*/ 2319466 h 2344739"/>
              <a:gd name="connsiteX131" fmla="*/ 5381669 w 12192001"/>
              <a:gd name="connsiteY131" fmla="*/ 2301764 h 2344739"/>
              <a:gd name="connsiteX132" fmla="*/ 5261764 w 12192001"/>
              <a:gd name="connsiteY132" fmla="*/ 2281347 h 2344739"/>
              <a:gd name="connsiteX133" fmla="*/ 5222961 w 12192001"/>
              <a:gd name="connsiteY133" fmla="*/ 2270223 h 2344739"/>
              <a:gd name="connsiteX134" fmla="*/ 5174660 w 12192001"/>
              <a:gd name="connsiteY134" fmla="*/ 2267233 h 2344739"/>
              <a:gd name="connsiteX135" fmla="*/ 5156554 w 12192001"/>
              <a:gd name="connsiteY135" fmla="*/ 2260010 h 2344739"/>
              <a:gd name="connsiteX136" fmla="*/ 5142599 w 12192001"/>
              <a:gd name="connsiteY136" fmla="*/ 2256610 h 2344739"/>
              <a:gd name="connsiteX137" fmla="*/ 5139596 w 12192001"/>
              <a:gd name="connsiteY137" fmla="*/ 2254509 h 2344739"/>
              <a:gd name="connsiteX138" fmla="*/ 5121659 w 12192001"/>
              <a:gd name="connsiteY138" fmla="*/ 2243656 h 2344739"/>
              <a:gd name="connsiteX139" fmla="*/ 5065790 w 12192001"/>
              <a:gd name="connsiteY139" fmla="*/ 2250227 h 2344739"/>
              <a:gd name="connsiteX140" fmla="*/ 5011514 w 12192001"/>
              <a:gd name="connsiteY140" fmla="*/ 2233846 h 2344739"/>
              <a:gd name="connsiteX141" fmla="*/ 4840441 w 12192001"/>
              <a:gd name="connsiteY141" fmla="*/ 2209829 h 2344739"/>
              <a:gd name="connsiteX142" fmla="*/ 4762447 w 12192001"/>
              <a:gd name="connsiteY142" fmla="*/ 2182061 h 2344739"/>
              <a:gd name="connsiteX143" fmla="*/ 4723186 w 12192001"/>
              <a:gd name="connsiteY143" fmla="*/ 2173047 h 2344739"/>
              <a:gd name="connsiteX144" fmla="*/ 4721176 w 12192001"/>
              <a:gd name="connsiteY144" fmla="*/ 2172298 h 2344739"/>
              <a:gd name="connsiteX145" fmla="*/ 4722111 w 12192001"/>
              <a:gd name="connsiteY145" fmla="*/ 2172087 h 2344739"/>
              <a:gd name="connsiteX146" fmla="*/ 4717202 w 12192001"/>
              <a:gd name="connsiteY146" fmla="*/ 2170817 h 2344739"/>
              <a:gd name="connsiteX147" fmla="*/ 4721176 w 12192001"/>
              <a:gd name="connsiteY147" fmla="*/ 2172298 h 2344739"/>
              <a:gd name="connsiteX148" fmla="*/ 4715526 w 12192001"/>
              <a:gd name="connsiteY148" fmla="*/ 2173573 h 2344739"/>
              <a:gd name="connsiteX149" fmla="*/ 4515814 w 12192001"/>
              <a:gd name="connsiteY149" fmla="*/ 2163671 h 2344739"/>
              <a:gd name="connsiteX150" fmla="*/ 4428543 w 12192001"/>
              <a:gd name="connsiteY150" fmla="*/ 2153020 h 2344739"/>
              <a:gd name="connsiteX151" fmla="*/ 4362875 w 12192001"/>
              <a:gd name="connsiteY151" fmla="*/ 2151674 h 2344739"/>
              <a:gd name="connsiteX152" fmla="*/ 4316966 w 12192001"/>
              <a:gd name="connsiteY152" fmla="*/ 2158289 h 2344739"/>
              <a:gd name="connsiteX153" fmla="*/ 4315110 w 12192001"/>
              <a:gd name="connsiteY153" fmla="*/ 2156948 h 2344739"/>
              <a:gd name="connsiteX154" fmla="*/ 4295144 w 12192001"/>
              <a:gd name="connsiteY154" fmla="*/ 2155069 h 2344739"/>
              <a:gd name="connsiteX155" fmla="*/ 4290064 w 12192001"/>
              <a:gd name="connsiteY155" fmla="*/ 2157986 h 2344739"/>
              <a:gd name="connsiteX156" fmla="*/ 4276142 w 12192001"/>
              <a:gd name="connsiteY156" fmla="*/ 2157740 h 2344739"/>
              <a:gd name="connsiteX157" fmla="*/ 4248117 w 12192001"/>
              <a:gd name="connsiteY157" fmla="*/ 2160064 h 2344739"/>
              <a:gd name="connsiteX158" fmla="*/ 4202051 w 12192001"/>
              <a:gd name="connsiteY158" fmla="*/ 2157269 h 2344739"/>
              <a:gd name="connsiteX159" fmla="*/ 4201745 w 12192001"/>
              <a:gd name="connsiteY159" fmla="*/ 2156010 h 2344739"/>
              <a:gd name="connsiteX160" fmla="*/ 4191248 w 12192001"/>
              <a:gd name="connsiteY160" fmla="*/ 2150376 h 2344739"/>
              <a:gd name="connsiteX161" fmla="*/ 4142745 w 12192001"/>
              <a:gd name="connsiteY161" fmla="*/ 2134511 h 2344739"/>
              <a:gd name="connsiteX162" fmla="*/ 4083097 w 12192001"/>
              <a:gd name="connsiteY162" fmla="*/ 2107978 h 2344739"/>
              <a:gd name="connsiteX163" fmla="*/ 4074546 w 12192001"/>
              <a:gd name="connsiteY163" fmla="*/ 2107143 h 2344739"/>
              <a:gd name="connsiteX164" fmla="*/ 4074427 w 12192001"/>
              <a:gd name="connsiteY164" fmla="*/ 2106844 h 2344739"/>
              <a:gd name="connsiteX165" fmla="*/ 4065510 w 12192001"/>
              <a:gd name="connsiteY165" fmla="*/ 2105400 h 2344739"/>
              <a:gd name="connsiteX166" fmla="*/ 4058954 w 12192001"/>
              <a:gd name="connsiteY166" fmla="*/ 2105618 h 2344739"/>
              <a:gd name="connsiteX167" fmla="*/ 4042364 w 12192001"/>
              <a:gd name="connsiteY167" fmla="*/ 2103997 h 2344739"/>
              <a:gd name="connsiteX168" fmla="*/ 4036997 w 12192001"/>
              <a:gd name="connsiteY168" fmla="*/ 2101563 h 2344739"/>
              <a:gd name="connsiteX169" fmla="*/ 4035363 w 12192001"/>
              <a:gd name="connsiteY169" fmla="*/ 2097896 h 2344739"/>
              <a:gd name="connsiteX170" fmla="*/ 4033778 w 12192001"/>
              <a:gd name="connsiteY170" fmla="*/ 2098131 h 2344739"/>
              <a:gd name="connsiteX171" fmla="*/ 4004538 w 12192001"/>
              <a:gd name="connsiteY171" fmla="*/ 2085563 h 2344739"/>
              <a:gd name="connsiteX172" fmla="*/ 3936846 w 12192001"/>
              <a:gd name="connsiteY172" fmla="*/ 2068106 h 2344739"/>
              <a:gd name="connsiteX173" fmla="*/ 3897275 w 12192001"/>
              <a:gd name="connsiteY173" fmla="*/ 2062451 h 2344739"/>
              <a:gd name="connsiteX174" fmla="*/ 3789760 w 12192001"/>
              <a:gd name="connsiteY174" fmla="*/ 2042213 h 2344739"/>
              <a:gd name="connsiteX175" fmla="*/ 3682513 w 12192001"/>
              <a:gd name="connsiteY175" fmla="*/ 2018290 h 2344739"/>
              <a:gd name="connsiteX176" fmla="*/ 3610035 w 12192001"/>
              <a:gd name="connsiteY176" fmla="*/ 1986019 h 2344739"/>
              <a:gd name="connsiteX177" fmla="*/ 3603855 w 12192001"/>
              <a:gd name="connsiteY177" fmla="*/ 1987381 h 2344739"/>
              <a:gd name="connsiteX178" fmla="*/ 3594736 w 12192001"/>
              <a:gd name="connsiteY178" fmla="*/ 1987545 h 2344739"/>
              <a:gd name="connsiteX179" fmla="*/ 3594501 w 12192001"/>
              <a:gd name="connsiteY179" fmla="*/ 1987276 h 2344739"/>
              <a:gd name="connsiteX180" fmla="*/ 3585978 w 12192001"/>
              <a:gd name="connsiteY180" fmla="*/ 1987966 h 2344739"/>
              <a:gd name="connsiteX181" fmla="*/ 3536135 w 12192001"/>
              <a:gd name="connsiteY181" fmla="*/ 1978267 h 2344739"/>
              <a:gd name="connsiteX182" fmla="*/ 3473223 w 12192001"/>
              <a:gd name="connsiteY182" fmla="*/ 1974606 h 2344739"/>
              <a:gd name="connsiteX183" fmla="*/ 3400728 w 12192001"/>
              <a:gd name="connsiteY183" fmla="*/ 1962558 h 2344739"/>
              <a:gd name="connsiteX184" fmla="*/ 3363888 w 12192001"/>
              <a:gd name="connsiteY184" fmla="*/ 1979510 h 2344739"/>
              <a:gd name="connsiteX185" fmla="*/ 3344026 w 12192001"/>
              <a:gd name="connsiteY185" fmla="*/ 1981192 h 2344739"/>
              <a:gd name="connsiteX186" fmla="*/ 3341698 w 12192001"/>
              <a:gd name="connsiteY186" fmla="*/ 1980217 h 2344739"/>
              <a:gd name="connsiteX187" fmla="*/ 3262356 w 12192001"/>
              <a:gd name="connsiteY187" fmla="*/ 1986094 h 2344739"/>
              <a:gd name="connsiteX188" fmla="*/ 3142556 w 12192001"/>
              <a:gd name="connsiteY188" fmla="*/ 1993869 h 2344739"/>
              <a:gd name="connsiteX189" fmla="*/ 3030291 w 12192001"/>
              <a:gd name="connsiteY189" fmla="*/ 1996512 h 2344739"/>
              <a:gd name="connsiteX190" fmla="*/ 2781569 w 12192001"/>
              <a:gd name="connsiteY190" fmla="*/ 2018333 h 2344739"/>
              <a:gd name="connsiteX191" fmla="*/ 2646527 w 12192001"/>
              <a:gd name="connsiteY191" fmla="*/ 2028869 h 2344739"/>
              <a:gd name="connsiteX192" fmla="*/ 2568028 w 12192001"/>
              <a:gd name="connsiteY192" fmla="*/ 2002628 h 2344739"/>
              <a:gd name="connsiteX193" fmla="*/ 2443255 w 12192001"/>
              <a:gd name="connsiteY193" fmla="*/ 2016529 h 2344739"/>
              <a:gd name="connsiteX194" fmla="*/ 2315112 w 12192001"/>
              <a:gd name="connsiteY194" fmla="*/ 2024996 h 2344739"/>
              <a:gd name="connsiteX195" fmla="*/ 2208578 w 12192001"/>
              <a:gd name="connsiteY195" fmla="*/ 2019763 h 2344739"/>
              <a:gd name="connsiteX196" fmla="*/ 2094665 w 12192001"/>
              <a:gd name="connsiteY196" fmla="*/ 2003052 h 2344739"/>
              <a:gd name="connsiteX197" fmla="*/ 1997356 w 12192001"/>
              <a:gd name="connsiteY197" fmla="*/ 1995032 h 2344739"/>
              <a:gd name="connsiteX198" fmla="*/ 1928172 w 12192001"/>
              <a:gd name="connsiteY198" fmla="*/ 2016977 h 2344739"/>
              <a:gd name="connsiteX199" fmla="*/ 1921650 w 12192001"/>
              <a:gd name="connsiteY199" fmla="*/ 2012146 h 2344739"/>
              <a:gd name="connsiteX200" fmla="*/ 1873080 w 12192001"/>
              <a:gd name="connsiteY200" fmla="*/ 2013741 h 2344739"/>
              <a:gd name="connsiteX201" fmla="*/ 1786655 w 12192001"/>
              <a:gd name="connsiteY201" fmla="*/ 2041363 h 2344739"/>
              <a:gd name="connsiteX202" fmla="*/ 1738204 w 12192001"/>
              <a:gd name="connsiteY202" fmla="*/ 2036312 h 2344739"/>
              <a:gd name="connsiteX203" fmla="*/ 1675071 w 12192001"/>
              <a:gd name="connsiteY203" fmla="*/ 2019963 h 2344739"/>
              <a:gd name="connsiteX204" fmla="*/ 1608669 w 12192001"/>
              <a:gd name="connsiteY204" fmla="*/ 2013066 h 2344739"/>
              <a:gd name="connsiteX205" fmla="*/ 1496110 w 12192001"/>
              <a:gd name="connsiteY205" fmla="*/ 1987476 h 2344739"/>
              <a:gd name="connsiteX206" fmla="*/ 1149979 w 12192001"/>
              <a:gd name="connsiteY206" fmla="*/ 1938041 h 2344739"/>
              <a:gd name="connsiteX207" fmla="*/ 858269 w 12192001"/>
              <a:gd name="connsiteY207" fmla="*/ 1928608 h 2344739"/>
              <a:gd name="connsiteX208" fmla="*/ 837540 w 12192001"/>
              <a:gd name="connsiteY208" fmla="*/ 1929821 h 2344739"/>
              <a:gd name="connsiteX209" fmla="*/ 816809 w 12192001"/>
              <a:gd name="connsiteY209" fmla="*/ 1927857 h 2344739"/>
              <a:gd name="connsiteX210" fmla="*/ 811506 w 12192001"/>
              <a:gd name="connsiteY210" fmla="*/ 1930751 h 2344739"/>
              <a:gd name="connsiteX211" fmla="*/ 720047 w 12192001"/>
              <a:gd name="connsiteY211" fmla="*/ 1929661 h 2344739"/>
              <a:gd name="connsiteX212" fmla="*/ 719742 w 12192001"/>
              <a:gd name="connsiteY212" fmla="*/ 1928399 h 2344739"/>
              <a:gd name="connsiteX213" fmla="*/ 708875 w 12192001"/>
              <a:gd name="connsiteY213" fmla="*/ 1922722 h 2344739"/>
              <a:gd name="connsiteX214" fmla="*/ 596792 w 12192001"/>
              <a:gd name="connsiteY214" fmla="*/ 1879864 h 2344739"/>
              <a:gd name="connsiteX215" fmla="*/ 578535 w 12192001"/>
              <a:gd name="connsiteY215" fmla="*/ 1877212 h 2344739"/>
              <a:gd name="connsiteX216" fmla="*/ 571717 w 12192001"/>
              <a:gd name="connsiteY216" fmla="*/ 1877401 h 2344739"/>
              <a:gd name="connsiteX217" fmla="*/ 445099 w 12192001"/>
              <a:gd name="connsiteY217" fmla="*/ 1839371 h 2344739"/>
              <a:gd name="connsiteX218" fmla="*/ 404015 w 12192001"/>
              <a:gd name="connsiteY218" fmla="*/ 1833548 h 2344739"/>
              <a:gd name="connsiteX219" fmla="*/ 292435 w 12192001"/>
              <a:gd name="connsiteY219" fmla="*/ 1812852 h 2344739"/>
              <a:gd name="connsiteX220" fmla="*/ 118381 w 12192001"/>
              <a:gd name="connsiteY220" fmla="*/ 1761047 h 2344739"/>
              <a:gd name="connsiteX221" fmla="*/ 15526 w 12192001"/>
              <a:gd name="connsiteY221" fmla="*/ 1758191 h 2344739"/>
              <a:gd name="connsiteX222" fmla="*/ 2 w 12192001"/>
              <a:gd name="connsiteY222" fmla="*/ 1752722 h 2344739"/>
              <a:gd name="connsiteX223" fmla="*/ 1 w 12192001"/>
              <a:gd name="connsiteY223" fmla="*/ 762497 h 2344739"/>
              <a:gd name="connsiteX224" fmla="*/ 0 w 12192001"/>
              <a:gd name="connsiteY224" fmla="*/ 762497 h 2344739"/>
              <a:gd name="connsiteX225" fmla="*/ 0 w 12192001"/>
              <a:gd name="connsiteY225" fmla="*/ 222213 h 2344739"/>
              <a:gd name="connsiteX226" fmla="*/ 0 w 12192001"/>
              <a:gd name="connsiteY226"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12228 w 12192001"/>
              <a:gd name="connsiteY22" fmla="*/ 797659 h 2344739"/>
              <a:gd name="connsiteX23" fmla="*/ 11748619 w 12192001"/>
              <a:gd name="connsiteY23" fmla="*/ 872002 h 2344739"/>
              <a:gd name="connsiteX24" fmla="*/ 11589545 w 12192001"/>
              <a:gd name="connsiteY24" fmla="*/ 963777 h 2344739"/>
              <a:gd name="connsiteX25" fmla="*/ 11505669 w 12192001"/>
              <a:gd name="connsiteY25" fmla="*/ 1033623 h 2344739"/>
              <a:gd name="connsiteX26" fmla="*/ 11279184 w 12192001"/>
              <a:gd name="connsiteY26" fmla="*/ 1223571 h 2344739"/>
              <a:gd name="connsiteX27" fmla="*/ 11227161 w 12192001"/>
              <a:gd name="connsiteY27" fmla="*/ 1276236 h 2344739"/>
              <a:gd name="connsiteX28" fmla="*/ 11216939 w 12192001"/>
              <a:gd name="connsiteY28" fmla="*/ 1275961 h 2344739"/>
              <a:gd name="connsiteX29" fmla="*/ 11216036 w 12192001"/>
              <a:gd name="connsiteY29" fmla="*/ 1275018 h 2344739"/>
              <a:gd name="connsiteX30" fmla="*/ 11187737 w 12192001"/>
              <a:gd name="connsiteY30" fmla="*/ 1292383 h 2344739"/>
              <a:gd name="connsiteX31" fmla="*/ 11183353 w 12192001"/>
              <a:gd name="connsiteY31" fmla="*/ 1292525 h 2344739"/>
              <a:gd name="connsiteX32" fmla="*/ 11165706 w 12192001"/>
              <a:gd name="connsiteY32" fmla="*/ 1306612 h 2344739"/>
              <a:gd name="connsiteX33" fmla="*/ 11156163 w 12192001"/>
              <a:gd name="connsiteY33" fmla="*/ 1312414 h 2344739"/>
              <a:gd name="connsiteX34" fmla="*/ 11154348 w 12192001"/>
              <a:gd name="connsiteY34" fmla="*/ 1317097 h 2344739"/>
              <a:gd name="connsiteX35" fmla="*/ 11139813 w 12192001"/>
              <a:gd name="connsiteY35" fmla="*/ 1324115 h 2344739"/>
              <a:gd name="connsiteX36" fmla="*/ 11137813 w 12192001"/>
              <a:gd name="connsiteY36" fmla="*/ 1323772 h 2344739"/>
              <a:gd name="connsiteX37" fmla="*/ 11127060 w 12192001"/>
              <a:gd name="connsiteY37" fmla="*/ 1333832 h 2344739"/>
              <a:gd name="connsiteX38" fmla="*/ 11119543 w 12192001"/>
              <a:gd name="connsiteY38" fmla="*/ 1347424 h 2344739"/>
              <a:gd name="connsiteX39" fmla="*/ 10893535 w 12192001"/>
              <a:gd name="connsiteY39" fmla="*/ 1473399 h 2344739"/>
              <a:gd name="connsiteX40" fmla="*/ 10772152 w 12192001"/>
              <a:gd name="connsiteY40" fmla="*/ 1523191 h 2344739"/>
              <a:gd name="connsiteX41" fmla="*/ 10626520 w 12192001"/>
              <a:gd name="connsiteY41" fmla="*/ 1559229 h 2344739"/>
              <a:gd name="connsiteX42" fmla="*/ 10580747 w 12192001"/>
              <a:gd name="connsiteY42" fmla="*/ 1568689 h 2344739"/>
              <a:gd name="connsiteX43" fmla="*/ 10546642 w 12192001"/>
              <a:gd name="connsiteY43" fmla="*/ 1598423 h 2344739"/>
              <a:gd name="connsiteX44" fmla="*/ 10528495 w 12192001"/>
              <a:gd name="connsiteY44" fmla="*/ 1596907 h 2344739"/>
              <a:gd name="connsiteX45" fmla="*/ 10525298 w 12192001"/>
              <a:gd name="connsiteY45" fmla="*/ 1596411 h 2344739"/>
              <a:gd name="connsiteX46" fmla="*/ 10513981 w 12192001"/>
              <a:gd name="connsiteY46" fmla="*/ 1599537 h 2344739"/>
              <a:gd name="connsiteX47" fmla="*/ 10490587 w 12192001"/>
              <a:gd name="connsiteY47" fmla="*/ 1594156 h 2344739"/>
              <a:gd name="connsiteX48" fmla="*/ 10470270 w 12192001"/>
              <a:gd name="connsiteY48" fmla="*/ 1601693 h 2344739"/>
              <a:gd name="connsiteX49" fmla="*/ 10375894 w 12192001"/>
              <a:gd name="connsiteY49" fmla="*/ 1644598 h 2344739"/>
              <a:gd name="connsiteX50" fmla="*/ 10318190 w 12192001"/>
              <a:gd name="connsiteY50" fmla="*/ 1666221 h 2344739"/>
              <a:gd name="connsiteX51" fmla="*/ 10294319 w 12192001"/>
              <a:gd name="connsiteY51" fmla="*/ 1668079 h 2344739"/>
              <a:gd name="connsiteX52" fmla="*/ 10262295 w 12192001"/>
              <a:gd name="connsiteY52" fmla="*/ 1674948 h 2344739"/>
              <a:gd name="connsiteX53" fmla="*/ 10204270 w 12192001"/>
              <a:gd name="connsiteY53" fmla="*/ 1682149 h 2344739"/>
              <a:gd name="connsiteX54" fmla="*/ 10176611 w 12192001"/>
              <a:gd name="connsiteY54" fmla="*/ 1692943 h 2344739"/>
              <a:gd name="connsiteX55" fmla="*/ 10163922 w 12192001"/>
              <a:gd name="connsiteY55" fmla="*/ 1693739 h 2344739"/>
              <a:gd name="connsiteX56" fmla="*/ 10155160 w 12192001"/>
              <a:gd name="connsiteY56" fmla="*/ 1707487 h 2344739"/>
              <a:gd name="connsiteX57" fmla="*/ 10117119 w 12192001"/>
              <a:gd name="connsiteY57" fmla="*/ 1731142 h 2344739"/>
              <a:gd name="connsiteX58" fmla="*/ 10100445 w 12192001"/>
              <a:gd name="connsiteY58" fmla="*/ 1742432 h 2344739"/>
              <a:gd name="connsiteX59" fmla="*/ 10082169 w 12192001"/>
              <a:gd name="connsiteY59" fmla="*/ 1743296 h 2344739"/>
              <a:gd name="connsiteX60" fmla="*/ 10039240 w 12192001"/>
              <a:gd name="connsiteY60" fmla="*/ 1741632 h 2344739"/>
              <a:gd name="connsiteX61" fmla="*/ 9960019 w 12192001"/>
              <a:gd name="connsiteY61" fmla="*/ 1757147 h 2344739"/>
              <a:gd name="connsiteX62" fmla="*/ 9847792 w 12192001"/>
              <a:gd name="connsiteY62" fmla="*/ 1763915 h 2344739"/>
              <a:gd name="connsiteX63" fmla="*/ 9728309 w 12192001"/>
              <a:gd name="connsiteY63" fmla="*/ 1784122 h 2344739"/>
              <a:gd name="connsiteX64" fmla="*/ 9584507 w 12192001"/>
              <a:gd name="connsiteY64" fmla="*/ 1795542 h 2344739"/>
              <a:gd name="connsiteX65" fmla="*/ 9343052 w 12192001"/>
              <a:gd name="connsiteY65" fmla="*/ 1841244 h 2344739"/>
              <a:gd name="connsiteX66" fmla="*/ 9231370 w 12192001"/>
              <a:gd name="connsiteY66" fmla="*/ 1893149 h 2344739"/>
              <a:gd name="connsiteX67" fmla="*/ 9194810 w 12192001"/>
              <a:gd name="connsiteY67" fmla="*/ 1903228 h 2344739"/>
              <a:gd name="connsiteX68" fmla="*/ 9189246 w 12192001"/>
              <a:gd name="connsiteY68" fmla="*/ 1912467 h 2344739"/>
              <a:gd name="connsiteX69" fmla="*/ 9113812 w 12192001"/>
              <a:gd name="connsiteY69" fmla="*/ 1919069 h 2344739"/>
              <a:gd name="connsiteX70" fmla="*/ 9053453 w 12192001"/>
              <a:gd name="connsiteY70" fmla="*/ 1910755 h 2344739"/>
              <a:gd name="connsiteX71" fmla="*/ 9005486 w 12192001"/>
              <a:gd name="connsiteY71" fmla="*/ 1914040 h 2344739"/>
              <a:gd name="connsiteX72" fmla="*/ 9005201 w 12192001"/>
              <a:gd name="connsiteY72" fmla="*/ 1913800 h 2344739"/>
              <a:gd name="connsiteX73" fmla="*/ 8996232 w 12192001"/>
              <a:gd name="connsiteY73" fmla="*/ 1915011 h 2344739"/>
              <a:gd name="connsiteX74" fmla="*/ 8990394 w 12192001"/>
              <a:gd name="connsiteY74" fmla="*/ 1917072 h 2344739"/>
              <a:gd name="connsiteX75" fmla="*/ 8974337 w 12192001"/>
              <a:gd name="connsiteY75" fmla="*/ 1920298 h 2344739"/>
              <a:gd name="connsiteX76" fmla="*/ 8968011 w 12192001"/>
              <a:gd name="connsiteY76" fmla="*/ 1919598 h 2344739"/>
              <a:gd name="connsiteX77" fmla="*/ 8963048 w 12192001"/>
              <a:gd name="connsiteY77" fmla="*/ 1917373 h 2344739"/>
              <a:gd name="connsiteX78" fmla="*/ 8928988 w 12192001"/>
              <a:gd name="connsiteY78" fmla="*/ 1914185 h 2344739"/>
              <a:gd name="connsiteX79" fmla="*/ 8752444 w 12192001"/>
              <a:gd name="connsiteY79" fmla="*/ 1933417 h 2344739"/>
              <a:gd name="connsiteX80" fmla="*/ 8707847 w 12192001"/>
              <a:gd name="connsiteY80" fmla="*/ 1935518 h 2344739"/>
              <a:gd name="connsiteX81" fmla="*/ 8596071 w 12192001"/>
              <a:gd name="connsiteY81" fmla="*/ 1944090 h 2344739"/>
              <a:gd name="connsiteX82" fmla="*/ 8525230 w 12192001"/>
              <a:gd name="connsiteY82" fmla="*/ 1929248 h 2344739"/>
              <a:gd name="connsiteX83" fmla="*/ 8510983 w 12192001"/>
              <a:gd name="connsiteY83" fmla="*/ 1935163 h 2344739"/>
              <a:gd name="connsiteX84" fmla="*/ 8506167 w 12192001"/>
              <a:gd name="connsiteY84" fmla="*/ 1938164 h 2344739"/>
              <a:gd name="connsiteX85" fmla="*/ 8497968 w 12192001"/>
              <a:gd name="connsiteY85" fmla="*/ 1940902 h 2344739"/>
              <a:gd name="connsiteX86" fmla="*/ 8497594 w 12192001"/>
              <a:gd name="connsiteY86" fmla="*/ 1940723 h 2344739"/>
              <a:gd name="connsiteX87" fmla="*/ 8490249 w 12192001"/>
              <a:gd name="connsiteY87" fmla="*/ 1943773 h 2344739"/>
              <a:gd name="connsiteX88" fmla="*/ 8367182 w 12192001"/>
              <a:gd name="connsiteY88" fmla="*/ 1957815 h 2344739"/>
              <a:gd name="connsiteX89" fmla="*/ 8353799 w 12192001"/>
              <a:gd name="connsiteY89" fmla="*/ 1958009 h 2344739"/>
              <a:gd name="connsiteX90" fmla="*/ 8352373 w 12192001"/>
              <a:gd name="connsiteY90" fmla="*/ 1957169 h 2344739"/>
              <a:gd name="connsiteX91" fmla="*/ 8320104 w 12192001"/>
              <a:gd name="connsiteY91" fmla="*/ 1974587 h 2344739"/>
              <a:gd name="connsiteX92" fmla="*/ 8314433 w 12192001"/>
              <a:gd name="connsiteY92" fmla="*/ 1974913 h 2344739"/>
              <a:gd name="connsiteX93" fmla="*/ 8295174 w 12192001"/>
              <a:gd name="connsiteY93" fmla="*/ 1988808 h 2344739"/>
              <a:gd name="connsiteX94" fmla="*/ 8284276 w 12192001"/>
              <a:gd name="connsiteY94" fmla="*/ 1994631 h 2344739"/>
              <a:gd name="connsiteX95" fmla="*/ 8283150 w 12192001"/>
              <a:gd name="connsiteY95" fmla="*/ 1999074 h 2344739"/>
              <a:gd name="connsiteX96" fmla="*/ 8266076 w 12192001"/>
              <a:gd name="connsiteY96" fmla="*/ 2006249 h 2344739"/>
              <a:gd name="connsiteX97" fmla="*/ 8263377 w 12192001"/>
              <a:gd name="connsiteY97" fmla="*/ 2006019 h 2344739"/>
              <a:gd name="connsiteX98" fmla="*/ 8252033 w 12192001"/>
              <a:gd name="connsiteY98" fmla="*/ 2015862 h 2344739"/>
              <a:gd name="connsiteX99" fmla="*/ 8245834 w 12192001"/>
              <a:gd name="connsiteY99" fmla="*/ 2028854 h 2344739"/>
              <a:gd name="connsiteX100" fmla="*/ 8090272 w 12192001"/>
              <a:gd name="connsiteY100" fmla="*/ 2075015 h 2344739"/>
              <a:gd name="connsiteX101" fmla="*/ 7905407 w 12192001"/>
              <a:gd name="connsiteY101" fmla="*/ 2116988 h 2344739"/>
              <a:gd name="connsiteX102" fmla="*/ 7718745 w 12192001"/>
              <a:gd name="connsiteY102" fmla="*/ 2142703 h 2344739"/>
              <a:gd name="connsiteX103" fmla="*/ 7614347 w 12192001"/>
              <a:gd name="connsiteY103" fmla="*/ 2139232 h 2344739"/>
              <a:gd name="connsiteX104" fmla="*/ 7527543 w 12192001"/>
              <a:gd name="connsiteY104" fmla="*/ 2145060 h 2344739"/>
              <a:gd name="connsiteX105" fmla="*/ 7519571 w 12192001"/>
              <a:gd name="connsiteY105" fmla="*/ 2147613 h 2344739"/>
              <a:gd name="connsiteX106" fmla="*/ 7507411 w 12192001"/>
              <a:gd name="connsiteY106" fmla="*/ 2148948 h 2344739"/>
              <a:gd name="connsiteX107" fmla="*/ 7507040 w 12192001"/>
              <a:gd name="connsiteY107" fmla="*/ 2148621 h 2344739"/>
              <a:gd name="connsiteX108" fmla="*/ 7495795 w 12192001"/>
              <a:gd name="connsiteY108" fmla="*/ 2150573 h 2344739"/>
              <a:gd name="connsiteX109" fmla="*/ 7405391 w 12192001"/>
              <a:gd name="connsiteY109" fmla="*/ 2142468 h 2344739"/>
              <a:gd name="connsiteX110" fmla="*/ 7218559 w 12192001"/>
              <a:gd name="connsiteY110" fmla="*/ 2156680 h 2344739"/>
              <a:gd name="connsiteX111" fmla="*/ 7201101 w 12192001"/>
              <a:gd name="connsiteY111" fmla="*/ 2161230 h 2344739"/>
              <a:gd name="connsiteX112" fmla="*/ 7197004 w 12192001"/>
              <a:gd name="connsiteY112" fmla="*/ 2166588 h 2344739"/>
              <a:gd name="connsiteX113" fmla="*/ 7170808 w 12192001"/>
              <a:gd name="connsiteY113" fmla="*/ 2171236 h 2344739"/>
              <a:gd name="connsiteX114" fmla="*/ 7096988 w 12192001"/>
              <a:gd name="connsiteY114" fmla="*/ 2183464 h 2344739"/>
              <a:gd name="connsiteX115" fmla="*/ 7018496 w 12192001"/>
              <a:gd name="connsiteY115" fmla="*/ 2183090 h 2344739"/>
              <a:gd name="connsiteX116" fmla="*/ 6904146 w 12192001"/>
              <a:gd name="connsiteY116" fmla="*/ 2212596 h 2344739"/>
              <a:gd name="connsiteX117" fmla="*/ 6708222 w 12192001"/>
              <a:gd name="connsiteY117" fmla="*/ 2240551 h 2344739"/>
              <a:gd name="connsiteX118" fmla="*/ 6549454 w 12192001"/>
              <a:gd name="connsiteY118" fmla="*/ 2269327 h 2344739"/>
              <a:gd name="connsiteX119" fmla="*/ 6317560 w 12192001"/>
              <a:gd name="connsiteY119" fmla="*/ 2316127 h 2344739"/>
              <a:gd name="connsiteX120" fmla="*/ 6168674 w 12192001"/>
              <a:gd name="connsiteY120" fmla="*/ 2318214 h 2344739"/>
              <a:gd name="connsiteX121" fmla="*/ 6073848 w 12192001"/>
              <a:gd name="connsiteY121" fmla="*/ 2338676 h 2344739"/>
              <a:gd name="connsiteX122" fmla="*/ 6068529 w 12192001"/>
              <a:gd name="connsiteY122" fmla="*/ 2337139 h 2344739"/>
              <a:gd name="connsiteX123" fmla="*/ 6048638 w 12192001"/>
              <a:gd name="connsiteY123" fmla="*/ 2337822 h 2344739"/>
              <a:gd name="connsiteX124" fmla="*/ 6041285 w 12192001"/>
              <a:gd name="connsiteY124" fmla="*/ 2329473 h 2344739"/>
              <a:gd name="connsiteX125" fmla="*/ 6010090 w 12192001"/>
              <a:gd name="connsiteY125" fmla="*/ 2324380 h 2344739"/>
              <a:gd name="connsiteX126" fmla="*/ 5957375 w 12192001"/>
              <a:gd name="connsiteY126" fmla="*/ 2328024 h 2344739"/>
              <a:gd name="connsiteX127" fmla="*/ 5758919 w 12192001"/>
              <a:gd name="connsiteY127" fmla="*/ 2343716 h 2344739"/>
              <a:gd name="connsiteX128" fmla="*/ 5626960 w 12192001"/>
              <a:gd name="connsiteY128" fmla="*/ 2344739 h 2344739"/>
              <a:gd name="connsiteX129" fmla="*/ 5470906 w 12192001"/>
              <a:gd name="connsiteY129" fmla="*/ 2330719 h 2344739"/>
              <a:gd name="connsiteX130" fmla="*/ 5432761 w 12192001"/>
              <a:gd name="connsiteY130" fmla="*/ 2319466 h 2344739"/>
              <a:gd name="connsiteX131" fmla="*/ 5381669 w 12192001"/>
              <a:gd name="connsiteY131" fmla="*/ 2301764 h 2344739"/>
              <a:gd name="connsiteX132" fmla="*/ 5261764 w 12192001"/>
              <a:gd name="connsiteY132" fmla="*/ 2281347 h 2344739"/>
              <a:gd name="connsiteX133" fmla="*/ 5222961 w 12192001"/>
              <a:gd name="connsiteY133" fmla="*/ 2270223 h 2344739"/>
              <a:gd name="connsiteX134" fmla="*/ 5174660 w 12192001"/>
              <a:gd name="connsiteY134" fmla="*/ 2267233 h 2344739"/>
              <a:gd name="connsiteX135" fmla="*/ 5156554 w 12192001"/>
              <a:gd name="connsiteY135" fmla="*/ 2260010 h 2344739"/>
              <a:gd name="connsiteX136" fmla="*/ 5142599 w 12192001"/>
              <a:gd name="connsiteY136" fmla="*/ 2256610 h 2344739"/>
              <a:gd name="connsiteX137" fmla="*/ 5139596 w 12192001"/>
              <a:gd name="connsiteY137" fmla="*/ 2254509 h 2344739"/>
              <a:gd name="connsiteX138" fmla="*/ 5121659 w 12192001"/>
              <a:gd name="connsiteY138" fmla="*/ 2243656 h 2344739"/>
              <a:gd name="connsiteX139" fmla="*/ 5065790 w 12192001"/>
              <a:gd name="connsiteY139" fmla="*/ 2250227 h 2344739"/>
              <a:gd name="connsiteX140" fmla="*/ 5011514 w 12192001"/>
              <a:gd name="connsiteY140" fmla="*/ 2233846 h 2344739"/>
              <a:gd name="connsiteX141" fmla="*/ 4840441 w 12192001"/>
              <a:gd name="connsiteY141" fmla="*/ 2209829 h 2344739"/>
              <a:gd name="connsiteX142" fmla="*/ 4762447 w 12192001"/>
              <a:gd name="connsiteY142" fmla="*/ 2182061 h 2344739"/>
              <a:gd name="connsiteX143" fmla="*/ 4723186 w 12192001"/>
              <a:gd name="connsiteY143" fmla="*/ 2173047 h 2344739"/>
              <a:gd name="connsiteX144" fmla="*/ 4721176 w 12192001"/>
              <a:gd name="connsiteY144" fmla="*/ 2172298 h 2344739"/>
              <a:gd name="connsiteX145" fmla="*/ 4722111 w 12192001"/>
              <a:gd name="connsiteY145" fmla="*/ 2172087 h 2344739"/>
              <a:gd name="connsiteX146" fmla="*/ 4717202 w 12192001"/>
              <a:gd name="connsiteY146" fmla="*/ 2170817 h 2344739"/>
              <a:gd name="connsiteX147" fmla="*/ 4721176 w 12192001"/>
              <a:gd name="connsiteY147" fmla="*/ 2172298 h 2344739"/>
              <a:gd name="connsiteX148" fmla="*/ 4715526 w 12192001"/>
              <a:gd name="connsiteY148" fmla="*/ 2173573 h 2344739"/>
              <a:gd name="connsiteX149" fmla="*/ 4515814 w 12192001"/>
              <a:gd name="connsiteY149" fmla="*/ 2163671 h 2344739"/>
              <a:gd name="connsiteX150" fmla="*/ 4428543 w 12192001"/>
              <a:gd name="connsiteY150" fmla="*/ 2153020 h 2344739"/>
              <a:gd name="connsiteX151" fmla="*/ 4362875 w 12192001"/>
              <a:gd name="connsiteY151" fmla="*/ 2151674 h 2344739"/>
              <a:gd name="connsiteX152" fmla="*/ 4316966 w 12192001"/>
              <a:gd name="connsiteY152" fmla="*/ 2158289 h 2344739"/>
              <a:gd name="connsiteX153" fmla="*/ 4315110 w 12192001"/>
              <a:gd name="connsiteY153" fmla="*/ 2156948 h 2344739"/>
              <a:gd name="connsiteX154" fmla="*/ 4295144 w 12192001"/>
              <a:gd name="connsiteY154" fmla="*/ 2155069 h 2344739"/>
              <a:gd name="connsiteX155" fmla="*/ 4290064 w 12192001"/>
              <a:gd name="connsiteY155" fmla="*/ 2157986 h 2344739"/>
              <a:gd name="connsiteX156" fmla="*/ 4276142 w 12192001"/>
              <a:gd name="connsiteY156" fmla="*/ 2157740 h 2344739"/>
              <a:gd name="connsiteX157" fmla="*/ 4248117 w 12192001"/>
              <a:gd name="connsiteY157" fmla="*/ 2160064 h 2344739"/>
              <a:gd name="connsiteX158" fmla="*/ 4202051 w 12192001"/>
              <a:gd name="connsiteY158" fmla="*/ 2157269 h 2344739"/>
              <a:gd name="connsiteX159" fmla="*/ 4201745 w 12192001"/>
              <a:gd name="connsiteY159" fmla="*/ 2156010 h 2344739"/>
              <a:gd name="connsiteX160" fmla="*/ 4191248 w 12192001"/>
              <a:gd name="connsiteY160" fmla="*/ 2150376 h 2344739"/>
              <a:gd name="connsiteX161" fmla="*/ 4142745 w 12192001"/>
              <a:gd name="connsiteY161" fmla="*/ 2134511 h 2344739"/>
              <a:gd name="connsiteX162" fmla="*/ 4083097 w 12192001"/>
              <a:gd name="connsiteY162" fmla="*/ 2107978 h 2344739"/>
              <a:gd name="connsiteX163" fmla="*/ 4074546 w 12192001"/>
              <a:gd name="connsiteY163" fmla="*/ 2107143 h 2344739"/>
              <a:gd name="connsiteX164" fmla="*/ 4074427 w 12192001"/>
              <a:gd name="connsiteY164" fmla="*/ 2106844 h 2344739"/>
              <a:gd name="connsiteX165" fmla="*/ 4065510 w 12192001"/>
              <a:gd name="connsiteY165" fmla="*/ 2105400 h 2344739"/>
              <a:gd name="connsiteX166" fmla="*/ 4058954 w 12192001"/>
              <a:gd name="connsiteY166" fmla="*/ 2105618 h 2344739"/>
              <a:gd name="connsiteX167" fmla="*/ 4042364 w 12192001"/>
              <a:gd name="connsiteY167" fmla="*/ 2103997 h 2344739"/>
              <a:gd name="connsiteX168" fmla="*/ 4036997 w 12192001"/>
              <a:gd name="connsiteY168" fmla="*/ 2101563 h 2344739"/>
              <a:gd name="connsiteX169" fmla="*/ 4035363 w 12192001"/>
              <a:gd name="connsiteY169" fmla="*/ 2097896 h 2344739"/>
              <a:gd name="connsiteX170" fmla="*/ 4033778 w 12192001"/>
              <a:gd name="connsiteY170" fmla="*/ 2098131 h 2344739"/>
              <a:gd name="connsiteX171" fmla="*/ 4004538 w 12192001"/>
              <a:gd name="connsiteY171" fmla="*/ 2085563 h 2344739"/>
              <a:gd name="connsiteX172" fmla="*/ 3936846 w 12192001"/>
              <a:gd name="connsiteY172" fmla="*/ 2068106 h 2344739"/>
              <a:gd name="connsiteX173" fmla="*/ 3897275 w 12192001"/>
              <a:gd name="connsiteY173" fmla="*/ 2062451 h 2344739"/>
              <a:gd name="connsiteX174" fmla="*/ 3789760 w 12192001"/>
              <a:gd name="connsiteY174" fmla="*/ 2042213 h 2344739"/>
              <a:gd name="connsiteX175" fmla="*/ 3682513 w 12192001"/>
              <a:gd name="connsiteY175" fmla="*/ 2018290 h 2344739"/>
              <a:gd name="connsiteX176" fmla="*/ 3610035 w 12192001"/>
              <a:gd name="connsiteY176" fmla="*/ 1986019 h 2344739"/>
              <a:gd name="connsiteX177" fmla="*/ 3603855 w 12192001"/>
              <a:gd name="connsiteY177" fmla="*/ 1987381 h 2344739"/>
              <a:gd name="connsiteX178" fmla="*/ 3594736 w 12192001"/>
              <a:gd name="connsiteY178" fmla="*/ 1987545 h 2344739"/>
              <a:gd name="connsiteX179" fmla="*/ 3594501 w 12192001"/>
              <a:gd name="connsiteY179" fmla="*/ 1987276 h 2344739"/>
              <a:gd name="connsiteX180" fmla="*/ 3585978 w 12192001"/>
              <a:gd name="connsiteY180" fmla="*/ 1987966 h 2344739"/>
              <a:gd name="connsiteX181" fmla="*/ 3536135 w 12192001"/>
              <a:gd name="connsiteY181" fmla="*/ 1978267 h 2344739"/>
              <a:gd name="connsiteX182" fmla="*/ 3473223 w 12192001"/>
              <a:gd name="connsiteY182" fmla="*/ 1974606 h 2344739"/>
              <a:gd name="connsiteX183" fmla="*/ 3400728 w 12192001"/>
              <a:gd name="connsiteY183" fmla="*/ 1962558 h 2344739"/>
              <a:gd name="connsiteX184" fmla="*/ 3363888 w 12192001"/>
              <a:gd name="connsiteY184" fmla="*/ 1979510 h 2344739"/>
              <a:gd name="connsiteX185" fmla="*/ 3344026 w 12192001"/>
              <a:gd name="connsiteY185" fmla="*/ 1981192 h 2344739"/>
              <a:gd name="connsiteX186" fmla="*/ 3341698 w 12192001"/>
              <a:gd name="connsiteY186" fmla="*/ 1980217 h 2344739"/>
              <a:gd name="connsiteX187" fmla="*/ 3262356 w 12192001"/>
              <a:gd name="connsiteY187" fmla="*/ 1986094 h 2344739"/>
              <a:gd name="connsiteX188" fmla="*/ 3142556 w 12192001"/>
              <a:gd name="connsiteY188" fmla="*/ 1993869 h 2344739"/>
              <a:gd name="connsiteX189" fmla="*/ 3030291 w 12192001"/>
              <a:gd name="connsiteY189" fmla="*/ 1996512 h 2344739"/>
              <a:gd name="connsiteX190" fmla="*/ 2781569 w 12192001"/>
              <a:gd name="connsiteY190" fmla="*/ 2018333 h 2344739"/>
              <a:gd name="connsiteX191" fmla="*/ 2646527 w 12192001"/>
              <a:gd name="connsiteY191" fmla="*/ 2028869 h 2344739"/>
              <a:gd name="connsiteX192" fmla="*/ 2568028 w 12192001"/>
              <a:gd name="connsiteY192" fmla="*/ 2002628 h 2344739"/>
              <a:gd name="connsiteX193" fmla="*/ 2443255 w 12192001"/>
              <a:gd name="connsiteY193" fmla="*/ 2016529 h 2344739"/>
              <a:gd name="connsiteX194" fmla="*/ 2315112 w 12192001"/>
              <a:gd name="connsiteY194" fmla="*/ 2024996 h 2344739"/>
              <a:gd name="connsiteX195" fmla="*/ 2208578 w 12192001"/>
              <a:gd name="connsiteY195" fmla="*/ 2019763 h 2344739"/>
              <a:gd name="connsiteX196" fmla="*/ 2094665 w 12192001"/>
              <a:gd name="connsiteY196" fmla="*/ 2003052 h 2344739"/>
              <a:gd name="connsiteX197" fmla="*/ 1997356 w 12192001"/>
              <a:gd name="connsiteY197" fmla="*/ 1995032 h 2344739"/>
              <a:gd name="connsiteX198" fmla="*/ 1928172 w 12192001"/>
              <a:gd name="connsiteY198" fmla="*/ 2016977 h 2344739"/>
              <a:gd name="connsiteX199" fmla="*/ 1921650 w 12192001"/>
              <a:gd name="connsiteY199" fmla="*/ 2012146 h 2344739"/>
              <a:gd name="connsiteX200" fmla="*/ 1873080 w 12192001"/>
              <a:gd name="connsiteY200" fmla="*/ 2013741 h 2344739"/>
              <a:gd name="connsiteX201" fmla="*/ 1786655 w 12192001"/>
              <a:gd name="connsiteY201" fmla="*/ 2041363 h 2344739"/>
              <a:gd name="connsiteX202" fmla="*/ 1738204 w 12192001"/>
              <a:gd name="connsiteY202" fmla="*/ 2036312 h 2344739"/>
              <a:gd name="connsiteX203" fmla="*/ 1675071 w 12192001"/>
              <a:gd name="connsiteY203" fmla="*/ 2019963 h 2344739"/>
              <a:gd name="connsiteX204" fmla="*/ 1608669 w 12192001"/>
              <a:gd name="connsiteY204" fmla="*/ 2013066 h 2344739"/>
              <a:gd name="connsiteX205" fmla="*/ 1496110 w 12192001"/>
              <a:gd name="connsiteY205" fmla="*/ 1987476 h 2344739"/>
              <a:gd name="connsiteX206" fmla="*/ 1149979 w 12192001"/>
              <a:gd name="connsiteY206" fmla="*/ 1938041 h 2344739"/>
              <a:gd name="connsiteX207" fmla="*/ 858269 w 12192001"/>
              <a:gd name="connsiteY207" fmla="*/ 1928608 h 2344739"/>
              <a:gd name="connsiteX208" fmla="*/ 837540 w 12192001"/>
              <a:gd name="connsiteY208" fmla="*/ 1929821 h 2344739"/>
              <a:gd name="connsiteX209" fmla="*/ 816809 w 12192001"/>
              <a:gd name="connsiteY209" fmla="*/ 1927857 h 2344739"/>
              <a:gd name="connsiteX210" fmla="*/ 811506 w 12192001"/>
              <a:gd name="connsiteY210" fmla="*/ 1930751 h 2344739"/>
              <a:gd name="connsiteX211" fmla="*/ 720047 w 12192001"/>
              <a:gd name="connsiteY211" fmla="*/ 1929661 h 2344739"/>
              <a:gd name="connsiteX212" fmla="*/ 719742 w 12192001"/>
              <a:gd name="connsiteY212" fmla="*/ 1928399 h 2344739"/>
              <a:gd name="connsiteX213" fmla="*/ 708875 w 12192001"/>
              <a:gd name="connsiteY213" fmla="*/ 1922722 h 2344739"/>
              <a:gd name="connsiteX214" fmla="*/ 596792 w 12192001"/>
              <a:gd name="connsiteY214" fmla="*/ 1879864 h 2344739"/>
              <a:gd name="connsiteX215" fmla="*/ 578535 w 12192001"/>
              <a:gd name="connsiteY215" fmla="*/ 1877212 h 2344739"/>
              <a:gd name="connsiteX216" fmla="*/ 571717 w 12192001"/>
              <a:gd name="connsiteY216" fmla="*/ 1877401 h 2344739"/>
              <a:gd name="connsiteX217" fmla="*/ 445099 w 12192001"/>
              <a:gd name="connsiteY217" fmla="*/ 1839371 h 2344739"/>
              <a:gd name="connsiteX218" fmla="*/ 404015 w 12192001"/>
              <a:gd name="connsiteY218" fmla="*/ 1833548 h 2344739"/>
              <a:gd name="connsiteX219" fmla="*/ 292435 w 12192001"/>
              <a:gd name="connsiteY219" fmla="*/ 1812852 h 2344739"/>
              <a:gd name="connsiteX220" fmla="*/ 118381 w 12192001"/>
              <a:gd name="connsiteY220" fmla="*/ 1761047 h 2344739"/>
              <a:gd name="connsiteX221" fmla="*/ 15526 w 12192001"/>
              <a:gd name="connsiteY221" fmla="*/ 1758191 h 2344739"/>
              <a:gd name="connsiteX222" fmla="*/ 2 w 12192001"/>
              <a:gd name="connsiteY222" fmla="*/ 1752722 h 2344739"/>
              <a:gd name="connsiteX223" fmla="*/ 1 w 12192001"/>
              <a:gd name="connsiteY223" fmla="*/ 762497 h 2344739"/>
              <a:gd name="connsiteX224" fmla="*/ 0 w 12192001"/>
              <a:gd name="connsiteY224" fmla="*/ 222213 h 2344739"/>
              <a:gd name="connsiteX225" fmla="*/ 0 w 12192001"/>
              <a:gd name="connsiteY225" fmla="*/ 0 h 2344739"/>
              <a:gd name="connsiteX0" fmla="*/ 1148 w 12193149"/>
              <a:gd name="connsiteY0" fmla="*/ 0 h 2344739"/>
              <a:gd name="connsiteX1" fmla="*/ 12193148 w 12193149"/>
              <a:gd name="connsiteY1" fmla="*/ 0 h 2344739"/>
              <a:gd name="connsiteX2" fmla="*/ 12193148 w 12193149"/>
              <a:gd name="connsiteY2" fmla="*/ 222213 h 2344739"/>
              <a:gd name="connsiteX3" fmla="*/ 12193148 w 12193149"/>
              <a:gd name="connsiteY3" fmla="*/ 389190 h 2344739"/>
              <a:gd name="connsiteX4" fmla="*/ 12193149 w 12193149"/>
              <a:gd name="connsiteY4" fmla="*/ 579739 h 2344739"/>
              <a:gd name="connsiteX5" fmla="*/ 12185986 w 12193149"/>
              <a:gd name="connsiteY5" fmla="*/ 584189 h 2344739"/>
              <a:gd name="connsiteX6" fmla="*/ 12156363 w 12193149"/>
              <a:gd name="connsiteY6" fmla="*/ 597366 h 2344739"/>
              <a:gd name="connsiteX7" fmla="*/ 12139215 w 12193149"/>
              <a:gd name="connsiteY7" fmla="*/ 623179 h 2344739"/>
              <a:gd name="connsiteX8" fmla="*/ 12126327 w 12193149"/>
              <a:gd name="connsiteY8" fmla="*/ 624690 h 2344739"/>
              <a:gd name="connsiteX9" fmla="*/ 12124007 w 12193149"/>
              <a:gd name="connsiteY9" fmla="*/ 624794 h 2344739"/>
              <a:gd name="connsiteX10" fmla="*/ 12116854 w 12193149"/>
              <a:gd name="connsiteY10" fmla="*/ 628608 h 2344739"/>
              <a:gd name="connsiteX11" fmla="*/ 12099497 w 12193149"/>
              <a:gd name="connsiteY11" fmla="*/ 628139 h 2344739"/>
              <a:gd name="connsiteX12" fmla="*/ 12087073 w 12193149"/>
              <a:gd name="connsiteY12" fmla="*/ 636341 h 2344739"/>
              <a:gd name="connsiteX13" fmla="*/ 12031073 w 12193149"/>
              <a:gd name="connsiteY13" fmla="*/ 680009 h 2344739"/>
              <a:gd name="connsiteX14" fmla="*/ 11995833 w 12193149"/>
              <a:gd name="connsiteY14" fmla="*/ 703458 h 2344739"/>
              <a:gd name="connsiteX15" fmla="*/ 11979717 w 12193149"/>
              <a:gd name="connsiteY15" fmla="*/ 708161 h 2344739"/>
              <a:gd name="connsiteX16" fmla="*/ 11959046 w 12193149"/>
              <a:gd name="connsiteY16" fmla="*/ 717558 h 2344739"/>
              <a:gd name="connsiteX17" fmla="*/ 11920454 w 12193149"/>
              <a:gd name="connsiteY17" fmla="*/ 730883 h 2344739"/>
              <a:gd name="connsiteX18" fmla="*/ 11903656 w 12193149"/>
              <a:gd name="connsiteY18" fmla="*/ 742426 h 2344739"/>
              <a:gd name="connsiteX19" fmla="*/ 11895048 w 12193149"/>
              <a:gd name="connsiteY19" fmla="*/ 744791 h 2344739"/>
              <a:gd name="connsiteX20" fmla="*/ 11891968 w 12193149"/>
              <a:gd name="connsiteY20" fmla="*/ 755729 h 2344739"/>
              <a:gd name="connsiteX21" fmla="*/ 11870776 w 12193149"/>
              <a:gd name="connsiteY21" fmla="*/ 777816 h 2344739"/>
              <a:gd name="connsiteX22" fmla="*/ 11813376 w 12193149"/>
              <a:gd name="connsiteY22" fmla="*/ 797659 h 2344739"/>
              <a:gd name="connsiteX23" fmla="*/ 11749767 w 12193149"/>
              <a:gd name="connsiteY23" fmla="*/ 872002 h 2344739"/>
              <a:gd name="connsiteX24" fmla="*/ 11590693 w 12193149"/>
              <a:gd name="connsiteY24" fmla="*/ 963777 h 2344739"/>
              <a:gd name="connsiteX25" fmla="*/ 11506817 w 12193149"/>
              <a:gd name="connsiteY25" fmla="*/ 1033623 h 2344739"/>
              <a:gd name="connsiteX26" fmla="*/ 11280332 w 12193149"/>
              <a:gd name="connsiteY26" fmla="*/ 1223571 h 2344739"/>
              <a:gd name="connsiteX27" fmla="*/ 11228309 w 12193149"/>
              <a:gd name="connsiteY27" fmla="*/ 1276236 h 2344739"/>
              <a:gd name="connsiteX28" fmla="*/ 11218087 w 12193149"/>
              <a:gd name="connsiteY28" fmla="*/ 1275961 h 2344739"/>
              <a:gd name="connsiteX29" fmla="*/ 11217184 w 12193149"/>
              <a:gd name="connsiteY29" fmla="*/ 1275018 h 2344739"/>
              <a:gd name="connsiteX30" fmla="*/ 11188885 w 12193149"/>
              <a:gd name="connsiteY30" fmla="*/ 1292383 h 2344739"/>
              <a:gd name="connsiteX31" fmla="*/ 11184501 w 12193149"/>
              <a:gd name="connsiteY31" fmla="*/ 1292525 h 2344739"/>
              <a:gd name="connsiteX32" fmla="*/ 11166854 w 12193149"/>
              <a:gd name="connsiteY32" fmla="*/ 1306612 h 2344739"/>
              <a:gd name="connsiteX33" fmla="*/ 11157311 w 12193149"/>
              <a:gd name="connsiteY33" fmla="*/ 1312414 h 2344739"/>
              <a:gd name="connsiteX34" fmla="*/ 11155496 w 12193149"/>
              <a:gd name="connsiteY34" fmla="*/ 1317097 h 2344739"/>
              <a:gd name="connsiteX35" fmla="*/ 11140961 w 12193149"/>
              <a:gd name="connsiteY35" fmla="*/ 1324115 h 2344739"/>
              <a:gd name="connsiteX36" fmla="*/ 11138961 w 12193149"/>
              <a:gd name="connsiteY36" fmla="*/ 1323772 h 2344739"/>
              <a:gd name="connsiteX37" fmla="*/ 11128208 w 12193149"/>
              <a:gd name="connsiteY37" fmla="*/ 1333832 h 2344739"/>
              <a:gd name="connsiteX38" fmla="*/ 11120691 w 12193149"/>
              <a:gd name="connsiteY38" fmla="*/ 1347424 h 2344739"/>
              <a:gd name="connsiteX39" fmla="*/ 10894683 w 12193149"/>
              <a:gd name="connsiteY39" fmla="*/ 1473399 h 2344739"/>
              <a:gd name="connsiteX40" fmla="*/ 10773300 w 12193149"/>
              <a:gd name="connsiteY40" fmla="*/ 1523191 h 2344739"/>
              <a:gd name="connsiteX41" fmla="*/ 10627668 w 12193149"/>
              <a:gd name="connsiteY41" fmla="*/ 1559229 h 2344739"/>
              <a:gd name="connsiteX42" fmla="*/ 10581895 w 12193149"/>
              <a:gd name="connsiteY42" fmla="*/ 1568689 h 2344739"/>
              <a:gd name="connsiteX43" fmla="*/ 10547790 w 12193149"/>
              <a:gd name="connsiteY43" fmla="*/ 1598423 h 2344739"/>
              <a:gd name="connsiteX44" fmla="*/ 10529643 w 12193149"/>
              <a:gd name="connsiteY44" fmla="*/ 1596907 h 2344739"/>
              <a:gd name="connsiteX45" fmla="*/ 10526446 w 12193149"/>
              <a:gd name="connsiteY45" fmla="*/ 1596411 h 2344739"/>
              <a:gd name="connsiteX46" fmla="*/ 10515129 w 12193149"/>
              <a:gd name="connsiteY46" fmla="*/ 1599537 h 2344739"/>
              <a:gd name="connsiteX47" fmla="*/ 10491735 w 12193149"/>
              <a:gd name="connsiteY47" fmla="*/ 1594156 h 2344739"/>
              <a:gd name="connsiteX48" fmla="*/ 10471418 w 12193149"/>
              <a:gd name="connsiteY48" fmla="*/ 1601693 h 2344739"/>
              <a:gd name="connsiteX49" fmla="*/ 10377042 w 12193149"/>
              <a:gd name="connsiteY49" fmla="*/ 1644598 h 2344739"/>
              <a:gd name="connsiteX50" fmla="*/ 10319338 w 12193149"/>
              <a:gd name="connsiteY50" fmla="*/ 1666221 h 2344739"/>
              <a:gd name="connsiteX51" fmla="*/ 10295467 w 12193149"/>
              <a:gd name="connsiteY51" fmla="*/ 1668079 h 2344739"/>
              <a:gd name="connsiteX52" fmla="*/ 10263443 w 12193149"/>
              <a:gd name="connsiteY52" fmla="*/ 1674948 h 2344739"/>
              <a:gd name="connsiteX53" fmla="*/ 10205418 w 12193149"/>
              <a:gd name="connsiteY53" fmla="*/ 1682149 h 2344739"/>
              <a:gd name="connsiteX54" fmla="*/ 10177759 w 12193149"/>
              <a:gd name="connsiteY54" fmla="*/ 1692943 h 2344739"/>
              <a:gd name="connsiteX55" fmla="*/ 10165070 w 12193149"/>
              <a:gd name="connsiteY55" fmla="*/ 1693739 h 2344739"/>
              <a:gd name="connsiteX56" fmla="*/ 10156308 w 12193149"/>
              <a:gd name="connsiteY56" fmla="*/ 1707487 h 2344739"/>
              <a:gd name="connsiteX57" fmla="*/ 10118267 w 12193149"/>
              <a:gd name="connsiteY57" fmla="*/ 1731142 h 2344739"/>
              <a:gd name="connsiteX58" fmla="*/ 10101593 w 12193149"/>
              <a:gd name="connsiteY58" fmla="*/ 1742432 h 2344739"/>
              <a:gd name="connsiteX59" fmla="*/ 10083317 w 12193149"/>
              <a:gd name="connsiteY59" fmla="*/ 1743296 h 2344739"/>
              <a:gd name="connsiteX60" fmla="*/ 10040388 w 12193149"/>
              <a:gd name="connsiteY60" fmla="*/ 1741632 h 2344739"/>
              <a:gd name="connsiteX61" fmla="*/ 9961167 w 12193149"/>
              <a:gd name="connsiteY61" fmla="*/ 1757147 h 2344739"/>
              <a:gd name="connsiteX62" fmla="*/ 9848940 w 12193149"/>
              <a:gd name="connsiteY62" fmla="*/ 1763915 h 2344739"/>
              <a:gd name="connsiteX63" fmla="*/ 9729457 w 12193149"/>
              <a:gd name="connsiteY63" fmla="*/ 1784122 h 2344739"/>
              <a:gd name="connsiteX64" fmla="*/ 9585655 w 12193149"/>
              <a:gd name="connsiteY64" fmla="*/ 1795542 h 2344739"/>
              <a:gd name="connsiteX65" fmla="*/ 9344200 w 12193149"/>
              <a:gd name="connsiteY65" fmla="*/ 1841244 h 2344739"/>
              <a:gd name="connsiteX66" fmla="*/ 9232518 w 12193149"/>
              <a:gd name="connsiteY66" fmla="*/ 1893149 h 2344739"/>
              <a:gd name="connsiteX67" fmla="*/ 9195958 w 12193149"/>
              <a:gd name="connsiteY67" fmla="*/ 1903228 h 2344739"/>
              <a:gd name="connsiteX68" fmla="*/ 9190394 w 12193149"/>
              <a:gd name="connsiteY68" fmla="*/ 1912467 h 2344739"/>
              <a:gd name="connsiteX69" fmla="*/ 9114960 w 12193149"/>
              <a:gd name="connsiteY69" fmla="*/ 1919069 h 2344739"/>
              <a:gd name="connsiteX70" fmla="*/ 9054601 w 12193149"/>
              <a:gd name="connsiteY70" fmla="*/ 1910755 h 2344739"/>
              <a:gd name="connsiteX71" fmla="*/ 9006634 w 12193149"/>
              <a:gd name="connsiteY71" fmla="*/ 1914040 h 2344739"/>
              <a:gd name="connsiteX72" fmla="*/ 9006349 w 12193149"/>
              <a:gd name="connsiteY72" fmla="*/ 1913800 h 2344739"/>
              <a:gd name="connsiteX73" fmla="*/ 8997380 w 12193149"/>
              <a:gd name="connsiteY73" fmla="*/ 1915011 h 2344739"/>
              <a:gd name="connsiteX74" fmla="*/ 8991542 w 12193149"/>
              <a:gd name="connsiteY74" fmla="*/ 1917072 h 2344739"/>
              <a:gd name="connsiteX75" fmla="*/ 8975485 w 12193149"/>
              <a:gd name="connsiteY75" fmla="*/ 1920298 h 2344739"/>
              <a:gd name="connsiteX76" fmla="*/ 8969159 w 12193149"/>
              <a:gd name="connsiteY76" fmla="*/ 1919598 h 2344739"/>
              <a:gd name="connsiteX77" fmla="*/ 8964196 w 12193149"/>
              <a:gd name="connsiteY77" fmla="*/ 1917373 h 2344739"/>
              <a:gd name="connsiteX78" fmla="*/ 8930136 w 12193149"/>
              <a:gd name="connsiteY78" fmla="*/ 1914185 h 2344739"/>
              <a:gd name="connsiteX79" fmla="*/ 8753592 w 12193149"/>
              <a:gd name="connsiteY79" fmla="*/ 1933417 h 2344739"/>
              <a:gd name="connsiteX80" fmla="*/ 8708995 w 12193149"/>
              <a:gd name="connsiteY80" fmla="*/ 1935518 h 2344739"/>
              <a:gd name="connsiteX81" fmla="*/ 8597219 w 12193149"/>
              <a:gd name="connsiteY81" fmla="*/ 1944090 h 2344739"/>
              <a:gd name="connsiteX82" fmla="*/ 8526378 w 12193149"/>
              <a:gd name="connsiteY82" fmla="*/ 1929248 h 2344739"/>
              <a:gd name="connsiteX83" fmla="*/ 8512131 w 12193149"/>
              <a:gd name="connsiteY83" fmla="*/ 1935163 h 2344739"/>
              <a:gd name="connsiteX84" fmla="*/ 8507315 w 12193149"/>
              <a:gd name="connsiteY84" fmla="*/ 1938164 h 2344739"/>
              <a:gd name="connsiteX85" fmla="*/ 8499116 w 12193149"/>
              <a:gd name="connsiteY85" fmla="*/ 1940902 h 2344739"/>
              <a:gd name="connsiteX86" fmla="*/ 8498742 w 12193149"/>
              <a:gd name="connsiteY86" fmla="*/ 1940723 h 2344739"/>
              <a:gd name="connsiteX87" fmla="*/ 8491397 w 12193149"/>
              <a:gd name="connsiteY87" fmla="*/ 1943773 h 2344739"/>
              <a:gd name="connsiteX88" fmla="*/ 8368330 w 12193149"/>
              <a:gd name="connsiteY88" fmla="*/ 1957815 h 2344739"/>
              <a:gd name="connsiteX89" fmla="*/ 8354947 w 12193149"/>
              <a:gd name="connsiteY89" fmla="*/ 1958009 h 2344739"/>
              <a:gd name="connsiteX90" fmla="*/ 8353521 w 12193149"/>
              <a:gd name="connsiteY90" fmla="*/ 1957169 h 2344739"/>
              <a:gd name="connsiteX91" fmla="*/ 8321252 w 12193149"/>
              <a:gd name="connsiteY91" fmla="*/ 1974587 h 2344739"/>
              <a:gd name="connsiteX92" fmla="*/ 8315581 w 12193149"/>
              <a:gd name="connsiteY92" fmla="*/ 1974913 h 2344739"/>
              <a:gd name="connsiteX93" fmla="*/ 8296322 w 12193149"/>
              <a:gd name="connsiteY93" fmla="*/ 1988808 h 2344739"/>
              <a:gd name="connsiteX94" fmla="*/ 8285424 w 12193149"/>
              <a:gd name="connsiteY94" fmla="*/ 1994631 h 2344739"/>
              <a:gd name="connsiteX95" fmla="*/ 8284298 w 12193149"/>
              <a:gd name="connsiteY95" fmla="*/ 1999074 h 2344739"/>
              <a:gd name="connsiteX96" fmla="*/ 8267224 w 12193149"/>
              <a:gd name="connsiteY96" fmla="*/ 2006249 h 2344739"/>
              <a:gd name="connsiteX97" fmla="*/ 8264525 w 12193149"/>
              <a:gd name="connsiteY97" fmla="*/ 2006019 h 2344739"/>
              <a:gd name="connsiteX98" fmla="*/ 8253181 w 12193149"/>
              <a:gd name="connsiteY98" fmla="*/ 2015862 h 2344739"/>
              <a:gd name="connsiteX99" fmla="*/ 8246982 w 12193149"/>
              <a:gd name="connsiteY99" fmla="*/ 2028854 h 2344739"/>
              <a:gd name="connsiteX100" fmla="*/ 8091420 w 12193149"/>
              <a:gd name="connsiteY100" fmla="*/ 2075015 h 2344739"/>
              <a:gd name="connsiteX101" fmla="*/ 7906555 w 12193149"/>
              <a:gd name="connsiteY101" fmla="*/ 2116988 h 2344739"/>
              <a:gd name="connsiteX102" fmla="*/ 7719893 w 12193149"/>
              <a:gd name="connsiteY102" fmla="*/ 2142703 h 2344739"/>
              <a:gd name="connsiteX103" fmla="*/ 7615495 w 12193149"/>
              <a:gd name="connsiteY103" fmla="*/ 2139232 h 2344739"/>
              <a:gd name="connsiteX104" fmla="*/ 7528691 w 12193149"/>
              <a:gd name="connsiteY104" fmla="*/ 2145060 h 2344739"/>
              <a:gd name="connsiteX105" fmla="*/ 7520719 w 12193149"/>
              <a:gd name="connsiteY105" fmla="*/ 2147613 h 2344739"/>
              <a:gd name="connsiteX106" fmla="*/ 7508559 w 12193149"/>
              <a:gd name="connsiteY106" fmla="*/ 2148948 h 2344739"/>
              <a:gd name="connsiteX107" fmla="*/ 7508188 w 12193149"/>
              <a:gd name="connsiteY107" fmla="*/ 2148621 h 2344739"/>
              <a:gd name="connsiteX108" fmla="*/ 7496943 w 12193149"/>
              <a:gd name="connsiteY108" fmla="*/ 2150573 h 2344739"/>
              <a:gd name="connsiteX109" fmla="*/ 7406539 w 12193149"/>
              <a:gd name="connsiteY109" fmla="*/ 2142468 h 2344739"/>
              <a:gd name="connsiteX110" fmla="*/ 7219707 w 12193149"/>
              <a:gd name="connsiteY110" fmla="*/ 2156680 h 2344739"/>
              <a:gd name="connsiteX111" fmla="*/ 7202249 w 12193149"/>
              <a:gd name="connsiteY111" fmla="*/ 2161230 h 2344739"/>
              <a:gd name="connsiteX112" fmla="*/ 7198152 w 12193149"/>
              <a:gd name="connsiteY112" fmla="*/ 2166588 h 2344739"/>
              <a:gd name="connsiteX113" fmla="*/ 7171956 w 12193149"/>
              <a:gd name="connsiteY113" fmla="*/ 2171236 h 2344739"/>
              <a:gd name="connsiteX114" fmla="*/ 7098136 w 12193149"/>
              <a:gd name="connsiteY114" fmla="*/ 2183464 h 2344739"/>
              <a:gd name="connsiteX115" fmla="*/ 7019644 w 12193149"/>
              <a:gd name="connsiteY115" fmla="*/ 2183090 h 2344739"/>
              <a:gd name="connsiteX116" fmla="*/ 6905294 w 12193149"/>
              <a:gd name="connsiteY116" fmla="*/ 2212596 h 2344739"/>
              <a:gd name="connsiteX117" fmla="*/ 6709370 w 12193149"/>
              <a:gd name="connsiteY117" fmla="*/ 2240551 h 2344739"/>
              <a:gd name="connsiteX118" fmla="*/ 6550602 w 12193149"/>
              <a:gd name="connsiteY118" fmla="*/ 2269327 h 2344739"/>
              <a:gd name="connsiteX119" fmla="*/ 6318708 w 12193149"/>
              <a:gd name="connsiteY119" fmla="*/ 2316127 h 2344739"/>
              <a:gd name="connsiteX120" fmla="*/ 6169822 w 12193149"/>
              <a:gd name="connsiteY120" fmla="*/ 2318214 h 2344739"/>
              <a:gd name="connsiteX121" fmla="*/ 6074996 w 12193149"/>
              <a:gd name="connsiteY121" fmla="*/ 2338676 h 2344739"/>
              <a:gd name="connsiteX122" fmla="*/ 6069677 w 12193149"/>
              <a:gd name="connsiteY122" fmla="*/ 2337139 h 2344739"/>
              <a:gd name="connsiteX123" fmla="*/ 6049786 w 12193149"/>
              <a:gd name="connsiteY123" fmla="*/ 2337822 h 2344739"/>
              <a:gd name="connsiteX124" fmla="*/ 6042433 w 12193149"/>
              <a:gd name="connsiteY124" fmla="*/ 2329473 h 2344739"/>
              <a:gd name="connsiteX125" fmla="*/ 6011238 w 12193149"/>
              <a:gd name="connsiteY125" fmla="*/ 2324380 h 2344739"/>
              <a:gd name="connsiteX126" fmla="*/ 5958523 w 12193149"/>
              <a:gd name="connsiteY126" fmla="*/ 2328024 h 2344739"/>
              <a:gd name="connsiteX127" fmla="*/ 5760067 w 12193149"/>
              <a:gd name="connsiteY127" fmla="*/ 2343716 h 2344739"/>
              <a:gd name="connsiteX128" fmla="*/ 5628108 w 12193149"/>
              <a:gd name="connsiteY128" fmla="*/ 2344739 h 2344739"/>
              <a:gd name="connsiteX129" fmla="*/ 5472054 w 12193149"/>
              <a:gd name="connsiteY129" fmla="*/ 2330719 h 2344739"/>
              <a:gd name="connsiteX130" fmla="*/ 5433909 w 12193149"/>
              <a:gd name="connsiteY130" fmla="*/ 2319466 h 2344739"/>
              <a:gd name="connsiteX131" fmla="*/ 5382817 w 12193149"/>
              <a:gd name="connsiteY131" fmla="*/ 2301764 h 2344739"/>
              <a:gd name="connsiteX132" fmla="*/ 5262912 w 12193149"/>
              <a:gd name="connsiteY132" fmla="*/ 2281347 h 2344739"/>
              <a:gd name="connsiteX133" fmla="*/ 5224109 w 12193149"/>
              <a:gd name="connsiteY133" fmla="*/ 2270223 h 2344739"/>
              <a:gd name="connsiteX134" fmla="*/ 5175808 w 12193149"/>
              <a:gd name="connsiteY134" fmla="*/ 2267233 h 2344739"/>
              <a:gd name="connsiteX135" fmla="*/ 5157702 w 12193149"/>
              <a:gd name="connsiteY135" fmla="*/ 2260010 h 2344739"/>
              <a:gd name="connsiteX136" fmla="*/ 5143747 w 12193149"/>
              <a:gd name="connsiteY136" fmla="*/ 2256610 h 2344739"/>
              <a:gd name="connsiteX137" fmla="*/ 5140744 w 12193149"/>
              <a:gd name="connsiteY137" fmla="*/ 2254509 h 2344739"/>
              <a:gd name="connsiteX138" fmla="*/ 5122807 w 12193149"/>
              <a:gd name="connsiteY138" fmla="*/ 2243656 h 2344739"/>
              <a:gd name="connsiteX139" fmla="*/ 5066938 w 12193149"/>
              <a:gd name="connsiteY139" fmla="*/ 2250227 h 2344739"/>
              <a:gd name="connsiteX140" fmla="*/ 5012662 w 12193149"/>
              <a:gd name="connsiteY140" fmla="*/ 2233846 h 2344739"/>
              <a:gd name="connsiteX141" fmla="*/ 4841589 w 12193149"/>
              <a:gd name="connsiteY141" fmla="*/ 2209829 h 2344739"/>
              <a:gd name="connsiteX142" fmla="*/ 4763595 w 12193149"/>
              <a:gd name="connsiteY142" fmla="*/ 2182061 h 2344739"/>
              <a:gd name="connsiteX143" fmla="*/ 4724334 w 12193149"/>
              <a:gd name="connsiteY143" fmla="*/ 2173047 h 2344739"/>
              <a:gd name="connsiteX144" fmla="*/ 4722324 w 12193149"/>
              <a:gd name="connsiteY144" fmla="*/ 2172298 h 2344739"/>
              <a:gd name="connsiteX145" fmla="*/ 4723259 w 12193149"/>
              <a:gd name="connsiteY145" fmla="*/ 2172087 h 2344739"/>
              <a:gd name="connsiteX146" fmla="*/ 4718350 w 12193149"/>
              <a:gd name="connsiteY146" fmla="*/ 2170817 h 2344739"/>
              <a:gd name="connsiteX147" fmla="*/ 4722324 w 12193149"/>
              <a:gd name="connsiteY147" fmla="*/ 2172298 h 2344739"/>
              <a:gd name="connsiteX148" fmla="*/ 4716674 w 12193149"/>
              <a:gd name="connsiteY148" fmla="*/ 2173573 h 2344739"/>
              <a:gd name="connsiteX149" fmla="*/ 4516962 w 12193149"/>
              <a:gd name="connsiteY149" fmla="*/ 2163671 h 2344739"/>
              <a:gd name="connsiteX150" fmla="*/ 4429691 w 12193149"/>
              <a:gd name="connsiteY150" fmla="*/ 2153020 h 2344739"/>
              <a:gd name="connsiteX151" fmla="*/ 4364023 w 12193149"/>
              <a:gd name="connsiteY151" fmla="*/ 2151674 h 2344739"/>
              <a:gd name="connsiteX152" fmla="*/ 4318114 w 12193149"/>
              <a:gd name="connsiteY152" fmla="*/ 2158289 h 2344739"/>
              <a:gd name="connsiteX153" fmla="*/ 4316258 w 12193149"/>
              <a:gd name="connsiteY153" fmla="*/ 2156948 h 2344739"/>
              <a:gd name="connsiteX154" fmla="*/ 4296292 w 12193149"/>
              <a:gd name="connsiteY154" fmla="*/ 2155069 h 2344739"/>
              <a:gd name="connsiteX155" fmla="*/ 4291212 w 12193149"/>
              <a:gd name="connsiteY155" fmla="*/ 2157986 h 2344739"/>
              <a:gd name="connsiteX156" fmla="*/ 4277290 w 12193149"/>
              <a:gd name="connsiteY156" fmla="*/ 2157740 h 2344739"/>
              <a:gd name="connsiteX157" fmla="*/ 4249265 w 12193149"/>
              <a:gd name="connsiteY157" fmla="*/ 2160064 h 2344739"/>
              <a:gd name="connsiteX158" fmla="*/ 4203199 w 12193149"/>
              <a:gd name="connsiteY158" fmla="*/ 2157269 h 2344739"/>
              <a:gd name="connsiteX159" fmla="*/ 4202893 w 12193149"/>
              <a:gd name="connsiteY159" fmla="*/ 2156010 h 2344739"/>
              <a:gd name="connsiteX160" fmla="*/ 4192396 w 12193149"/>
              <a:gd name="connsiteY160" fmla="*/ 2150376 h 2344739"/>
              <a:gd name="connsiteX161" fmla="*/ 4143893 w 12193149"/>
              <a:gd name="connsiteY161" fmla="*/ 2134511 h 2344739"/>
              <a:gd name="connsiteX162" fmla="*/ 4084245 w 12193149"/>
              <a:gd name="connsiteY162" fmla="*/ 2107978 h 2344739"/>
              <a:gd name="connsiteX163" fmla="*/ 4075694 w 12193149"/>
              <a:gd name="connsiteY163" fmla="*/ 2107143 h 2344739"/>
              <a:gd name="connsiteX164" fmla="*/ 4075575 w 12193149"/>
              <a:gd name="connsiteY164" fmla="*/ 2106844 h 2344739"/>
              <a:gd name="connsiteX165" fmla="*/ 4066658 w 12193149"/>
              <a:gd name="connsiteY165" fmla="*/ 2105400 h 2344739"/>
              <a:gd name="connsiteX166" fmla="*/ 4060102 w 12193149"/>
              <a:gd name="connsiteY166" fmla="*/ 2105618 h 2344739"/>
              <a:gd name="connsiteX167" fmla="*/ 4043512 w 12193149"/>
              <a:gd name="connsiteY167" fmla="*/ 2103997 h 2344739"/>
              <a:gd name="connsiteX168" fmla="*/ 4038145 w 12193149"/>
              <a:gd name="connsiteY168" fmla="*/ 2101563 h 2344739"/>
              <a:gd name="connsiteX169" fmla="*/ 4036511 w 12193149"/>
              <a:gd name="connsiteY169" fmla="*/ 2097896 h 2344739"/>
              <a:gd name="connsiteX170" fmla="*/ 4034926 w 12193149"/>
              <a:gd name="connsiteY170" fmla="*/ 2098131 h 2344739"/>
              <a:gd name="connsiteX171" fmla="*/ 4005686 w 12193149"/>
              <a:gd name="connsiteY171" fmla="*/ 2085563 h 2344739"/>
              <a:gd name="connsiteX172" fmla="*/ 3937994 w 12193149"/>
              <a:gd name="connsiteY172" fmla="*/ 2068106 h 2344739"/>
              <a:gd name="connsiteX173" fmla="*/ 3898423 w 12193149"/>
              <a:gd name="connsiteY173" fmla="*/ 2062451 h 2344739"/>
              <a:gd name="connsiteX174" fmla="*/ 3790908 w 12193149"/>
              <a:gd name="connsiteY174" fmla="*/ 2042213 h 2344739"/>
              <a:gd name="connsiteX175" fmla="*/ 3683661 w 12193149"/>
              <a:gd name="connsiteY175" fmla="*/ 2018290 h 2344739"/>
              <a:gd name="connsiteX176" fmla="*/ 3611183 w 12193149"/>
              <a:gd name="connsiteY176" fmla="*/ 1986019 h 2344739"/>
              <a:gd name="connsiteX177" fmla="*/ 3605003 w 12193149"/>
              <a:gd name="connsiteY177" fmla="*/ 1987381 h 2344739"/>
              <a:gd name="connsiteX178" fmla="*/ 3595884 w 12193149"/>
              <a:gd name="connsiteY178" fmla="*/ 1987545 h 2344739"/>
              <a:gd name="connsiteX179" fmla="*/ 3595649 w 12193149"/>
              <a:gd name="connsiteY179" fmla="*/ 1987276 h 2344739"/>
              <a:gd name="connsiteX180" fmla="*/ 3587126 w 12193149"/>
              <a:gd name="connsiteY180" fmla="*/ 1987966 h 2344739"/>
              <a:gd name="connsiteX181" fmla="*/ 3537283 w 12193149"/>
              <a:gd name="connsiteY181" fmla="*/ 1978267 h 2344739"/>
              <a:gd name="connsiteX182" fmla="*/ 3474371 w 12193149"/>
              <a:gd name="connsiteY182" fmla="*/ 1974606 h 2344739"/>
              <a:gd name="connsiteX183" fmla="*/ 3401876 w 12193149"/>
              <a:gd name="connsiteY183" fmla="*/ 1962558 h 2344739"/>
              <a:gd name="connsiteX184" fmla="*/ 3365036 w 12193149"/>
              <a:gd name="connsiteY184" fmla="*/ 1979510 h 2344739"/>
              <a:gd name="connsiteX185" fmla="*/ 3345174 w 12193149"/>
              <a:gd name="connsiteY185" fmla="*/ 1981192 h 2344739"/>
              <a:gd name="connsiteX186" fmla="*/ 3342846 w 12193149"/>
              <a:gd name="connsiteY186" fmla="*/ 1980217 h 2344739"/>
              <a:gd name="connsiteX187" fmla="*/ 3263504 w 12193149"/>
              <a:gd name="connsiteY187" fmla="*/ 1986094 h 2344739"/>
              <a:gd name="connsiteX188" fmla="*/ 3143704 w 12193149"/>
              <a:gd name="connsiteY188" fmla="*/ 1993869 h 2344739"/>
              <a:gd name="connsiteX189" fmla="*/ 3031439 w 12193149"/>
              <a:gd name="connsiteY189" fmla="*/ 1996512 h 2344739"/>
              <a:gd name="connsiteX190" fmla="*/ 2782717 w 12193149"/>
              <a:gd name="connsiteY190" fmla="*/ 2018333 h 2344739"/>
              <a:gd name="connsiteX191" fmla="*/ 2647675 w 12193149"/>
              <a:gd name="connsiteY191" fmla="*/ 2028869 h 2344739"/>
              <a:gd name="connsiteX192" fmla="*/ 2569176 w 12193149"/>
              <a:gd name="connsiteY192" fmla="*/ 2002628 h 2344739"/>
              <a:gd name="connsiteX193" fmla="*/ 2444403 w 12193149"/>
              <a:gd name="connsiteY193" fmla="*/ 2016529 h 2344739"/>
              <a:gd name="connsiteX194" fmla="*/ 2316260 w 12193149"/>
              <a:gd name="connsiteY194" fmla="*/ 2024996 h 2344739"/>
              <a:gd name="connsiteX195" fmla="*/ 2209726 w 12193149"/>
              <a:gd name="connsiteY195" fmla="*/ 2019763 h 2344739"/>
              <a:gd name="connsiteX196" fmla="*/ 2095813 w 12193149"/>
              <a:gd name="connsiteY196" fmla="*/ 2003052 h 2344739"/>
              <a:gd name="connsiteX197" fmla="*/ 1998504 w 12193149"/>
              <a:gd name="connsiteY197" fmla="*/ 1995032 h 2344739"/>
              <a:gd name="connsiteX198" fmla="*/ 1929320 w 12193149"/>
              <a:gd name="connsiteY198" fmla="*/ 2016977 h 2344739"/>
              <a:gd name="connsiteX199" fmla="*/ 1922798 w 12193149"/>
              <a:gd name="connsiteY199" fmla="*/ 2012146 h 2344739"/>
              <a:gd name="connsiteX200" fmla="*/ 1874228 w 12193149"/>
              <a:gd name="connsiteY200" fmla="*/ 2013741 h 2344739"/>
              <a:gd name="connsiteX201" fmla="*/ 1787803 w 12193149"/>
              <a:gd name="connsiteY201" fmla="*/ 2041363 h 2344739"/>
              <a:gd name="connsiteX202" fmla="*/ 1739352 w 12193149"/>
              <a:gd name="connsiteY202" fmla="*/ 2036312 h 2344739"/>
              <a:gd name="connsiteX203" fmla="*/ 1676219 w 12193149"/>
              <a:gd name="connsiteY203" fmla="*/ 2019963 h 2344739"/>
              <a:gd name="connsiteX204" fmla="*/ 1609817 w 12193149"/>
              <a:gd name="connsiteY204" fmla="*/ 2013066 h 2344739"/>
              <a:gd name="connsiteX205" fmla="*/ 1497258 w 12193149"/>
              <a:gd name="connsiteY205" fmla="*/ 1987476 h 2344739"/>
              <a:gd name="connsiteX206" fmla="*/ 1151127 w 12193149"/>
              <a:gd name="connsiteY206" fmla="*/ 1938041 h 2344739"/>
              <a:gd name="connsiteX207" fmla="*/ 859417 w 12193149"/>
              <a:gd name="connsiteY207" fmla="*/ 1928608 h 2344739"/>
              <a:gd name="connsiteX208" fmla="*/ 838688 w 12193149"/>
              <a:gd name="connsiteY208" fmla="*/ 1929821 h 2344739"/>
              <a:gd name="connsiteX209" fmla="*/ 817957 w 12193149"/>
              <a:gd name="connsiteY209" fmla="*/ 1927857 h 2344739"/>
              <a:gd name="connsiteX210" fmla="*/ 812654 w 12193149"/>
              <a:gd name="connsiteY210" fmla="*/ 1930751 h 2344739"/>
              <a:gd name="connsiteX211" fmla="*/ 721195 w 12193149"/>
              <a:gd name="connsiteY211" fmla="*/ 1929661 h 2344739"/>
              <a:gd name="connsiteX212" fmla="*/ 720890 w 12193149"/>
              <a:gd name="connsiteY212" fmla="*/ 1928399 h 2344739"/>
              <a:gd name="connsiteX213" fmla="*/ 710023 w 12193149"/>
              <a:gd name="connsiteY213" fmla="*/ 1922722 h 2344739"/>
              <a:gd name="connsiteX214" fmla="*/ 597940 w 12193149"/>
              <a:gd name="connsiteY214" fmla="*/ 1879864 h 2344739"/>
              <a:gd name="connsiteX215" fmla="*/ 579683 w 12193149"/>
              <a:gd name="connsiteY215" fmla="*/ 1877212 h 2344739"/>
              <a:gd name="connsiteX216" fmla="*/ 572865 w 12193149"/>
              <a:gd name="connsiteY216" fmla="*/ 1877401 h 2344739"/>
              <a:gd name="connsiteX217" fmla="*/ 446247 w 12193149"/>
              <a:gd name="connsiteY217" fmla="*/ 1839371 h 2344739"/>
              <a:gd name="connsiteX218" fmla="*/ 405163 w 12193149"/>
              <a:gd name="connsiteY218" fmla="*/ 1833548 h 2344739"/>
              <a:gd name="connsiteX219" fmla="*/ 293583 w 12193149"/>
              <a:gd name="connsiteY219" fmla="*/ 1812852 h 2344739"/>
              <a:gd name="connsiteX220" fmla="*/ 119529 w 12193149"/>
              <a:gd name="connsiteY220" fmla="*/ 1761047 h 2344739"/>
              <a:gd name="connsiteX221" fmla="*/ 16674 w 12193149"/>
              <a:gd name="connsiteY221" fmla="*/ 1758191 h 2344739"/>
              <a:gd name="connsiteX222" fmla="*/ 1150 w 12193149"/>
              <a:gd name="connsiteY222" fmla="*/ 1752722 h 2344739"/>
              <a:gd name="connsiteX223" fmla="*/ 1148 w 12193149"/>
              <a:gd name="connsiteY223" fmla="*/ 222213 h 2344739"/>
              <a:gd name="connsiteX224" fmla="*/ 1148 w 12193149"/>
              <a:gd name="connsiteY224" fmla="*/ 0 h 2344739"/>
              <a:gd name="connsiteX0" fmla="*/ 1148 w 12193149"/>
              <a:gd name="connsiteY0" fmla="*/ 0 h 2344739"/>
              <a:gd name="connsiteX1" fmla="*/ 12193148 w 12193149"/>
              <a:gd name="connsiteY1" fmla="*/ 0 h 2344739"/>
              <a:gd name="connsiteX2" fmla="*/ 12193148 w 12193149"/>
              <a:gd name="connsiteY2" fmla="*/ 222213 h 2344739"/>
              <a:gd name="connsiteX3" fmla="*/ 12193148 w 12193149"/>
              <a:gd name="connsiteY3" fmla="*/ 389190 h 2344739"/>
              <a:gd name="connsiteX4" fmla="*/ 12193149 w 12193149"/>
              <a:gd name="connsiteY4" fmla="*/ 579739 h 2344739"/>
              <a:gd name="connsiteX5" fmla="*/ 12185986 w 12193149"/>
              <a:gd name="connsiteY5" fmla="*/ 584189 h 2344739"/>
              <a:gd name="connsiteX6" fmla="*/ 12156363 w 12193149"/>
              <a:gd name="connsiteY6" fmla="*/ 597366 h 2344739"/>
              <a:gd name="connsiteX7" fmla="*/ 12139215 w 12193149"/>
              <a:gd name="connsiteY7" fmla="*/ 623179 h 2344739"/>
              <a:gd name="connsiteX8" fmla="*/ 12126327 w 12193149"/>
              <a:gd name="connsiteY8" fmla="*/ 624690 h 2344739"/>
              <a:gd name="connsiteX9" fmla="*/ 12124007 w 12193149"/>
              <a:gd name="connsiteY9" fmla="*/ 624794 h 2344739"/>
              <a:gd name="connsiteX10" fmla="*/ 12116854 w 12193149"/>
              <a:gd name="connsiteY10" fmla="*/ 628608 h 2344739"/>
              <a:gd name="connsiteX11" fmla="*/ 12099497 w 12193149"/>
              <a:gd name="connsiteY11" fmla="*/ 628139 h 2344739"/>
              <a:gd name="connsiteX12" fmla="*/ 12087073 w 12193149"/>
              <a:gd name="connsiteY12" fmla="*/ 636341 h 2344739"/>
              <a:gd name="connsiteX13" fmla="*/ 12031073 w 12193149"/>
              <a:gd name="connsiteY13" fmla="*/ 680009 h 2344739"/>
              <a:gd name="connsiteX14" fmla="*/ 11995833 w 12193149"/>
              <a:gd name="connsiteY14" fmla="*/ 703458 h 2344739"/>
              <a:gd name="connsiteX15" fmla="*/ 11979717 w 12193149"/>
              <a:gd name="connsiteY15" fmla="*/ 708161 h 2344739"/>
              <a:gd name="connsiteX16" fmla="*/ 11959046 w 12193149"/>
              <a:gd name="connsiteY16" fmla="*/ 717558 h 2344739"/>
              <a:gd name="connsiteX17" fmla="*/ 11920454 w 12193149"/>
              <a:gd name="connsiteY17" fmla="*/ 730883 h 2344739"/>
              <a:gd name="connsiteX18" fmla="*/ 11903656 w 12193149"/>
              <a:gd name="connsiteY18" fmla="*/ 742426 h 2344739"/>
              <a:gd name="connsiteX19" fmla="*/ 11895048 w 12193149"/>
              <a:gd name="connsiteY19" fmla="*/ 744791 h 2344739"/>
              <a:gd name="connsiteX20" fmla="*/ 11891968 w 12193149"/>
              <a:gd name="connsiteY20" fmla="*/ 755729 h 2344739"/>
              <a:gd name="connsiteX21" fmla="*/ 11870776 w 12193149"/>
              <a:gd name="connsiteY21" fmla="*/ 777816 h 2344739"/>
              <a:gd name="connsiteX22" fmla="*/ 11813376 w 12193149"/>
              <a:gd name="connsiteY22" fmla="*/ 797659 h 2344739"/>
              <a:gd name="connsiteX23" fmla="*/ 11749767 w 12193149"/>
              <a:gd name="connsiteY23" fmla="*/ 872002 h 2344739"/>
              <a:gd name="connsiteX24" fmla="*/ 11590693 w 12193149"/>
              <a:gd name="connsiteY24" fmla="*/ 963777 h 2344739"/>
              <a:gd name="connsiteX25" fmla="*/ 11506817 w 12193149"/>
              <a:gd name="connsiteY25" fmla="*/ 1033623 h 2344739"/>
              <a:gd name="connsiteX26" fmla="*/ 11280332 w 12193149"/>
              <a:gd name="connsiteY26" fmla="*/ 1223571 h 2344739"/>
              <a:gd name="connsiteX27" fmla="*/ 11228309 w 12193149"/>
              <a:gd name="connsiteY27" fmla="*/ 1276236 h 2344739"/>
              <a:gd name="connsiteX28" fmla="*/ 11218087 w 12193149"/>
              <a:gd name="connsiteY28" fmla="*/ 1275961 h 2344739"/>
              <a:gd name="connsiteX29" fmla="*/ 11217184 w 12193149"/>
              <a:gd name="connsiteY29" fmla="*/ 1275018 h 2344739"/>
              <a:gd name="connsiteX30" fmla="*/ 11188885 w 12193149"/>
              <a:gd name="connsiteY30" fmla="*/ 1292383 h 2344739"/>
              <a:gd name="connsiteX31" fmla="*/ 11184501 w 12193149"/>
              <a:gd name="connsiteY31" fmla="*/ 1292525 h 2344739"/>
              <a:gd name="connsiteX32" fmla="*/ 11166854 w 12193149"/>
              <a:gd name="connsiteY32" fmla="*/ 1306612 h 2344739"/>
              <a:gd name="connsiteX33" fmla="*/ 11157311 w 12193149"/>
              <a:gd name="connsiteY33" fmla="*/ 1312414 h 2344739"/>
              <a:gd name="connsiteX34" fmla="*/ 11155496 w 12193149"/>
              <a:gd name="connsiteY34" fmla="*/ 1317097 h 2344739"/>
              <a:gd name="connsiteX35" fmla="*/ 11140961 w 12193149"/>
              <a:gd name="connsiteY35" fmla="*/ 1324115 h 2344739"/>
              <a:gd name="connsiteX36" fmla="*/ 11138961 w 12193149"/>
              <a:gd name="connsiteY36" fmla="*/ 1323772 h 2344739"/>
              <a:gd name="connsiteX37" fmla="*/ 11128208 w 12193149"/>
              <a:gd name="connsiteY37" fmla="*/ 1333832 h 2344739"/>
              <a:gd name="connsiteX38" fmla="*/ 11120691 w 12193149"/>
              <a:gd name="connsiteY38" fmla="*/ 1347424 h 2344739"/>
              <a:gd name="connsiteX39" fmla="*/ 10894683 w 12193149"/>
              <a:gd name="connsiteY39" fmla="*/ 1473399 h 2344739"/>
              <a:gd name="connsiteX40" fmla="*/ 10773300 w 12193149"/>
              <a:gd name="connsiteY40" fmla="*/ 1523191 h 2344739"/>
              <a:gd name="connsiteX41" fmla="*/ 10627668 w 12193149"/>
              <a:gd name="connsiteY41" fmla="*/ 1559229 h 2344739"/>
              <a:gd name="connsiteX42" fmla="*/ 10581895 w 12193149"/>
              <a:gd name="connsiteY42" fmla="*/ 1568689 h 2344739"/>
              <a:gd name="connsiteX43" fmla="*/ 10547790 w 12193149"/>
              <a:gd name="connsiteY43" fmla="*/ 1598423 h 2344739"/>
              <a:gd name="connsiteX44" fmla="*/ 10529643 w 12193149"/>
              <a:gd name="connsiteY44" fmla="*/ 1596907 h 2344739"/>
              <a:gd name="connsiteX45" fmla="*/ 10526446 w 12193149"/>
              <a:gd name="connsiteY45" fmla="*/ 1596411 h 2344739"/>
              <a:gd name="connsiteX46" fmla="*/ 10515129 w 12193149"/>
              <a:gd name="connsiteY46" fmla="*/ 1599537 h 2344739"/>
              <a:gd name="connsiteX47" fmla="*/ 10491735 w 12193149"/>
              <a:gd name="connsiteY47" fmla="*/ 1594156 h 2344739"/>
              <a:gd name="connsiteX48" fmla="*/ 10471418 w 12193149"/>
              <a:gd name="connsiteY48" fmla="*/ 1601693 h 2344739"/>
              <a:gd name="connsiteX49" fmla="*/ 10377042 w 12193149"/>
              <a:gd name="connsiteY49" fmla="*/ 1644598 h 2344739"/>
              <a:gd name="connsiteX50" fmla="*/ 10319338 w 12193149"/>
              <a:gd name="connsiteY50" fmla="*/ 1666221 h 2344739"/>
              <a:gd name="connsiteX51" fmla="*/ 10295467 w 12193149"/>
              <a:gd name="connsiteY51" fmla="*/ 1668079 h 2344739"/>
              <a:gd name="connsiteX52" fmla="*/ 10263443 w 12193149"/>
              <a:gd name="connsiteY52" fmla="*/ 1674948 h 2344739"/>
              <a:gd name="connsiteX53" fmla="*/ 10205418 w 12193149"/>
              <a:gd name="connsiteY53" fmla="*/ 1682149 h 2344739"/>
              <a:gd name="connsiteX54" fmla="*/ 10177759 w 12193149"/>
              <a:gd name="connsiteY54" fmla="*/ 1692943 h 2344739"/>
              <a:gd name="connsiteX55" fmla="*/ 10165070 w 12193149"/>
              <a:gd name="connsiteY55" fmla="*/ 1693739 h 2344739"/>
              <a:gd name="connsiteX56" fmla="*/ 10156308 w 12193149"/>
              <a:gd name="connsiteY56" fmla="*/ 1707487 h 2344739"/>
              <a:gd name="connsiteX57" fmla="*/ 10118267 w 12193149"/>
              <a:gd name="connsiteY57" fmla="*/ 1731142 h 2344739"/>
              <a:gd name="connsiteX58" fmla="*/ 10101593 w 12193149"/>
              <a:gd name="connsiteY58" fmla="*/ 1742432 h 2344739"/>
              <a:gd name="connsiteX59" fmla="*/ 10083317 w 12193149"/>
              <a:gd name="connsiteY59" fmla="*/ 1743296 h 2344739"/>
              <a:gd name="connsiteX60" fmla="*/ 10040388 w 12193149"/>
              <a:gd name="connsiteY60" fmla="*/ 1741632 h 2344739"/>
              <a:gd name="connsiteX61" fmla="*/ 9961167 w 12193149"/>
              <a:gd name="connsiteY61" fmla="*/ 1757147 h 2344739"/>
              <a:gd name="connsiteX62" fmla="*/ 9848940 w 12193149"/>
              <a:gd name="connsiteY62" fmla="*/ 1763915 h 2344739"/>
              <a:gd name="connsiteX63" fmla="*/ 9729457 w 12193149"/>
              <a:gd name="connsiteY63" fmla="*/ 1784122 h 2344739"/>
              <a:gd name="connsiteX64" fmla="*/ 9585655 w 12193149"/>
              <a:gd name="connsiteY64" fmla="*/ 1795542 h 2344739"/>
              <a:gd name="connsiteX65" fmla="*/ 9344200 w 12193149"/>
              <a:gd name="connsiteY65" fmla="*/ 1841244 h 2344739"/>
              <a:gd name="connsiteX66" fmla="*/ 9232518 w 12193149"/>
              <a:gd name="connsiteY66" fmla="*/ 1893149 h 2344739"/>
              <a:gd name="connsiteX67" fmla="*/ 9195958 w 12193149"/>
              <a:gd name="connsiteY67" fmla="*/ 1903228 h 2344739"/>
              <a:gd name="connsiteX68" fmla="*/ 9190394 w 12193149"/>
              <a:gd name="connsiteY68" fmla="*/ 1912467 h 2344739"/>
              <a:gd name="connsiteX69" fmla="*/ 9114960 w 12193149"/>
              <a:gd name="connsiteY69" fmla="*/ 1919069 h 2344739"/>
              <a:gd name="connsiteX70" fmla="*/ 9054601 w 12193149"/>
              <a:gd name="connsiteY70" fmla="*/ 1910755 h 2344739"/>
              <a:gd name="connsiteX71" fmla="*/ 9006634 w 12193149"/>
              <a:gd name="connsiteY71" fmla="*/ 1914040 h 2344739"/>
              <a:gd name="connsiteX72" fmla="*/ 9006349 w 12193149"/>
              <a:gd name="connsiteY72" fmla="*/ 1913800 h 2344739"/>
              <a:gd name="connsiteX73" fmla="*/ 8997380 w 12193149"/>
              <a:gd name="connsiteY73" fmla="*/ 1915011 h 2344739"/>
              <a:gd name="connsiteX74" fmla="*/ 8991542 w 12193149"/>
              <a:gd name="connsiteY74" fmla="*/ 1917072 h 2344739"/>
              <a:gd name="connsiteX75" fmla="*/ 8975485 w 12193149"/>
              <a:gd name="connsiteY75" fmla="*/ 1920298 h 2344739"/>
              <a:gd name="connsiteX76" fmla="*/ 8969159 w 12193149"/>
              <a:gd name="connsiteY76" fmla="*/ 1919598 h 2344739"/>
              <a:gd name="connsiteX77" fmla="*/ 8964196 w 12193149"/>
              <a:gd name="connsiteY77" fmla="*/ 1917373 h 2344739"/>
              <a:gd name="connsiteX78" fmla="*/ 8930136 w 12193149"/>
              <a:gd name="connsiteY78" fmla="*/ 1914185 h 2344739"/>
              <a:gd name="connsiteX79" fmla="*/ 8753592 w 12193149"/>
              <a:gd name="connsiteY79" fmla="*/ 1933417 h 2344739"/>
              <a:gd name="connsiteX80" fmla="*/ 8708995 w 12193149"/>
              <a:gd name="connsiteY80" fmla="*/ 1935518 h 2344739"/>
              <a:gd name="connsiteX81" fmla="*/ 8597219 w 12193149"/>
              <a:gd name="connsiteY81" fmla="*/ 1944090 h 2344739"/>
              <a:gd name="connsiteX82" fmla="*/ 8526378 w 12193149"/>
              <a:gd name="connsiteY82" fmla="*/ 1929248 h 2344739"/>
              <a:gd name="connsiteX83" fmla="*/ 8512131 w 12193149"/>
              <a:gd name="connsiteY83" fmla="*/ 1935163 h 2344739"/>
              <a:gd name="connsiteX84" fmla="*/ 8507315 w 12193149"/>
              <a:gd name="connsiteY84" fmla="*/ 1938164 h 2344739"/>
              <a:gd name="connsiteX85" fmla="*/ 8499116 w 12193149"/>
              <a:gd name="connsiteY85" fmla="*/ 1940902 h 2344739"/>
              <a:gd name="connsiteX86" fmla="*/ 8498742 w 12193149"/>
              <a:gd name="connsiteY86" fmla="*/ 1940723 h 2344739"/>
              <a:gd name="connsiteX87" fmla="*/ 8491397 w 12193149"/>
              <a:gd name="connsiteY87" fmla="*/ 1943773 h 2344739"/>
              <a:gd name="connsiteX88" fmla="*/ 8368330 w 12193149"/>
              <a:gd name="connsiteY88" fmla="*/ 1957815 h 2344739"/>
              <a:gd name="connsiteX89" fmla="*/ 8354947 w 12193149"/>
              <a:gd name="connsiteY89" fmla="*/ 1958009 h 2344739"/>
              <a:gd name="connsiteX90" fmla="*/ 8321252 w 12193149"/>
              <a:gd name="connsiteY90" fmla="*/ 1974587 h 2344739"/>
              <a:gd name="connsiteX91" fmla="*/ 8315581 w 12193149"/>
              <a:gd name="connsiteY91" fmla="*/ 1974913 h 2344739"/>
              <a:gd name="connsiteX92" fmla="*/ 8296322 w 12193149"/>
              <a:gd name="connsiteY92" fmla="*/ 1988808 h 2344739"/>
              <a:gd name="connsiteX93" fmla="*/ 8285424 w 12193149"/>
              <a:gd name="connsiteY93" fmla="*/ 1994631 h 2344739"/>
              <a:gd name="connsiteX94" fmla="*/ 8284298 w 12193149"/>
              <a:gd name="connsiteY94" fmla="*/ 1999074 h 2344739"/>
              <a:gd name="connsiteX95" fmla="*/ 8267224 w 12193149"/>
              <a:gd name="connsiteY95" fmla="*/ 2006249 h 2344739"/>
              <a:gd name="connsiteX96" fmla="*/ 8264525 w 12193149"/>
              <a:gd name="connsiteY96" fmla="*/ 2006019 h 2344739"/>
              <a:gd name="connsiteX97" fmla="*/ 8253181 w 12193149"/>
              <a:gd name="connsiteY97" fmla="*/ 2015862 h 2344739"/>
              <a:gd name="connsiteX98" fmla="*/ 8246982 w 12193149"/>
              <a:gd name="connsiteY98" fmla="*/ 2028854 h 2344739"/>
              <a:gd name="connsiteX99" fmla="*/ 8091420 w 12193149"/>
              <a:gd name="connsiteY99" fmla="*/ 2075015 h 2344739"/>
              <a:gd name="connsiteX100" fmla="*/ 7906555 w 12193149"/>
              <a:gd name="connsiteY100" fmla="*/ 2116988 h 2344739"/>
              <a:gd name="connsiteX101" fmla="*/ 7719893 w 12193149"/>
              <a:gd name="connsiteY101" fmla="*/ 2142703 h 2344739"/>
              <a:gd name="connsiteX102" fmla="*/ 7615495 w 12193149"/>
              <a:gd name="connsiteY102" fmla="*/ 2139232 h 2344739"/>
              <a:gd name="connsiteX103" fmla="*/ 7528691 w 12193149"/>
              <a:gd name="connsiteY103" fmla="*/ 2145060 h 2344739"/>
              <a:gd name="connsiteX104" fmla="*/ 7520719 w 12193149"/>
              <a:gd name="connsiteY104" fmla="*/ 2147613 h 2344739"/>
              <a:gd name="connsiteX105" fmla="*/ 7508559 w 12193149"/>
              <a:gd name="connsiteY105" fmla="*/ 2148948 h 2344739"/>
              <a:gd name="connsiteX106" fmla="*/ 7508188 w 12193149"/>
              <a:gd name="connsiteY106" fmla="*/ 2148621 h 2344739"/>
              <a:gd name="connsiteX107" fmla="*/ 7496943 w 12193149"/>
              <a:gd name="connsiteY107" fmla="*/ 2150573 h 2344739"/>
              <a:gd name="connsiteX108" fmla="*/ 7406539 w 12193149"/>
              <a:gd name="connsiteY108" fmla="*/ 2142468 h 2344739"/>
              <a:gd name="connsiteX109" fmla="*/ 7219707 w 12193149"/>
              <a:gd name="connsiteY109" fmla="*/ 2156680 h 2344739"/>
              <a:gd name="connsiteX110" fmla="*/ 7202249 w 12193149"/>
              <a:gd name="connsiteY110" fmla="*/ 2161230 h 2344739"/>
              <a:gd name="connsiteX111" fmla="*/ 7198152 w 12193149"/>
              <a:gd name="connsiteY111" fmla="*/ 2166588 h 2344739"/>
              <a:gd name="connsiteX112" fmla="*/ 7171956 w 12193149"/>
              <a:gd name="connsiteY112" fmla="*/ 2171236 h 2344739"/>
              <a:gd name="connsiteX113" fmla="*/ 7098136 w 12193149"/>
              <a:gd name="connsiteY113" fmla="*/ 2183464 h 2344739"/>
              <a:gd name="connsiteX114" fmla="*/ 7019644 w 12193149"/>
              <a:gd name="connsiteY114" fmla="*/ 2183090 h 2344739"/>
              <a:gd name="connsiteX115" fmla="*/ 6905294 w 12193149"/>
              <a:gd name="connsiteY115" fmla="*/ 2212596 h 2344739"/>
              <a:gd name="connsiteX116" fmla="*/ 6709370 w 12193149"/>
              <a:gd name="connsiteY116" fmla="*/ 2240551 h 2344739"/>
              <a:gd name="connsiteX117" fmla="*/ 6550602 w 12193149"/>
              <a:gd name="connsiteY117" fmla="*/ 2269327 h 2344739"/>
              <a:gd name="connsiteX118" fmla="*/ 6318708 w 12193149"/>
              <a:gd name="connsiteY118" fmla="*/ 2316127 h 2344739"/>
              <a:gd name="connsiteX119" fmla="*/ 6169822 w 12193149"/>
              <a:gd name="connsiteY119" fmla="*/ 2318214 h 2344739"/>
              <a:gd name="connsiteX120" fmla="*/ 6074996 w 12193149"/>
              <a:gd name="connsiteY120" fmla="*/ 2338676 h 2344739"/>
              <a:gd name="connsiteX121" fmla="*/ 6069677 w 12193149"/>
              <a:gd name="connsiteY121" fmla="*/ 2337139 h 2344739"/>
              <a:gd name="connsiteX122" fmla="*/ 6049786 w 12193149"/>
              <a:gd name="connsiteY122" fmla="*/ 2337822 h 2344739"/>
              <a:gd name="connsiteX123" fmla="*/ 6042433 w 12193149"/>
              <a:gd name="connsiteY123" fmla="*/ 2329473 h 2344739"/>
              <a:gd name="connsiteX124" fmla="*/ 6011238 w 12193149"/>
              <a:gd name="connsiteY124" fmla="*/ 2324380 h 2344739"/>
              <a:gd name="connsiteX125" fmla="*/ 5958523 w 12193149"/>
              <a:gd name="connsiteY125" fmla="*/ 2328024 h 2344739"/>
              <a:gd name="connsiteX126" fmla="*/ 5760067 w 12193149"/>
              <a:gd name="connsiteY126" fmla="*/ 2343716 h 2344739"/>
              <a:gd name="connsiteX127" fmla="*/ 5628108 w 12193149"/>
              <a:gd name="connsiteY127" fmla="*/ 2344739 h 2344739"/>
              <a:gd name="connsiteX128" fmla="*/ 5472054 w 12193149"/>
              <a:gd name="connsiteY128" fmla="*/ 2330719 h 2344739"/>
              <a:gd name="connsiteX129" fmla="*/ 5433909 w 12193149"/>
              <a:gd name="connsiteY129" fmla="*/ 2319466 h 2344739"/>
              <a:gd name="connsiteX130" fmla="*/ 5382817 w 12193149"/>
              <a:gd name="connsiteY130" fmla="*/ 2301764 h 2344739"/>
              <a:gd name="connsiteX131" fmla="*/ 5262912 w 12193149"/>
              <a:gd name="connsiteY131" fmla="*/ 2281347 h 2344739"/>
              <a:gd name="connsiteX132" fmla="*/ 5224109 w 12193149"/>
              <a:gd name="connsiteY132" fmla="*/ 2270223 h 2344739"/>
              <a:gd name="connsiteX133" fmla="*/ 5175808 w 12193149"/>
              <a:gd name="connsiteY133" fmla="*/ 2267233 h 2344739"/>
              <a:gd name="connsiteX134" fmla="*/ 5157702 w 12193149"/>
              <a:gd name="connsiteY134" fmla="*/ 2260010 h 2344739"/>
              <a:gd name="connsiteX135" fmla="*/ 5143747 w 12193149"/>
              <a:gd name="connsiteY135" fmla="*/ 2256610 h 2344739"/>
              <a:gd name="connsiteX136" fmla="*/ 5140744 w 12193149"/>
              <a:gd name="connsiteY136" fmla="*/ 2254509 h 2344739"/>
              <a:gd name="connsiteX137" fmla="*/ 5122807 w 12193149"/>
              <a:gd name="connsiteY137" fmla="*/ 2243656 h 2344739"/>
              <a:gd name="connsiteX138" fmla="*/ 5066938 w 12193149"/>
              <a:gd name="connsiteY138" fmla="*/ 2250227 h 2344739"/>
              <a:gd name="connsiteX139" fmla="*/ 5012662 w 12193149"/>
              <a:gd name="connsiteY139" fmla="*/ 2233846 h 2344739"/>
              <a:gd name="connsiteX140" fmla="*/ 4841589 w 12193149"/>
              <a:gd name="connsiteY140" fmla="*/ 2209829 h 2344739"/>
              <a:gd name="connsiteX141" fmla="*/ 4763595 w 12193149"/>
              <a:gd name="connsiteY141" fmla="*/ 2182061 h 2344739"/>
              <a:gd name="connsiteX142" fmla="*/ 4724334 w 12193149"/>
              <a:gd name="connsiteY142" fmla="*/ 2173047 h 2344739"/>
              <a:gd name="connsiteX143" fmla="*/ 4722324 w 12193149"/>
              <a:gd name="connsiteY143" fmla="*/ 2172298 h 2344739"/>
              <a:gd name="connsiteX144" fmla="*/ 4723259 w 12193149"/>
              <a:gd name="connsiteY144" fmla="*/ 2172087 h 2344739"/>
              <a:gd name="connsiteX145" fmla="*/ 4718350 w 12193149"/>
              <a:gd name="connsiteY145" fmla="*/ 2170817 h 2344739"/>
              <a:gd name="connsiteX146" fmla="*/ 4722324 w 12193149"/>
              <a:gd name="connsiteY146" fmla="*/ 2172298 h 2344739"/>
              <a:gd name="connsiteX147" fmla="*/ 4716674 w 12193149"/>
              <a:gd name="connsiteY147" fmla="*/ 2173573 h 2344739"/>
              <a:gd name="connsiteX148" fmla="*/ 4516962 w 12193149"/>
              <a:gd name="connsiteY148" fmla="*/ 2163671 h 2344739"/>
              <a:gd name="connsiteX149" fmla="*/ 4429691 w 12193149"/>
              <a:gd name="connsiteY149" fmla="*/ 2153020 h 2344739"/>
              <a:gd name="connsiteX150" fmla="*/ 4364023 w 12193149"/>
              <a:gd name="connsiteY150" fmla="*/ 2151674 h 2344739"/>
              <a:gd name="connsiteX151" fmla="*/ 4318114 w 12193149"/>
              <a:gd name="connsiteY151" fmla="*/ 2158289 h 2344739"/>
              <a:gd name="connsiteX152" fmla="*/ 4316258 w 12193149"/>
              <a:gd name="connsiteY152" fmla="*/ 2156948 h 2344739"/>
              <a:gd name="connsiteX153" fmla="*/ 4296292 w 12193149"/>
              <a:gd name="connsiteY153" fmla="*/ 2155069 h 2344739"/>
              <a:gd name="connsiteX154" fmla="*/ 4291212 w 12193149"/>
              <a:gd name="connsiteY154" fmla="*/ 2157986 h 2344739"/>
              <a:gd name="connsiteX155" fmla="*/ 4277290 w 12193149"/>
              <a:gd name="connsiteY155" fmla="*/ 2157740 h 2344739"/>
              <a:gd name="connsiteX156" fmla="*/ 4249265 w 12193149"/>
              <a:gd name="connsiteY156" fmla="*/ 2160064 h 2344739"/>
              <a:gd name="connsiteX157" fmla="*/ 4203199 w 12193149"/>
              <a:gd name="connsiteY157" fmla="*/ 2157269 h 2344739"/>
              <a:gd name="connsiteX158" fmla="*/ 4202893 w 12193149"/>
              <a:gd name="connsiteY158" fmla="*/ 2156010 h 2344739"/>
              <a:gd name="connsiteX159" fmla="*/ 4192396 w 12193149"/>
              <a:gd name="connsiteY159" fmla="*/ 2150376 h 2344739"/>
              <a:gd name="connsiteX160" fmla="*/ 4143893 w 12193149"/>
              <a:gd name="connsiteY160" fmla="*/ 2134511 h 2344739"/>
              <a:gd name="connsiteX161" fmla="*/ 4084245 w 12193149"/>
              <a:gd name="connsiteY161" fmla="*/ 2107978 h 2344739"/>
              <a:gd name="connsiteX162" fmla="*/ 4075694 w 12193149"/>
              <a:gd name="connsiteY162" fmla="*/ 2107143 h 2344739"/>
              <a:gd name="connsiteX163" fmla="*/ 4075575 w 12193149"/>
              <a:gd name="connsiteY163" fmla="*/ 2106844 h 2344739"/>
              <a:gd name="connsiteX164" fmla="*/ 4066658 w 12193149"/>
              <a:gd name="connsiteY164" fmla="*/ 2105400 h 2344739"/>
              <a:gd name="connsiteX165" fmla="*/ 4060102 w 12193149"/>
              <a:gd name="connsiteY165" fmla="*/ 2105618 h 2344739"/>
              <a:gd name="connsiteX166" fmla="*/ 4043512 w 12193149"/>
              <a:gd name="connsiteY166" fmla="*/ 2103997 h 2344739"/>
              <a:gd name="connsiteX167" fmla="*/ 4038145 w 12193149"/>
              <a:gd name="connsiteY167" fmla="*/ 2101563 h 2344739"/>
              <a:gd name="connsiteX168" fmla="*/ 4036511 w 12193149"/>
              <a:gd name="connsiteY168" fmla="*/ 2097896 h 2344739"/>
              <a:gd name="connsiteX169" fmla="*/ 4034926 w 12193149"/>
              <a:gd name="connsiteY169" fmla="*/ 2098131 h 2344739"/>
              <a:gd name="connsiteX170" fmla="*/ 4005686 w 12193149"/>
              <a:gd name="connsiteY170" fmla="*/ 2085563 h 2344739"/>
              <a:gd name="connsiteX171" fmla="*/ 3937994 w 12193149"/>
              <a:gd name="connsiteY171" fmla="*/ 2068106 h 2344739"/>
              <a:gd name="connsiteX172" fmla="*/ 3898423 w 12193149"/>
              <a:gd name="connsiteY172" fmla="*/ 2062451 h 2344739"/>
              <a:gd name="connsiteX173" fmla="*/ 3790908 w 12193149"/>
              <a:gd name="connsiteY173" fmla="*/ 2042213 h 2344739"/>
              <a:gd name="connsiteX174" fmla="*/ 3683661 w 12193149"/>
              <a:gd name="connsiteY174" fmla="*/ 2018290 h 2344739"/>
              <a:gd name="connsiteX175" fmla="*/ 3611183 w 12193149"/>
              <a:gd name="connsiteY175" fmla="*/ 1986019 h 2344739"/>
              <a:gd name="connsiteX176" fmla="*/ 3605003 w 12193149"/>
              <a:gd name="connsiteY176" fmla="*/ 1987381 h 2344739"/>
              <a:gd name="connsiteX177" fmla="*/ 3595884 w 12193149"/>
              <a:gd name="connsiteY177" fmla="*/ 1987545 h 2344739"/>
              <a:gd name="connsiteX178" fmla="*/ 3595649 w 12193149"/>
              <a:gd name="connsiteY178" fmla="*/ 1987276 h 2344739"/>
              <a:gd name="connsiteX179" fmla="*/ 3587126 w 12193149"/>
              <a:gd name="connsiteY179" fmla="*/ 1987966 h 2344739"/>
              <a:gd name="connsiteX180" fmla="*/ 3537283 w 12193149"/>
              <a:gd name="connsiteY180" fmla="*/ 1978267 h 2344739"/>
              <a:gd name="connsiteX181" fmla="*/ 3474371 w 12193149"/>
              <a:gd name="connsiteY181" fmla="*/ 1974606 h 2344739"/>
              <a:gd name="connsiteX182" fmla="*/ 3401876 w 12193149"/>
              <a:gd name="connsiteY182" fmla="*/ 1962558 h 2344739"/>
              <a:gd name="connsiteX183" fmla="*/ 3365036 w 12193149"/>
              <a:gd name="connsiteY183" fmla="*/ 1979510 h 2344739"/>
              <a:gd name="connsiteX184" fmla="*/ 3345174 w 12193149"/>
              <a:gd name="connsiteY184" fmla="*/ 1981192 h 2344739"/>
              <a:gd name="connsiteX185" fmla="*/ 3342846 w 12193149"/>
              <a:gd name="connsiteY185" fmla="*/ 1980217 h 2344739"/>
              <a:gd name="connsiteX186" fmla="*/ 3263504 w 12193149"/>
              <a:gd name="connsiteY186" fmla="*/ 1986094 h 2344739"/>
              <a:gd name="connsiteX187" fmla="*/ 3143704 w 12193149"/>
              <a:gd name="connsiteY187" fmla="*/ 1993869 h 2344739"/>
              <a:gd name="connsiteX188" fmla="*/ 3031439 w 12193149"/>
              <a:gd name="connsiteY188" fmla="*/ 1996512 h 2344739"/>
              <a:gd name="connsiteX189" fmla="*/ 2782717 w 12193149"/>
              <a:gd name="connsiteY189" fmla="*/ 2018333 h 2344739"/>
              <a:gd name="connsiteX190" fmla="*/ 2647675 w 12193149"/>
              <a:gd name="connsiteY190" fmla="*/ 2028869 h 2344739"/>
              <a:gd name="connsiteX191" fmla="*/ 2569176 w 12193149"/>
              <a:gd name="connsiteY191" fmla="*/ 2002628 h 2344739"/>
              <a:gd name="connsiteX192" fmla="*/ 2444403 w 12193149"/>
              <a:gd name="connsiteY192" fmla="*/ 2016529 h 2344739"/>
              <a:gd name="connsiteX193" fmla="*/ 2316260 w 12193149"/>
              <a:gd name="connsiteY193" fmla="*/ 2024996 h 2344739"/>
              <a:gd name="connsiteX194" fmla="*/ 2209726 w 12193149"/>
              <a:gd name="connsiteY194" fmla="*/ 2019763 h 2344739"/>
              <a:gd name="connsiteX195" fmla="*/ 2095813 w 12193149"/>
              <a:gd name="connsiteY195" fmla="*/ 2003052 h 2344739"/>
              <a:gd name="connsiteX196" fmla="*/ 1998504 w 12193149"/>
              <a:gd name="connsiteY196" fmla="*/ 1995032 h 2344739"/>
              <a:gd name="connsiteX197" fmla="*/ 1929320 w 12193149"/>
              <a:gd name="connsiteY197" fmla="*/ 2016977 h 2344739"/>
              <a:gd name="connsiteX198" fmla="*/ 1922798 w 12193149"/>
              <a:gd name="connsiteY198" fmla="*/ 2012146 h 2344739"/>
              <a:gd name="connsiteX199" fmla="*/ 1874228 w 12193149"/>
              <a:gd name="connsiteY199" fmla="*/ 2013741 h 2344739"/>
              <a:gd name="connsiteX200" fmla="*/ 1787803 w 12193149"/>
              <a:gd name="connsiteY200" fmla="*/ 2041363 h 2344739"/>
              <a:gd name="connsiteX201" fmla="*/ 1739352 w 12193149"/>
              <a:gd name="connsiteY201" fmla="*/ 2036312 h 2344739"/>
              <a:gd name="connsiteX202" fmla="*/ 1676219 w 12193149"/>
              <a:gd name="connsiteY202" fmla="*/ 2019963 h 2344739"/>
              <a:gd name="connsiteX203" fmla="*/ 1609817 w 12193149"/>
              <a:gd name="connsiteY203" fmla="*/ 2013066 h 2344739"/>
              <a:gd name="connsiteX204" fmla="*/ 1497258 w 12193149"/>
              <a:gd name="connsiteY204" fmla="*/ 1987476 h 2344739"/>
              <a:gd name="connsiteX205" fmla="*/ 1151127 w 12193149"/>
              <a:gd name="connsiteY205" fmla="*/ 1938041 h 2344739"/>
              <a:gd name="connsiteX206" fmla="*/ 859417 w 12193149"/>
              <a:gd name="connsiteY206" fmla="*/ 1928608 h 2344739"/>
              <a:gd name="connsiteX207" fmla="*/ 838688 w 12193149"/>
              <a:gd name="connsiteY207" fmla="*/ 1929821 h 2344739"/>
              <a:gd name="connsiteX208" fmla="*/ 817957 w 12193149"/>
              <a:gd name="connsiteY208" fmla="*/ 1927857 h 2344739"/>
              <a:gd name="connsiteX209" fmla="*/ 812654 w 12193149"/>
              <a:gd name="connsiteY209" fmla="*/ 1930751 h 2344739"/>
              <a:gd name="connsiteX210" fmla="*/ 721195 w 12193149"/>
              <a:gd name="connsiteY210" fmla="*/ 1929661 h 2344739"/>
              <a:gd name="connsiteX211" fmla="*/ 720890 w 12193149"/>
              <a:gd name="connsiteY211" fmla="*/ 1928399 h 2344739"/>
              <a:gd name="connsiteX212" fmla="*/ 710023 w 12193149"/>
              <a:gd name="connsiteY212" fmla="*/ 1922722 h 2344739"/>
              <a:gd name="connsiteX213" fmla="*/ 597940 w 12193149"/>
              <a:gd name="connsiteY213" fmla="*/ 1879864 h 2344739"/>
              <a:gd name="connsiteX214" fmla="*/ 579683 w 12193149"/>
              <a:gd name="connsiteY214" fmla="*/ 1877212 h 2344739"/>
              <a:gd name="connsiteX215" fmla="*/ 572865 w 12193149"/>
              <a:gd name="connsiteY215" fmla="*/ 1877401 h 2344739"/>
              <a:gd name="connsiteX216" fmla="*/ 446247 w 12193149"/>
              <a:gd name="connsiteY216" fmla="*/ 1839371 h 2344739"/>
              <a:gd name="connsiteX217" fmla="*/ 405163 w 12193149"/>
              <a:gd name="connsiteY217" fmla="*/ 1833548 h 2344739"/>
              <a:gd name="connsiteX218" fmla="*/ 293583 w 12193149"/>
              <a:gd name="connsiteY218" fmla="*/ 1812852 h 2344739"/>
              <a:gd name="connsiteX219" fmla="*/ 119529 w 12193149"/>
              <a:gd name="connsiteY219" fmla="*/ 1761047 h 2344739"/>
              <a:gd name="connsiteX220" fmla="*/ 16674 w 12193149"/>
              <a:gd name="connsiteY220" fmla="*/ 1758191 h 2344739"/>
              <a:gd name="connsiteX221" fmla="*/ 1150 w 12193149"/>
              <a:gd name="connsiteY221" fmla="*/ 1752722 h 2344739"/>
              <a:gd name="connsiteX222" fmla="*/ 1148 w 12193149"/>
              <a:gd name="connsiteY222" fmla="*/ 222213 h 2344739"/>
              <a:gd name="connsiteX223" fmla="*/ 1148 w 12193149"/>
              <a:gd name="connsiteY223" fmla="*/ 0 h 2344739"/>
              <a:gd name="connsiteX0" fmla="*/ 1148 w 12193149"/>
              <a:gd name="connsiteY0" fmla="*/ 0 h 2344739"/>
              <a:gd name="connsiteX1" fmla="*/ 12193148 w 12193149"/>
              <a:gd name="connsiteY1" fmla="*/ 0 h 2344739"/>
              <a:gd name="connsiteX2" fmla="*/ 12193148 w 12193149"/>
              <a:gd name="connsiteY2" fmla="*/ 222213 h 2344739"/>
              <a:gd name="connsiteX3" fmla="*/ 12193148 w 12193149"/>
              <a:gd name="connsiteY3" fmla="*/ 389190 h 2344739"/>
              <a:gd name="connsiteX4" fmla="*/ 12193149 w 12193149"/>
              <a:gd name="connsiteY4" fmla="*/ 579739 h 2344739"/>
              <a:gd name="connsiteX5" fmla="*/ 12185986 w 12193149"/>
              <a:gd name="connsiteY5" fmla="*/ 584189 h 2344739"/>
              <a:gd name="connsiteX6" fmla="*/ 12156363 w 12193149"/>
              <a:gd name="connsiteY6" fmla="*/ 597366 h 2344739"/>
              <a:gd name="connsiteX7" fmla="*/ 12139215 w 12193149"/>
              <a:gd name="connsiteY7" fmla="*/ 623179 h 2344739"/>
              <a:gd name="connsiteX8" fmla="*/ 12126327 w 12193149"/>
              <a:gd name="connsiteY8" fmla="*/ 624690 h 2344739"/>
              <a:gd name="connsiteX9" fmla="*/ 12124007 w 12193149"/>
              <a:gd name="connsiteY9" fmla="*/ 624794 h 2344739"/>
              <a:gd name="connsiteX10" fmla="*/ 12116854 w 12193149"/>
              <a:gd name="connsiteY10" fmla="*/ 628608 h 2344739"/>
              <a:gd name="connsiteX11" fmla="*/ 12099497 w 12193149"/>
              <a:gd name="connsiteY11" fmla="*/ 628139 h 2344739"/>
              <a:gd name="connsiteX12" fmla="*/ 12087073 w 12193149"/>
              <a:gd name="connsiteY12" fmla="*/ 636341 h 2344739"/>
              <a:gd name="connsiteX13" fmla="*/ 12031073 w 12193149"/>
              <a:gd name="connsiteY13" fmla="*/ 680009 h 2344739"/>
              <a:gd name="connsiteX14" fmla="*/ 11995833 w 12193149"/>
              <a:gd name="connsiteY14" fmla="*/ 703458 h 2344739"/>
              <a:gd name="connsiteX15" fmla="*/ 11979717 w 12193149"/>
              <a:gd name="connsiteY15" fmla="*/ 708161 h 2344739"/>
              <a:gd name="connsiteX16" fmla="*/ 11959046 w 12193149"/>
              <a:gd name="connsiteY16" fmla="*/ 717558 h 2344739"/>
              <a:gd name="connsiteX17" fmla="*/ 11920454 w 12193149"/>
              <a:gd name="connsiteY17" fmla="*/ 730883 h 2344739"/>
              <a:gd name="connsiteX18" fmla="*/ 11903656 w 12193149"/>
              <a:gd name="connsiteY18" fmla="*/ 742426 h 2344739"/>
              <a:gd name="connsiteX19" fmla="*/ 11895048 w 12193149"/>
              <a:gd name="connsiteY19" fmla="*/ 744791 h 2344739"/>
              <a:gd name="connsiteX20" fmla="*/ 11891968 w 12193149"/>
              <a:gd name="connsiteY20" fmla="*/ 755729 h 2344739"/>
              <a:gd name="connsiteX21" fmla="*/ 11870776 w 12193149"/>
              <a:gd name="connsiteY21" fmla="*/ 777816 h 2344739"/>
              <a:gd name="connsiteX22" fmla="*/ 11813376 w 12193149"/>
              <a:gd name="connsiteY22" fmla="*/ 797659 h 2344739"/>
              <a:gd name="connsiteX23" fmla="*/ 11749767 w 12193149"/>
              <a:gd name="connsiteY23" fmla="*/ 872002 h 2344739"/>
              <a:gd name="connsiteX24" fmla="*/ 11590693 w 12193149"/>
              <a:gd name="connsiteY24" fmla="*/ 963777 h 2344739"/>
              <a:gd name="connsiteX25" fmla="*/ 11506817 w 12193149"/>
              <a:gd name="connsiteY25" fmla="*/ 1033623 h 2344739"/>
              <a:gd name="connsiteX26" fmla="*/ 11280332 w 12193149"/>
              <a:gd name="connsiteY26" fmla="*/ 1223571 h 2344739"/>
              <a:gd name="connsiteX27" fmla="*/ 11228309 w 12193149"/>
              <a:gd name="connsiteY27" fmla="*/ 1276236 h 2344739"/>
              <a:gd name="connsiteX28" fmla="*/ 11218087 w 12193149"/>
              <a:gd name="connsiteY28" fmla="*/ 1275961 h 2344739"/>
              <a:gd name="connsiteX29" fmla="*/ 11217184 w 12193149"/>
              <a:gd name="connsiteY29" fmla="*/ 1275018 h 2344739"/>
              <a:gd name="connsiteX30" fmla="*/ 11188885 w 12193149"/>
              <a:gd name="connsiteY30" fmla="*/ 1292383 h 2344739"/>
              <a:gd name="connsiteX31" fmla="*/ 11184501 w 12193149"/>
              <a:gd name="connsiteY31" fmla="*/ 1292525 h 2344739"/>
              <a:gd name="connsiteX32" fmla="*/ 11166854 w 12193149"/>
              <a:gd name="connsiteY32" fmla="*/ 1306612 h 2344739"/>
              <a:gd name="connsiteX33" fmla="*/ 11157311 w 12193149"/>
              <a:gd name="connsiteY33" fmla="*/ 1312414 h 2344739"/>
              <a:gd name="connsiteX34" fmla="*/ 11155496 w 12193149"/>
              <a:gd name="connsiteY34" fmla="*/ 1317097 h 2344739"/>
              <a:gd name="connsiteX35" fmla="*/ 11140961 w 12193149"/>
              <a:gd name="connsiteY35" fmla="*/ 1324115 h 2344739"/>
              <a:gd name="connsiteX36" fmla="*/ 11138961 w 12193149"/>
              <a:gd name="connsiteY36" fmla="*/ 1323772 h 2344739"/>
              <a:gd name="connsiteX37" fmla="*/ 11128208 w 12193149"/>
              <a:gd name="connsiteY37" fmla="*/ 1333832 h 2344739"/>
              <a:gd name="connsiteX38" fmla="*/ 11120691 w 12193149"/>
              <a:gd name="connsiteY38" fmla="*/ 1347424 h 2344739"/>
              <a:gd name="connsiteX39" fmla="*/ 10894683 w 12193149"/>
              <a:gd name="connsiteY39" fmla="*/ 1473399 h 2344739"/>
              <a:gd name="connsiteX40" fmla="*/ 10773300 w 12193149"/>
              <a:gd name="connsiteY40" fmla="*/ 1523191 h 2344739"/>
              <a:gd name="connsiteX41" fmla="*/ 10627668 w 12193149"/>
              <a:gd name="connsiteY41" fmla="*/ 1559229 h 2344739"/>
              <a:gd name="connsiteX42" fmla="*/ 10581895 w 12193149"/>
              <a:gd name="connsiteY42" fmla="*/ 1568689 h 2344739"/>
              <a:gd name="connsiteX43" fmla="*/ 10547790 w 12193149"/>
              <a:gd name="connsiteY43" fmla="*/ 1598423 h 2344739"/>
              <a:gd name="connsiteX44" fmla="*/ 10529643 w 12193149"/>
              <a:gd name="connsiteY44" fmla="*/ 1596907 h 2344739"/>
              <a:gd name="connsiteX45" fmla="*/ 10526446 w 12193149"/>
              <a:gd name="connsiteY45" fmla="*/ 1596411 h 2344739"/>
              <a:gd name="connsiteX46" fmla="*/ 10515129 w 12193149"/>
              <a:gd name="connsiteY46" fmla="*/ 1599537 h 2344739"/>
              <a:gd name="connsiteX47" fmla="*/ 10491735 w 12193149"/>
              <a:gd name="connsiteY47" fmla="*/ 1594156 h 2344739"/>
              <a:gd name="connsiteX48" fmla="*/ 10471418 w 12193149"/>
              <a:gd name="connsiteY48" fmla="*/ 1601693 h 2344739"/>
              <a:gd name="connsiteX49" fmla="*/ 10377042 w 12193149"/>
              <a:gd name="connsiteY49" fmla="*/ 1644598 h 2344739"/>
              <a:gd name="connsiteX50" fmla="*/ 10319338 w 12193149"/>
              <a:gd name="connsiteY50" fmla="*/ 1666221 h 2344739"/>
              <a:gd name="connsiteX51" fmla="*/ 10295467 w 12193149"/>
              <a:gd name="connsiteY51" fmla="*/ 1668079 h 2344739"/>
              <a:gd name="connsiteX52" fmla="*/ 10263443 w 12193149"/>
              <a:gd name="connsiteY52" fmla="*/ 1674948 h 2344739"/>
              <a:gd name="connsiteX53" fmla="*/ 10205418 w 12193149"/>
              <a:gd name="connsiteY53" fmla="*/ 1682149 h 2344739"/>
              <a:gd name="connsiteX54" fmla="*/ 10177759 w 12193149"/>
              <a:gd name="connsiteY54" fmla="*/ 1692943 h 2344739"/>
              <a:gd name="connsiteX55" fmla="*/ 10165070 w 12193149"/>
              <a:gd name="connsiteY55" fmla="*/ 1693739 h 2344739"/>
              <a:gd name="connsiteX56" fmla="*/ 10156308 w 12193149"/>
              <a:gd name="connsiteY56" fmla="*/ 1707487 h 2344739"/>
              <a:gd name="connsiteX57" fmla="*/ 10118267 w 12193149"/>
              <a:gd name="connsiteY57" fmla="*/ 1731142 h 2344739"/>
              <a:gd name="connsiteX58" fmla="*/ 10101593 w 12193149"/>
              <a:gd name="connsiteY58" fmla="*/ 1742432 h 2344739"/>
              <a:gd name="connsiteX59" fmla="*/ 10083317 w 12193149"/>
              <a:gd name="connsiteY59" fmla="*/ 1743296 h 2344739"/>
              <a:gd name="connsiteX60" fmla="*/ 10040388 w 12193149"/>
              <a:gd name="connsiteY60" fmla="*/ 1741632 h 2344739"/>
              <a:gd name="connsiteX61" fmla="*/ 9961167 w 12193149"/>
              <a:gd name="connsiteY61" fmla="*/ 1757147 h 2344739"/>
              <a:gd name="connsiteX62" fmla="*/ 9848940 w 12193149"/>
              <a:gd name="connsiteY62" fmla="*/ 1763915 h 2344739"/>
              <a:gd name="connsiteX63" fmla="*/ 9729457 w 12193149"/>
              <a:gd name="connsiteY63" fmla="*/ 1784122 h 2344739"/>
              <a:gd name="connsiteX64" fmla="*/ 9585655 w 12193149"/>
              <a:gd name="connsiteY64" fmla="*/ 1795542 h 2344739"/>
              <a:gd name="connsiteX65" fmla="*/ 9344200 w 12193149"/>
              <a:gd name="connsiteY65" fmla="*/ 1841244 h 2344739"/>
              <a:gd name="connsiteX66" fmla="*/ 9232518 w 12193149"/>
              <a:gd name="connsiteY66" fmla="*/ 1893149 h 2344739"/>
              <a:gd name="connsiteX67" fmla="*/ 9195958 w 12193149"/>
              <a:gd name="connsiteY67" fmla="*/ 1903228 h 2344739"/>
              <a:gd name="connsiteX68" fmla="*/ 9114960 w 12193149"/>
              <a:gd name="connsiteY68" fmla="*/ 1919069 h 2344739"/>
              <a:gd name="connsiteX69" fmla="*/ 9054601 w 12193149"/>
              <a:gd name="connsiteY69" fmla="*/ 1910755 h 2344739"/>
              <a:gd name="connsiteX70" fmla="*/ 9006634 w 12193149"/>
              <a:gd name="connsiteY70" fmla="*/ 1914040 h 2344739"/>
              <a:gd name="connsiteX71" fmla="*/ 9006349 w 12193149"/>
              <a:gd name="connsiteY71" fmla="*/ 1913800 h 2344739"/>
              <a:gd name="connsiteX72" fmla="*/ 8997380 w 12193149"/>
              <a:gd name="connsiteY72" fmla="*/ 1915011 h 2344739"/>
              <a:gd name="connsiteX73" fmla="*/ 8991542 w 12193149"/>
              <a:gd name="connsiteY73" fmla="*/ 1917072 h 2344739"/>
              <a:gd name="connsiteX74" fmla="*/ 8975485 w 12193149"/>
              <a:gd name="connsiteY74" fmla="*/ 1920298 h 2344739"/>
              <a:gd name="connsiteX75" fmla="*/ 8969159 w 12193149"/>
              <a:gd name="connsiteY75" fmla="*/ 1919598 h 2344739"/>
              <a:gd name="connsiteX76" fmla="*/ 8964196 w 12193149"/>
              <a:gd name="connsiteY76" fmla="*/ 1917373 h 2344739"/>
              <a:gd name="connsiteX77" fmla="*/ 8930136 w 12193149"/>
              <a:gd name="connsiteY77" fmla="*/ 1914185 h 2344739"/>
              <a:gd name="connsiteX78" fmla="*/ 8753592 w 12193149"/>
              <a:gd name="connsiteY78" fmla="*/ 1933417 h 2344739"/>
              <a:gd name="connsiteX79" fmla="*/ 8708995 w 12193149"/>
              <a:gd name="connsiteY79" fmla="*/ 1935518 h 2344739"/>
              <a:gd name="connsiteX80" fmla="*/ 8597219 w 12193149"/>
              <a:gd name="connsiteY80" fmla="*/ 1944090 h 2344739"/>
              <a:gd name="connsiteX81" fmla="*/ 8526378 w 12193149"/>
              <a:gd name="connsiteY81" fmla="*/ 1929248 h 2344739"/>
              <a:gd name="connsiteX82" fmla="*/ 8512131 w 12193149"/>
              <a:gd name="connsiteY82" fmla="*/ 1935163 h 2344739"/>
              <a:gd name="connsiteX83" fmla="*/ 8507315 w 12193149"/>
              <a:gd name="connsiteY83" fmla="*/ 1938164 h 2344739"/>
              <a:gd name="connsiteX84" fmla="*/ 8499116 w 12193149"/>
              <a:gd name="connsiteY84" fmla="*/ 1940902 h 2344739"/>
              <a:gd name="connsiteX85" fmla="*/ 8498742 w 12193149"/>
              <a:gd name="connsiteY85" fmla="*/ 1940723 h 2344739"/>
              <a:gd name="connsiteX86" fmla="*/ 8491397 w 12193149"/>
              <a:gd name="connsiteY86" fmla="*/ 1943773 h 2344739"/>
              <a:gd name="connsiteX87" fmla="*/ 8368330 w 12193149"/>
              <a:gd name="connsiteY87" fmla="*/ 1957815 h 2344739"/>
              <a:gd name="connsiteX88" fmla="*/ 8354947 w 12193149"/>
              <a:gd name="connsiteY88" fmla="*/ 1958009 h 2344739"/>
              <a:gd name="connsiteX89" fmla="*/ 8321252 w 12193149"/>
              <a:gd name="connsiteY89" fmla="*/ 1974587 h 2344739"/>
              <a:gd name="connsiteX90" fmla="*/ 8315581 w 12193149"/>
              <a:gd name="connsiteY90" fmla="*/ 1974913 h 2344739"/>
              <a:gd name="connsiteX91" fmla="*/ 8296322 w 12193149"/>
              <a:gd name="connsiteY91" fmla="*/ 1988808 h 2344739"/>
              <a:gd name="connsiteX92" fmla="*/ 8285424 w 12193149"/>
              <a:gd name="connsiteY92" fmla="*/ 1994631 h 2344739"/>
              <a:gd name="connsiteX93" fmla="*/ 8284298 w 12193149"/>
              <a:gd name="connsiteY93" fmla="*/ 1999074 h 2344739"/>
              <a:gd name="connsiteX94" fmla="*/ 8267224 w 12193149"/>
              <a:gd name="connsiteY94" fmla="*/ 2006249 h 2344739"/>
              <a:gd name="connsiteX95" fmla="*/ 8264525 w 12193149"/>
              <a:gd name="connsiteY95" fmla="*/ 2006019 h 2344739"/>
              <a:gd name="connsiteX96" fmla="*/ 8253181 w 12193149"/>
              <a:gd name="connsiteY96" fmla="*/ 2015862 h 2344739"/>
              <a:gd name="connsiteX97" fmla="*/ 8246982 w 12193149"/>
              <a:gd name="connsiteY97" fmla="*/ 2028854 h 2344739"/>
              <a:gd name="connsiteX98" fmla="*/ 8091420 w 12193149"/>
              <a:gd name="connsiteY98" fmla="*/ 2075015 h 2344739"/>
              <a:gd name="connsiteX99" fmla="*/ 7906555 w 12193149"/>
              <a:gd name="connsiteY99" fmla="*/ 2116988 h 2344739"/>
              <a:gd name="connsiteX100" fmla="*/ 7719893 w 12193149"/>
              <a:gd name="connsiteY100" fmla="*/ 2142703 h 2344739"/>
              <a:gd name="connsiteX101" fmla="*/ 7615495 w 12193149"/>
              <a:gd name="connsiteY101" fmla="*/ 2139232 h 2344739"/>
              <a:gd name="connsiteX102" fmla="*/ 7528691 w 12193149"/>
              <a:gd name="connsiteY102" fmla="*/ 2145060 h 2344739"/>
              <a:gd name="connsiteX103" fmla="*/ 7520719 w 12193149"/>
              <a:gd name="connsiteY103" fmla="*/ 2147613 h 2344739"/>
              <a:gd name="connsiteX104" fmla="*/ 7508559 w 12193149"/>
              <a:gd name="connsiteY104" fmla="*/ 2148948 h 2344739"/>
              <a:gd name="connsiteX105" fmla="*/ 7508188 w 12193149"/>
              <a:gd name="connsiteY105" fmla="*/ 2148621 h 2344739"/>
              <a:gd name="connsiteX106" fmla="*/ 7496943 w 12193149"/>
              <a:gd name="connsiteY106" fmla="*/ 2150573 h 2344739"/>
              <a:gd name="connsiteX107" fmla="*/ 7406539 w 12193149"/>
              <a:gd name="connsiteY107" fmla="*/ 2142468 h 2344739"/>
              <a:gd name="connsiteX108" fmla="*/ 7219707 w 12193149"/>
              <a:gd name="connsiteY108" fmla="*/ 2156680 h 2344739"/>
              <a:gd name="connsiteX109" fmla="*/ 7202249 w 12193149"/>
              <a:gd name="connsiteY109" fmla="*/ 2161230 h 2344739"/>
              <a:gd name="connsiteX110" fmla="*/ 7198152 w 12193149"/>
              <a:gd name="connsiteY110" fmla="*/ 2166588 h 2344739"/>
              <a:gd name="connsiteX111" fmla="*/ 7171956 w 12193149"/>
              <a:gd name="connsiteY111" fmla="*/ 2171236 h 2344739"/>
              <a:gd name="connsiteX112" fmla="*/ 7098136 w 12193149"/>
              <a:gd name="connsiteY112" fmla="*/ 2183464 h 2344739"/>
              <a:gd name="connsiteX113" fmla="*/ 7019644 w 12193149"/>
              <a:gd name="connsiteY113" fmla="*/ 2183090 h 2344739"/>
              <a:gd name="connsiteX114" fmla="*/ 6905294 w 12193149"/>
              <a:gd name="connsiteY114" fmla="*/ 2212596 h 2344739"/>
              <a:gd name="connsiteX115" fmla="*/ 6709370 w 12193149"/>
              <a:gd name="connsiteY115" fmla="*/ 2240551 h 2344739"/>
              <a:gd name="connsiteX116" fmla="*/ 6550602 w 12193149"/>
              <a:gd name="connsiteY116" fmla="*/ 2269327 h 2344739"/>
              <a:gd name="connsiteX117" fmla="*/ 6318708 w 12193149"/>
              <a:gd name="connsiteY117" fmla="*/ 2316127 h 2344739"/>
              <a:gd name="connsiteX118" fmla="*/ 6169822 w 12193149"/>
              <a:gd name="connsiteY118" fmla="*/ 2318214 h 2344739"/>
              <a:gd name="connsiteX119" fmla="*/ 6074996 w 12193149"/>
              <a:gd name="connsiteY119" fmla="*/ 2338676 h 2344739"/>
              <a:gd name="connsiteX120" fmla="*/ 6069677 w 12193149"/>
              <a:gd name="connsiteY120" fmla="*/ 2337139 h 2344739"/>
              <a:gd name="connsiteX121" fmla="*/ 6049786 w 12193149"/>
              <a:gd name="connsiteY121" fmla="*/ 2337822 h 2344739"/>
              <a:gd name="connsiteX122" fmla="*/ 6042433 w 12193149"/>
              <a:gd name="connsiteY122" fmla="*/ 2329473 h 2344739"/>
              <a:gd name="connsiteX123" fmla="*/ 6011238 w 12193149"/>
              <a:gd name="connsiteY123" fmla="*/ 2324380 h 2344739"/>
              <a:gd name="connsiteX124" fmla="*/ 5958523 w 12193149"/>
              <a:gd name="connsiteY124" fmla="*/ 2328024 h 2344739"/>
              <a:gd name="connsiteX125" fmla="*/ 5760067 w 12193149"/>
              <a:gd name="connsiteY125" fmla="*/ 2343716 h 2344739"/>
              <a:gd name="connsiteX126" fmla="*/ 5628108 w 12193149"/>
              <a:gd name="connsiteY126" fmla="*/ 2344739 h 2344739"/>
              <a:gd name="connsiteX127" fmla="*/ 5472054 w 12193149"/>
              <a:gd name="connsiteY127" fmla="*/ 2330719 h 2344739"/>
              <a:gd name="connsiteX128" fmla="*/ 5433909 w 12193149"/>
              <a:gd name="connsiteY128" fmla="*/ 2319466 h 2344739"/>
              <a:gd name="connsiteX129" fmla="*/ 5382817 w 12193149"/>
              <a:gd name="connsiteY129" fmla="*/ 2301764 h 2344739"/>
              <a:gd name="connsiteX130" fmla="*/ 5262912 w 12193149"/>
              <a:gd name="connsiteY130" fmla="*/ 2281347 h 2344739"/>
              <a:gd name="connsiteX131" fmla="*/ 5224109 w 12193149"/>
              <a:gd name="connsiteY131" fmla="*/ 2270223 h 2344739"/>
              <a:gd name="connsiteX132" fmla="*/ 5175808 w 12193149"/>
              <a:gd name="connsiteY132" fmla="*/ 2267233 h 2344739"/>
              <a:gd name="connsiteX133" fmla="*/ 5157702 w 12193149"/>
              <a:gd name="connsiteY133" fmla="*/ 2260010 h 2344739"/>
              <a:gd name="connsiteX134" fmla="*/ 5143747 w 12193149"/>
              <a:gd name="connsiteY134" fmla="*/ 2256610 h 2344739"/>
              <a:gd name="connsiteX135" fmla="*/ 5140744 w 12193149"/>
              <a:gd name="connsiteY135" fmla="*/ 2254509 h 2344739"/>
              <a:gd name="connsiteX136" fmla="*/ 5122807 w 12193149"/>
              <a:gd name="connsiteY136" fmla="*/ 2243656 h 2344739"/>
              <a:gd name="connsiteX137" fmla="*/ 5066938 w 12193149"/>
              <a:gd name="connsiteY137" fmla="*/ 2250227 h 2344739"/>
              <a:gd name="connsiteX138" fmla="*/ 5012662 w 12193149"/>
              <a:gd name="connsiteY138" fmla="*/ 2233846 h 2344739"/>
              <a:gd name="connsiteX139" fmla="*/ 4841589 w 12193149"/>
              <a:gd name="connsiteY139" fmla="*/ 2209829 h 2344739"/>
              <a:gd name="connsiteX140" fmla="*/ 4763595 w 12193149"/>
              <a:gd name="connsiteY140" fmla="*/ 2182061 h 2344739"/>
              <a:gd name="connsiteX141" fmla="*/ 4724334 w 12193149"/>
              <a:gd name="connsiteY141" fmla="*/ 2173047 h 2344739"/>
              <a:gd name="connsiteX142" fmla="*/ 4722324 w 12193149"/>
              <a:gd name="connsiteY142" fmla="*/ 2172298 h 2344739"/>
              <a:gd name="connsiteX143" fmla="*/ 4723259 w 12193149"/>
              <a:gd name="connsiteY143" fmla="*/ 2172087 h 2344739"/>
              <a:gd name="connsiteX144" fmla="*/ 4718350 w 12193149"/>
              <a:gd name="connsiteY144" fmla="*/ 2170817 h 2344739"/>
              <a:gd name="connsiteX145" fmla="*/ 4722324 w 12193149"/>
              <a:gd name="connsiteY145" fmla="*/ 2172298 h 2344739"/>
              <a:gd name="connsiteX146" fmla="*/ 4716674 w 12193149"/>
              <a:gd name="connsiteY146" fmla="*/ 2173573 h 2344739"/>
              <a:gd name="connsiteX147" fmla="*/ 4516962 w 12193149"/>
              <a:gd name="connsiteY147" fmla="*/ 2163671 h 2344739"/>
              <a:gd name="connsiteX148" fmla="*/ 4429691 w 12193149"/>
              <a:gd name="connsiteY148" fmla="*/ 2153020 h 2344739"/>
              <a:gd name="connsiteX149" fmla="*/ 4364023 w 12193149"/>
              <a:gd name="connsiteY149" fmla="*/ 2151674 h 2344739"/>
              <a:gd name="connsiteX150" fmla="*/ 4318114 w 12193149"/>
              <a:gd name="connsiteY150" fmla="*/ 2158289 h 2344739"/>
              <a:gd name="connsiteX151" fmla="*/ 4316258 w 12193149"/>
              <a:gd name="connsiteY151" fmla="*/ 2156948 h 2344739"/>
              <a:gd name="connsiteX152" fmla="*/ 4296292 w 12193149"/>
              <a:gd name="connsiteY152" fmla="*/ 2155069 h 2344739"/>
              <a:gd name="connsiteX153" fmla="*/ 4291212 w 12193149"/>
              <a:gd name="connsiteY153" fmla="*/ 2157986 h 2344739"/>
              <a:gd name="connsiteX154" fmla="*/ 4277290 w 12193149"/>
              <a:gd name="connsiteY154" fmla="*/ 2157740 h 2344739"/>
              <a:gd name="connsiteX155" fmla="*/ 4249265 w 12193149"/>
              <a:gd name="connsiteY155" fmla="*/ 2160064 h 2344739"/>
              <a:gd name="connsiteX156" fmla="*/ 4203199 w 12193149"/>
              <a:gd name="connsiteY156" fmla="*/ 2157269 h 2344739"/>
              <a:gd name="connsiteX157" fmla="*/ 4202893 w 12193149"/>
              <a:gd name="connsiteY157" fmla="*/ 2156010 h 2344739"/>
              <a:gd name="connsiteX158" fmla="*/ 4192396 w 12193149"/>
              <a:gd name="connsiteY158" fmla="*/ 2150376 h 2344739"/>
              <a:gd name="connsiteX159" fmla="*/ 4143893 w 12193149"/>
              <a:gd name="connsiteY159" fmla="*/ 2134511 h 2344739"/>
              <a:gd name="connsiteX160" fmla="*/ 4084245 w 12193149"/>
              <a:gd name="connsiteY160" fmla="*/ 2107978 h 2344739"/>
              <a:gd name="connsiteX161" fmla="*/ 4075694 w 12193149"/>
              <a:gd name="connsiteY161" fmla="*/ 2107143 h 2344739"/>
              <a:gd name="connsiteX162" fmla="*/ 4075575 w 12193149"/>
              <a:gd name="connsiteY162" fmla="*/ 2106844 h 2344739"/>
              <a:gd name="connsiteX163" fmla="*/ 4066658 w 12193149"/>
              <a:gd name="connsiteY163" fmla="*/ 2105400 h 2344739"/>
              <a:gd name="connsiteX164" fmla="*/ 4060102 w 12193149"/>
              <a:gd name="connsiteY164" fmla="*/ 2105618 h 2344739"/>
              <a:gd name="connsiteX165" fmla="*/ 4043512 w 12193149"/>
              <a:gd name="connsiteY165" fmla="*/ 2103997 h 2344739"/>
              <a:gd name="connsiteX166" fmla="*/ 4038145 w 12193149"/>
              <a:gd name="connsiteY166" fmla="*/ 2101563 h 2344739"/>
              <a:gd name="connsiteX167" fmla="*/ 4036511 w 12193149"/>
              <a:gd name="connsiteY167" fmla="*/ 2097896 h 2344739"/>
              <a:gd name="connsiteX168" fmla="*/ 4034926 w 12193149"/>
              <a:gd name="connsiteY168" fmla="*/ 2098131 h 2344739"/>
              <a:gd name="connsiteX169" fmla="*/ 4005686 w 12193149"/>
              <a:gd name="connsiteY169" fmla="*/ 2085563 h 2344739"/>
              <a:gd name="connsiteX170" fmla="*/ 3937994 w 12193149"/>
              <a:gd name="connsiteY170" fmla="*/ 2068106 h 2344739"/>
              <a:gd name="connsiteX171" fmla="*/ 3898423 w 12193149"/>
              <a:gd name="connsiteY171" fmla="*/ 2062451 h 2344739"/>
              <a:gd name="connsiteX172" fmla="*/ 3790908 w 12193149"/>
              <a:gd name="connsiteY172" fmla="*/ 2042213 h 2344739"/>
              <a:gd name="connsiteX173" fmla="*/ 3683661 w 12193149"/>
              <a:gd name="connsiteY173" fmla="*/ 2018290 h 2344739"/>
              <a:gd name="connsiteX174" fmla="*/ 3611183 w 12193149"/>
              <a:gd name="connsiteY174" fmla="*/ 1986019 h 2344739"/>
              <a:gd name="connsiteX175" fmla="*/ 3605003 w 12193149"/>
              <a:gd name="connsiteY175" fmla="*/ 1987381 h 2344739"/>
              <a:gd name="connsiteX176" fmla="*/ 3595884 w 12193149"/>
              <a:gd name="connsiteY176" fmla="*/ 1987545 h 2344739"/>
              <a:gd name="connsiteX177" fmla="*/ 3595649 w 12193149"/>
              <a:gd name="connsiteY177" fmla="*/ 1987276 h 2344739"/>
              <a:gd name="connsiteX178" fmla="*/ 3587126 w 12193149"/>
              <a:gd name="connsiteY178" fmla="*/ 1987966 h 2344739"/>
              <a:gd name="connsiteX179" fmla="*/ 3537283 w 12193149"/>
              <a:gd name="connsiteY179" fmla="*/ 1978267 h 2344739"/>
              <a:gd name="connsiteX180" fmla="*/ 3474371 w 12193149"/>
              <a:gd name="connsiteY180" fmla="*/ 1974606 h 2344739"/>
              <a:gd name="connsiteX181" fmla="*/ 3401876 w 12193149"/>
              <a:gd name="connsiteY181" fmla="*/ 1962558 h 2344739"/>
              <a:gd name="connsiteX182" fmla="*/ 3365036 w 12193149"/>
              <a:gd name="connsiteY182" fmla="*/ 1979510 h 2344739"/>
              <a:gd name="connsiteX183" fmla="*/ 3345174 w 12193149"/>
              <a:gd name="connsiteY183" fmla="*/ 1981192 h 2344739"/>
              <a:gd name="connsiteX184" fmla="*/ 3342846 w 12193149"/>
              <a:gd name="connsiteY184" fmla="*/ 1980217 h 2344739"/>
              <a:gd name="connsiteX185" fmla="*/ 3263504 w 12193149"/>
              <a:gd name="connsiteY185" fmla="*/ 1986094 h 2344739"/>
              <a:gd name="connsiteX186" fmla="*/ 3143704 w 12193149"/>
              <a:gd name="connsiteY186" fmla="*/ 1993869 h 2344739"/>
              <a:gd name="connsiteX187" fmla="*/ 3031439 w 12193149"/>
              <a:gd name="connsiteY187" fmla="*/ 1996512 h 2344739"/>
              <a:gd name="connsiteX188" fmla="*/ 2782717 w 12193149"/>
              <a:gd name="connsiteY188" fmla="*/ 2018333 h 2344739"/>
              <a:gd name="connsiteX189" fmla="*/ 2647675 w 12193149"/>
              <a:gd name="connsiteY189" fmla="*/ 2028869 h 2344739"/>
              <a:gd name="connsiteX190" fmla="*/ 2569176 w 12193149"/>
              <a:gd name="connsiteY190" fmla="*/ 2002628 h 2344739"/>
              <a:gd name="connsiteX191" fmla="*/ 2444403 w 12193149"/>
              <a:gd name="connsiteY191" fmla="*/ 2016529 h 2344739"/>
              <a:gd name="connsiteX192" fmla="*/ 2316260 w 12193149"/>
              <a:gd name="connsiteY192" fmla="*/ 2024996 h 2344739"/>
              <a:gd name="connsiteX193" fmla="*/ 2209726 w 12193149"/>
              <a:gd name="connsiteY193" fmla="*/ 2019763 h 2344739"/>
              <a:gd name="connsiteX194" fmla="*/ 2095813 w 12193149"/>
              <a:gd name="connsiteY194" fmla="*/ 2003052 h 2344739"/>
              <a:gd name="connsiteX195" fmla="*/ 1998504 w 12193149"/>
              <a:gd name="connsiteY195" fmla="*/ 1995032 h 2344739"/>
              <a:gd name="connsiteX196" fmla="*/ 1929320 w 12193149"/>
              <a:gd name="connsiteY196" fmla="*/ 2016977 h 2344739"/>
              <a:gd name="connsiteX197" fmla="*/ 1922798 w 12193149"/>
              <a:gd name="connsiteY197" fmla="*/ 2012146 h 2344739"/>
              <a:gd name="connsiteX198" fmla="*/ 1874228 w 12193149"/>
              <a:gd name="connsiteY198" fmla="*/ 2013741 h 2344739"/>
              <a:gd name="connsiteX199" fmla="*/ 1787803 w 12193149"/>
              <a:gd name="connsiteY199" fmla="*/ 2041363 h 2344739"/>
              <a:gd name="connsiteX200" fmla="*/ 1739352 w 12193149"/>
              <a:gd name="connsiteY200" fmla="*/ 2036312 h 2344739"/>
              <a:gd name="connsiteX201" fmla="*/ 1676219 w 12193149"/>
              <a:gd name="connsiteY201" fmla="*/ 2019963 h 2344739"/>
              <a:gd name="connsiteX202" fmla="*/ 1609817 w 12193149"/>
              <a:gd name="connsiteY202" fmla="*/ 2013066 h 2344739"/>
              <a:gd name="connsiteX203" fmla="*/ 1497258 w 12193149"/>
              <a:gd name="connsiteY203" fmla="*/ 1987476 h 2344739"/>
              <a:gd name="connsiteX204" fmla="*/ 1151127 w 12193149"/>
              <a:gd name="connsiteY204" fmla="*/ 1938041 h 2344739"/>
              <a:gd name="connsiteX205" fmla="*/ 859417 w 12193149"/>
              <a:gd name="connsiteY205" fmla="*/ 1928608 h 2344739"/>
              <a:gd name="connsiteX206" fmla="*/ 838688 w 12193149"/>
              <a:gd name="connsiteY206" fmla="*/ 1929821 h 2344739"/>
              <a:gd name="connsiteX207" fmla="*/ 817957 w 12193149"/>
              <a:gd name="connsiteY207" fmla="*/ 1927857 h 2344739"/>
              <a:gd name="connsiteX208" fmla="*/ 812654 w 12193149"/>
              <a:gd name="connsiteY208" fmla="*/ 1930751 h 2344739"/>
              <a:gd name="connsiteX209" fmla="*/ 721195 w 12193149"/>
              <a:gd name="connsiteY209" fmla="*/ 1929661 h 2344739"/>
              <a:gd name="connsiteX210" fmla="*/ 720890 w 12193149"/>
              <a:gd name="connsiteY210" fmla="*/ 1928399 h 2344739"/>
              <a:gd name="connsiteX211" fmla="*/ 710023 w 12193149"/>
              <a:gd name="connsiteY211" fmla="*/ 1922722 h 2344739"/>
              <a:gd name="connsiteX212" fmla="*/ 597940 w 12193149"/>
              <a:gd name="connsiteY212" fmla="*/ 1879864 h 2344739"/>
              <a:gd name="connsiteX213" fmla="*/ 579683 w 12193149"/>
              <a:gd name="connsiteY213" fmla="*/ 1877212 h 2344739"/>
              <a:gd name="connsiteX214" fmla="*/ 572865 w 12193149"/>
              <a:gd name="connsiteY214" fmla="*/ 1877401 h 2344739"/>
              <a:gd name="connsiteX215" fmla="*/ 446247 w 12193149"/>
              <a:gd name="connsiteY215" fmla="*/ 1839371 h 2344739"/>
              <a:gd name="connsiteX216" fmla="*/ 405163 w 12193149"/>
              <a:gd name="connsiteY216" fmla="*/ 1833548 h 2344739"/>
              <a:gd name="connsiteX217" fmla="*/ 293583 w 12193149"/>
              <a:gd name="connsiteY217" fmla="*/ 1812852 h 2344739"/>
              <a:gd name="connsiteX218" fmla="*/ 119529 w 12193149"/>
              <a:gd name="connsiteY218" fmla="*/ 1761047 h 2344739"/>
              <a:gd name="connsiteX219" fmla="*/ 16674 w 12193149"/>
              <a:gd name="connsiteY219" fmla="*/ 1758191 h 2344739"/>
              <a:gd name="connsiteX220" fmla="*/ 1150 w 12193149"/>
              <a:gd name="connsiteY220" fmla="*/ 1752722 h 2344739"/>
              <a:gd name="connsiteX221" fmla="*/ 1148 w 12193149"/>
              <a:gd name="connsiteY221" fmla="*/ 222213 h 2344739"/>
              <a:gd name="connsiteX222" fmla="*/ 1148 w 12193149"/>
              <a:gd name="connsiteY222" fmla="*/ 0 h 2344739"/>
              <a:gd name="connsiteX0" fmla="*/ 1148 w 12193149"/>
              <a:gd name="connsiteY0" fmla="*/ 0 h 2344739"/>
              <a:gd name="connsiteX1" fmla="*/ 12193148 w 12193149"/>
              <a:gd name="connsiteY1" fmla="*/ 0 h 2344739"/>
              <a:gd name="connsiteX2" fmla="*/ 12193148 w 12193149"/>
              <a:gd name="connsiteY2" fmla="*/ 222213 h 2344739"/>
              <a:gd name="connsiteX3" fmla="*/ 12193148 w 12193149"/>
              <a:gd name="connsiteY3" fmla="*/ 389190 h 2344739"/>
              <a:gd name="connsiteX4" fmla="*/ 12193149 w 12193149"/>
              <a:gd name="connsiteY4" fmla="*/ 579739 h 2344739"/>
              <a:gd name="connsiteX5" fmla="*/ 12185986 w 12193149"/>
              <a:gd name="connsiteY5" fmla="*/ 584189 h 2344739"/>
              <a:gd name="connsiteX6" fmla="*/ 12156363 w 12193149"/>
              <a:gd name="connsiteY6" fmla="*/ 597366 h 2344739"/>
              <a:gd name="connsiteX7" fmla="*/ 12139215 w 12193149"/>
              <a:gd name="connsiteY7" fmla="*/ 623179 h 2344739"/>
              <a:gd name="connsiteX8" fmla="*/ 12126327 w 12193149"/>
              <a:gd name="connsiteY8" fmla="*/ 624690 h 2344739"/>
              <a:gd name="connsiteX9" fmla="*/ 12124007 w 12193149"/>
              <a:gd name="connsiteY9" fmla="*/ 624794 h 2344739"/>
              <a:gd name="connsiteX10" fmla="*/ 12116854 w 12193149"/>
              <a:gd name="connsiteY10" fmla="*/ 628608 h 2344739"/>
              <a:gd name="connsiteX11" fmla="*/ 12099497 w 12193149"/>
              <a:gd name="connsiteY11" fmla="*/ 628139 h 2344739"/>
              <a:gd name="connsiteX12" fmla="*/ 12087073 w 12193149"/>
              <a:gd name="connsiteY12" fmla="*/ 636341 h 2344739"/>
              <a:gd name="connsiteX13" fmla="*/ 12031073 w 12193149"/>
              <a:gd name="connsiteY13" fmla="*/ 680009 h 2344739"/>
              <a:gd name="connsiteX14" fmla="*/ 11995833 w 12193149"/>
              <a:gd name="connsiteY14" fmla="*/ 703458 h 2344739"/>
              <a:gd name="connsiteX15" fmla="*/ 11979717 w 12193149"/>
              <a:gd name="connsiteY15" fmla="*/ 708161 h 2344739"/>
              <a:gd name="connsiteX16" fmla="*/ 11959046 w 12193149"/>
              <a:gd name="connsiteY16" fmla="*/ 717558 h 2344739"/>
              <a:gd name="connsiteX17" fmla="*/ 11920454 w 12193149"/>
              <a:gd name="connsiteY17" fmla="*/ 730883 h 2344739"/>
              <a:gd name="connsiteX18" fmla="*/ 11903656 w 12193149"/>
              <a:gd name="connsiteY18" fmla="*/ 742426 h 2344739"/>
              <a:gd name="connsiteX19" fmla="*/ 11895048 w 12193149"/>
              <a:gd name="connsiteY19" fmla="*/ 744791 h 2344739"/>
              <a:gd name="connsiteX20" fmla="*/ 11891968 w 12193149"/>
              <a:gd name="connsiteY20" fmla="*/ 755729 h 2344739"/>
              <a:gd name="connsiteX21" fmla="*/ 11870776 w 12193149"/>
              <a:gd name="connsiteY21" fmla="*/ 777816 h 2344739"/>
              <a:gd name="connsiteX22" fmla="*/ 11813376 w 12193149"/>
              <a:gd name="connsiteY22" fmla="*/ 797659 h 2344739"/>
              <a:gd name="connsiteX23" fmla="*/ 11749767 w 12193149"/>
              <a:gd name="connsiteY23" fmla="*/ 872002 h 2344739"/>
              <a:gd name="connsiteX24" fmla="*/ 11590693 w 12193149"/>
              <a:gd name="connsiteY24" fmla="*/ 963777 h 2344739"/>
              <a:gd name="connsiteX25" fmla="*/ 11506817 w 12193149"/>
              <a:gd name="connsiteY25" fmla="*/ 1033623 h 2344739"/>
              <a:gd name="connsiteX26" fmla="*/ 11280332 w 12193149"/>
              <a:gd name="connsiteY26" fmla="*/ 1223571 h 2344739"/>
              <a:gd name="connsiteX27" fmla="*/ 11228309 w 12193149"/>
              <a:gd name="connsiteY27" fmla="*/ 1276236 h 2344739"/>
              <a:gd name="connsiteX28" fmla="*/ 11218087 w 12193149"/>
              <a:gd name="connsiteY28" fmla="*/ 1275961 h 2344739"/>
              <a:gd name="connsiteX29" fmla="*/ 11217184 w 12193149"/>
              <a:gd name="connsiteY29" fmla="*/ 1275018 h 2344739"/>
              <a:gd name="connsiteX30" fmla="*/ 11188885 w 12193149"/>
              <a:gd name="connsiteY30" fmla="*/ 1292383 h 2344739"/>
              <a:gd name="connsiteX31" fmla="*/ 11184501 w 12193149"/>
              <a:gd name="connsiteY31" fmla="*/ 1292525 h 2344739"/>
              <a:gd name="connsiteX32" fmla="*/ 11166854 w 12193149"/>
              <a:gd name="connsiteY32" fmla="*/ 1306612 h 2344739"/>
              <a:gd name="connsiteX33" fmla="*/ 11157311 w 12193149"/>
              <a:gd name="connsiteY33" fmla="*/ 1312414 h 2344739"/>
              <a:gd name="connsiteX34" fmla="*/ 11155496 w 12193149"/>
              <a:gd name="connsiteY34" fmla="*/ 1317097 h 2344739"/>
              <a:gd name="connsiteX35" fmla="*/ 11140961 w 12193149"/>
              <a:gd name="connsiteY35" fmla="*/ 1324115 h 2344739"/>
              <a:gd name="connsiteX36" fmla="*/ 11138961 w 12193149"/>
              <a:gd name="connsiteY36" fmla="*/ 1323772 h 2344739"/>
              <a:gd name="connsiteX37" fmla="*/ 11128208 w 12193149"/>
              <a:gd name="connsiteY37" fmla="*/ 1333832 h 2344739"/>
              <a:gd name="connsiteX38" fmla="*/ 11120691 w 12193149"/>
              <a:gd name="connsiteY38" fmla="*/ 1347424 h 2344739"/>
              <a:gd name="connsiteX39" fmla="*/ 10894683 w 12193149"/>
              <a:gd name="connsiteY39" fmla="*/ 1473399 h 2344739"/>
              <a:gd name="connsiteX40" fmla="*/ 10773300 w 12193149"/>
              <a:gd name="connsiteY40" fmla="*/ 1523191 h 2344739"/>
              <a:gd name="connsiteX41" fmla="*/ 10627668 w 12193149"/>
              <a:gd name="connsiteY41" fmla="*/ 1559229 h 2344739"/>
              <a:gd name="connsiteX42" fmla="*/ 10581895 w 12193149"/>
              <a:gd name="connsiteY42" fmla="*/ 1568689 h 2344739"/>
              <a:gd name="connsiteX43" fmla="*/ 10547790 w 12193149"/>
              <a:gd name="connsiteY43" fmla="*/ 1598423 h 2344739"/>
              <a:gd name="connsiteX44" fmla="*/ 10529643 w 12193149"/>
              <a:gd name="connsiteY44" fmla="*/ 1596907 h 2344739"/>
              <a:gd name="connsiteX45" fmla="*/ 10526446 w 12193149"/>
              <a:gd name="connsiteY45" fmla="*/ 1596411 h 2344739"/>
              <a:gd name="connsiteX46" fmla="*/ 10515129 w 12193149"/>
              <a:gd name="connsiteY46" fmla="*/ 1599537 h 2344739"/>
              <a:gd name="connsiteX47" fmla="*/ 10491735 w 12193149"/>
              <a:gd name="connsiteY47" fmla="*/ 1594156 h 2344739"/>
              <a:gd name="connsiteX48" fmla="*/ 10471418 w 12193149"/>
              <a:gd name="connsiteY48" fmla="*/ 1601693 h 2344739"/>
              <a:gd name="connsiteX49" fmla="*/ 10377042 w 12193149"/>
              <a:gd name="connsiteY49" fmla="*/ 1644598 h 2344739"/>
              <a:gd name="connsiteX50" fmla="*/ 10319338 w 12193149"/>
              <a:gd name="connsiteY50" fmla="*/ 1666221 h 2344739"/>
              <a:gd name="connsiteX51" fmla="*/ 10295467 w 12193149"/>
              <a:gd name="connsiteY51" fmla="*/ 1668079 h 2344739"/>
              <a:gd name="connsiteX52" fmla="*/ 10263443 w 12193149"/>
              <a:gd name="connsiteY52" fmla="*/ 1674948 h 2344739"/>
              <a:gd name="connsiteX53" fmla="*/ 10205418 w 12193149"/>
              <a:gd name="connsiteY53" fmla="*/ 1682149 h 2344739"/>
              <a:gd name="connsiteX54" fmla="*/ 10177759 w 12193149"/>
              <a:gd name="connsiteY54" fmla="*/ 1692943 h 2344739"/>
              <a:gd name="connsiteX55" fmla="*/ 10165070 w 12193149"/>
              <a:gd name="connsiteY55" fmla="*/ 1693739 h 2344739"/>
              <a:gd name="connsiteX56" fmla="*/ 10156308 w 12193149"/>
              <a:gd name="connsiteY56" fmla="*/ 1707487 h 2344739"/>
              <a:gd name="connsiteX57" fmla="*/ 10118267 w 12193149"/>
              <a:gd name="connsiteY57" fmla="*/ 1731142 h 2344739"/>
              <a:gd name="connsiteX58" fmla="*/ 10101593 w 12193149"/>
              <a:gd name="connsiteY58" fmla="*/ 1742432 h 2344739"/>
              <a:gd name="connsiteX59" fmla="*/ 10083317 w 12193149"/>
              <a:gd name="connsiteY59" fmla="*/ 1743296 h 2344739"/>
              <a:gd name="connsiteX60" fmla="*/ 10040388 w 12193149"/>
              <a:gd name="connsiteY60" fmla="*/ 1741632 h 2344739"/>
              <a:gd name="connsiteX61" fmla="*/ 9961167 w 12193149"/>
              <a:gd name="connsiteY61" fmla="*/ 1757147 h 2344739"/>
              <a:gd name="connsiteX62" fmla="*/ 9848940 w 12193149"/>
              <a:gd name="connsiteY62" fmla="*/ 1763915 h 2344739"/>
              <a:gd name="connsiteX63" fmla="*/ 9729457 w 12193149"/>
              <a:gd name="connsiteY63" fmla="*/ 1784122 h 2344739"/>
              <a:gd name="connsiteX64" fmla="*/ 9585655 w 12193149"/>
              <a:gd name="connsiteY64" fmla="*/ 1795542 h 2344739"/>
              <a:gd name="connsiteX65" fmla="*/ 9344200 w 12193149"/>
              <a:gd name="connsiteY65" fmla="*/ 1841244 h 2344739"/>
              <a:gd name="connsiteX66" fmla="*/ 9232518 w 12193149"/>
              <a:gd name="connsiteY66" fmla="*/ 1893149 h 2344739"/>
              <a:gd name="connsiteX67" fmla="*/ 9195958 w 12193149"/>
              <a:gd name="connsiteY67" fmla="*/ 1903228 h 2344739"/>
              <a:gd name="connsiteX68" fmla="*/ 9054601 w 12193149"/>
              <a:gd name="connsiteY68" fmla="*/ 1910755 h 2344739"/>
              <a:gd name="connsiteX69" fmla="*/ 9006634 w 12193149"/>
              <a:gd name="connsiteY69" fmla="*/ 1914040 h 2344739"/>
              <a:gd name="connsiteX70" fmla="*/ 9006349 w 12193149"/>
              <a:gd name="connsiteY70" fmla="*/ 1913800 h 2344739"/>
              <a:gd name="connsiteX71" fmla="*/ 8997380 w 12193149"/>
              <a:gd name="connsiteY71" fmla="*/ 1915011 h 2344739"/>
              <a:gd name="connsiteX72" fmla="*/ 8991542 w 12193149"/>
              <a:gd name="connsiteY72" fmla="*/ 1917072 h 2344739"/>
              <a:gd name="connsiteX73" fmla="*/ 8975485 w 12193149"/>
              <a:gd name="connsiteY73" fmla="*/ 1920298 h 2344739"/>
              <a:gd name="connsiteX74" fmla="*/ 8969159 w 12193149"/>
              <a:gd name="connsiteY74" fmla="*/ 1919598 h 2344739"/>
              <a:gd name="connsiteX75" fmla="*/ 8964196 w 12193149"/>
              <a:gd name="connsiteY75" fmla="*/ 1917373 h 2344739"/>
              <a:gd name="connsiteX76" fmla="*/ 8930136 w 12193149"/>
              <a:gd name="connsiteY76" fmla="*/ 1914185 h 2344739"/>
              <a:gd name="connsiteX77" fmla="*/ 8753592 w 12193149"/>
              <a:gd name="connsiteY77" fmla="*/ 1933417 h 2344739"/>
              <a:gd name="connsiteX78" fmla="*/ 8708995 w 12193149"/>
              <a:gd name="connsiteY78" fmla="*/ 1935518 h 2344739"/>
              <a:gd name="connsiteX79" fmla="*/ 8597219 w 12193149"/>
              <a:gd name="connsiteY79" fmla="*/ 1944090 h 2344739"/>
              <a:gd name="connsiteX80" fmla="*/ 8526378 w 12193149"/>
              <a:gd name="connsiteY80" fmla="*/ 1929248 h 2344739"/>
              <a:gd name="connsiteX81" fmla="*/ 8512131 w 12193149"/>
              <a:gd name="connsiteY81" fmla="*/ 1935163 h 2344739"/>
              <a:gd name="connsiteX82" fmla="*/ 8507315 w 12193149"/>
              <a:gd name="connsiteY82" fmla="*/ 1938164 h 2344739"/>
              <a:gd name="connsiteX83" fmla="*/ 8499116 w 12193149"/>
              <a:gd name="connsiteY83" fmla="*/ 1940902 h 2344739"/>
              <a:gd name="connsiteX84" fmla="*/ 8498742 w 12193149"/>
              <a:gd name="connsiteY84" fmla="*/ 1940723 h 2344739"/>
              <a:gd name="connsiteX85" fmla="*/ 8491397 w 12193149"/>
              <a:gd name="connsiteY85" fmla="*/ 1943773 h 2344739"/>
              <a:gd name="connsiteX86" fmla="*/ 8368330 w 12193149"/>
              <a:gd name="connsiteY86" fmla="*/ 1957815 h 2344739"/>
              <a:gd name="connsiteX87" fmla="*/ 8354947 w 12193149"/>
              <a:gd name="connsiteY87" fmla="*/ 1958009 h 2344739"/>
              <a:gd name="connsiteX88" fmla="*/ 8321252 w 12193149"/>
              <a:gd name="connsiteY88" fmla="*/ 1974587 h 2344739"/>
              <a:gd name="connsiteX89" fmla="*/ 8315581 w 12193149"/>
              <a:gd name="connsiteY89" fmla="*/ 1974913 h 2344739"/>
              <a:gd name="connsiteX90" fmla="*/ 8296322 w 12193149"/>
              <a:gd name="connsiteY90" fmla="*/ 1988808 h 2344739"/>
              <a:gd name="connsiteX91" fmla="*/ 8285424 w 12193149"/>
              <a:gd name="connsiteY91" fmla="*/ 1994631 h 2344739"/>
              <a:gd name="connsiteX92" fmla="*/ 8284298 w 12193149"/>
              <a:gd name="connsiteY92" fmla="*/ 1999074 h 2344739"/>
              <a:gd name="connsiteX93" fmla="*/ 8267224 w 12193149"/>
              <a:gd name="connsiteY93" fmla="*/ 2006249 h 2344739"/>
              <a:gd name="connsiteX94" fmla="*/ 8264525 w 12193149"/>
              <a:gd name="connsiteY94" fmla="*/ 2006019 h 2344739"/>
              <a:gd name="connsiteX95" fmla="*/ 8253181 w 12193149"/>
              <a:gd name="connsiteY95" fmla="*/ 2015862 h 2344739"/>
              <a:gd name="connsiteX96" fmla="*/ 8246982 w 12193149"/>
              <a:gd name="connsiteY96" fmla="*/ 2028854 h 2344739"/>
              <a:gd name="connsiteX97" fmla="*/ 8091420 w 12193149"/>
              <a:gd name="connsiteY97" fmla="*/ 2075015 h 2344739"/>
              <a:gd name="connsiteX98" fmla="*/ 7906555 w 12193149"/>
              <a:gd name="connsiteY98" fmla="*/ 2116988 h 2344739"/>
              <a:gd name="connsiteX99" fmla="*/ 7719893 w 12193149"/>
              <a:gd name="connsiteY99" fmla="*/ 2142703 h 2344739"/>
              <a:gd name="connsiteX100" fmla="*/ 7615495 w 12193149"/>
              <a:gd name="connsiteY100" fmla="*/ 2139232 h 2344739"/>
              <a:gd name="connsiteX101" fmla="*/ 7528691 w 12193149"/>
              <a:gd name="connsiteY101" fmla="*/ 2145060 h 2344739"/>
              <a:gd name="connsiteX102" fmla="*/ 7520719 w 12193149"/>
              <a:gd name="connsiteY102" fmla="*/ 2147613 h 2344739"/>
              <a:gd name="connsiteX103" fmla="*/ 7508559 w 12193149"/>
              <a:gd name="connsiteY103" fmla="*/ 2148948 h 2344739"/>
              <a:gd name="connsiteX104" fmla="*/ 7508188 w 12193149"/>
              <a:gd name="connsiteY104" fmla="*/ 2148621 h 2344739"/>
              <a:gd name="connsiteX105" fmla="*/ 7496943 w 12193149"/>
              <a:gd name="connsiteY105" fmla="*/ 2150573 h 2344739"/>
              <a:gd name="connsiteX106" fmla="*/ 7406539 w 12193149"/>
              <a:gd name="connsiteY106" fmla="*/ 2142468 h 2344739"/>
              <a:gd name="connsiteX107" fmla="*/ 7219707 w 12193149"/>
              <a:gd name="connsiteY107" fmla="*/ 2156680 h 2344739"/>
              <a:gd name="connsiteX108" fmla="*/ 7202249 w 12193149"/>
              <a:gd name="connsiteY108" fmla="*/ 2161230 h 2344739"/>
              <a:gd name="connsiteX109" fmla="*/ 7198152 w 12193149"/>
              <a:gd name="connsiteY109" fmla="*/ 2166588 h 2344739"/>
              <a:gd name="connsiteX110" fmla="*/ 7171956 w 12193149"/>
              <a:gd name="connsiteY110" fmla="*/ 2171236 h 2344739"/>
              <a:gd name="connsiteX111" fmla="*/ 7098136 w 12193149"/>
              <a:gd name="connsiteY111" fmla="*/ 2183464 h 2344739"/>
              <a:gd name="connsiteX112" fmla="*/ 7019644 w 12193149"/>
              <a:gd name="connsiteY112" fmla="*/ 2183090 h 2344739"/>
              <a:gd name="connsiteX113" fmla="*/ 6905294 w 12193149"/>
              <a:gd name="connsiteY113" fmla="*/ 2212596 h 2344739"/>
              <a:gd name="connsiteX114" fmla="*/ 6709370 w 12193149"/>
              <a:gd name="connsiteY114" fmla="*/ 2240551 h 2344739"/>
              <a:gd name="connsiteX115" fmla="*/ 6550602 w 12193149"/>
              <a:gd name="connsiteY115" fmla="*/ 2269327 h 2344739"/>
              <a:gd name="connsiteX116" fmla="*/ 6318708 w 12193149"/>
              <a:gd name="connsiteY116" fmla="*/ 2316127 h 2344739"/>
              <a:gd name="connsiteX117" fmla="*/ 6169822 w 12193149"/>
              <a:gd name="connsiteY117" fmla="*/ 2318214 h 2344739"/>
              <a:gd name="connsiteX118" fmla="*/ 6074996 w 12193149"/>
              <a:gd name="connsiteY118" fmla="*/ 2338676 h 2344739"/>
              <a:gd name="connsiteX119" fmla="*/ 6069677 w 12193149"/>
              <a:gd name="connsiteY119" fmla="*/ 2337139 h 2344739"/>
              <a:gd name="connsiteX120" fmla="*/ 6049786 w 12193149"/>
              <a:gd name="connsiteY120" fmla="*/ 2337822 h 2344739"/>
              <a:gd name="connsiteX121" fmla="*/ 6042433 w 12193149"/>
              <a:gd name="connsiteY121" fmla="*/ 2329473 h 2344739"/>
              <a:gd name="connsiteX122" fmla="*/ 6011238 w 12193149"/>
              <a:gd name="connsiteY122" fmla="*/ 2324380 h 2344739"/>
              <a:gd name="connsiteX123" fmla="*/ 5958523 w 12193149"/>
              <a:gd name="connsiteY123" fmla="*/ 2328024 h 2344739"/>
              <a:gd name="connsiteX124" fmla="*/ 5760067 w 12193149"/>
              <a:gd name="connsiteY124" fmla="*/ 2343716 h 2344739"/>
              <a:gd name="connsiteX125" fmla="*/ 5628108 w 12193149"/>
              <a:gd name="connsiteY125" fmla="*/ 2344739 h 2344739"/>
              <a:gd name="connsiteX126" fmla="*/ 5472054 w 12193149"/>
              <a:gd name="connsiteY126" fmla="*/ 2330719 h 2344739"/>
              <a:gd name="connsiteX127" fmla="*/ 5433909 w 12193149"/>
              <a:gd name="connsiteY127" fmla="*/ 2319466 h 2344739"/>
              <a:gd name="connsiteX128" fmla="*/ 5382817 w 12193149"/>
              <a:gd name="connsiteY128" fmla="*/ 2301764 h 2344739"/>
              <a:gd name="connsiteX129" fmla="*/ 5262912 w 12193149"/>
              <a:gd name="connsiteY129" fmla="*/ 2281347 h 2344739"/>
              <a:gd name="connsiteX130" fmla="*/ 5224109 w 12193149"/>
              <a:gd name="connsiteY130" fmla="*/ 2270223 h 2344739"/>
              <a:gd name="connsiteX131" fmla="*/ 5175808 w 12193149"/>
              <a:gd name="connsiteY131" fmla="*/ 2267233 h 2344739"/>
              <a:gd name="connsiteX132" fmla="*/ 5157702 w 12193149"/>
              <a:gd name="connsiteY132" fmla="*/ 2260010 h 2344739"/>
              <a:gd name="connsiteX133" fmla="*/ 5143747 w 12193149"/>
              <a:gd name="connsiteY133" fmla="*/ 2256610 h 2344739"/>
              <a:gd name="connsiteX134" fmla="*/ 5140744 w 12193149"/>
              <a:gd name="connsiteY134" fmla="*/ 2254509 h 2344739"/>
              <a:gd name="connsiteX135" fmla="*/ 5122807 w 12193149"/>
              <a:gd name="connsiteY135" fmla="*/ 2243656 h 2344739"/>
              <a:gd name="connsiteX136" fmla="*/ 5066938 w 12193149"/>
              <a:gd name="connsiteY136" fmla="*/ 2250227 h 2344739"/>
              <a:gd name="connsiteX137" fmla="*/ 5012662 w 12193149"/>
              <a:gd name="connsiteY137" fmla="*/ 2233846 h 2344739"/>
              <a:gd name="connsiteX138" fmla="*/ 4841589 w 12193149"/>
              <a:gd name="connsiteY138" fmla="*/ 2209829 h 2344739"/>
              <a:gd name="connsiteX139" fmla="*/ 4763595 w 12193149"/>
              <a:gd name="connsiteY139" fmla="*/ 2182061 h 2344739"/>
              <a:gd name="connsiteX140" fmla="*/ 4724334 w 12193149"/>
              <a:gd name="connsiteY140" fmla="*/ 2173047 h 2344739"/>
              <a:gd name="connsiteX141" fmla="*/ 4722324 w 12193149"/>
              <a:gd name="connsiteY141" fmla="*/ 2172298 h 2344739"/>
              <a:gd name="connsiteX142" fmla="*/ 4723259 w 12193149"/>
              <a:gd name="connsiteY142" fmla="*/ 2172087 h 2344739"/>
              <a:gd name="connsiteX143" fmla="*/ 4718350 w 12193149"/>
              <a:gd name="connsiteY143" fmla="*/ 2170817 h 2344739"/>
              <a:gd name="connsiteX144" fmla="*/ 4722324 w 12193149"/>
              <a:gd name="connsiteY144" fmla="*/ 2172298 h 2344739"/>
              <a:gd name="connsiteX145" fmla="*/ 4716674 w 12193149"/>
              <a:gd name="connsiteY145" fmla="*/ 2173573 h 2344739"/>
              <a:gd name="connsiteX146" fmla="*/ 4516962 w 12193149"/>
              <a:gd name="connsiteY146" fmla="*/ 2163671 h 2344739"/>
              <a:gd name="connsiteX147" fmla="*/ 4429691 w 12193149"/>
              <a:gd name="connsiteY147" fmla="*/ 2153020 h 2344739"/>
              <a:gd name="connsiteX148" fmla="*/ 4364023 w 12193149"/>
              <a:gd name="connsiteY148" fmla="*/ 2151674 h 2344739"/>
              <a:gd name="connsiteX149" fmla="*/ 4318114 w 12193149"/>
              <a:gd name="connsiteY149" fmla="*/ 2158289 h 2344739"/>
              <a:gd name="connsiteX150" fmla="*/ 4316258 w 12193149"/>
              <a:gd name="connsiteY150" fmla="*/ 2156948 h 2344739"/>
              <a:gd name="connsiteX151" fmla="*/ 4296292 w 12193149"/>
              <a:gd name="connsiteY151" fmla="*/ 2155069 h 2344739"/>
              <a:gd name="connsiteX152" fmla="*/ 4291212 w 12193149"/>
              <a:gd name="connsiteY152" fmla="*/ 2157986 h 2344739"/>
              <a:gd name="connsiteX153" fmla="*/ 4277290 w 12193149"/>
              <a:gd name="connsiteY153" fmla="*/ 2157740 h 2344739"/>
              <a:gd name="connsiteX154" fmla="*/ 4249265 w 12193149"/>
              <a:gd name="connsiteY154" fmla="*/ 2160064 h 2344739"/>
              <a:gd name="connsiteX155" fmla="*/ 4203199 w 12193149"/>
              <a:gd name="connsiteY155" fmla="*/ 2157269 h 2344739"/>
              <a:gd name="connsiteX156" fmla="*/ 4202893 w 12193149"/>
              <a:gd name="connsiteY156" fmla="*/ 2156010 h 2344739"/>
              <a:gd name="connsiteX157" fmla="*/ 4192396 w 12193149"/>
              <a:gd name="connsiteY157" fmla="*/ 2150376 h 2344739"/>
              <a:gd name="connsiteX158" fmla="*/ 4143893 w 12193149"/>
              <a:gd name="connsiteY158" fmla="*/ 2134511 h 2344739"/>
              <a:gd name="connsiteX159" fmla="*/ 4084245 w 12193149"/>
              <a:gd name="connsiteY159" fmla="*/ 2107978 h 2344739"/>
              <a:gd name="connsiteX160" fmla="*/ 4075694 w 12193149"/>
              <a:gd name="connsiteY160" fmla="*/ 2107143 h 2344739"/>
              <a:gd name="connsiteX161" fmla="*/ 4075575 w 12193149"/>
              <a:gd name="connsiteY161" fmla="*/ 2106844 h 2344739"/>
              <a:gd name="connsiteX162" fmla="*/ 4066658 w 12193149"/>
              <a:gd name="connsiteY162" fmla="*/ 2105400 h 2344739"/>
              <a:gd name="connsiteX163" fmla="*/ 4060102 w 12193149"/>
              <a:gd name="connsiteY163" fmla="*/ 2105618 h 2344739"/>
              <a:gd name="connsiteX164" fmla="*/ 4043512 w 12193149"/>
              <a:gd name="connsiteY164" fmla="*/ 2103997 h 2344739"/>
              <a:gd name="connsiteX165" fmla="*/ 4038145 w 12193149"/>
              <a:gd name="connsiteY165" fmla="*/ 2101563 h 2344739"/>
              <a:gd name="connsiteX166" fmla="*/ 4036511 w 12193149"/>
              <a:gd name="connsiteY166" fmla="*/ 2097896 h 2344739"/>
              <a:gd name="connsiteX167" fmla="*/ 4034926 w 12193149"/>
              <a:gd name="connsiteY167" fmla="*/ 2098131 h 2344739"/>
              <a:gd name="connsiteX168" fmla="*/ 4005686 w 12193149"/>
              <a:gd name="connsiteY168" fmla="*/ 2085563 h 2344739"/>
              <a:gd name="connsiteX169" fmla="*/ 3937994 w 12193149"/>
              <a:gd name="connsiteY169" fmla="*/ 2068106 h 2344739"/>
              <a:gd name="connsiteX170" fmla="*/ 3898423 w 12193149"/>
              <a:gd name="connsiteY170" fmla="*/ 2062451 h 2344739"/>
              <a:gd name="connsiteX171" fmla="*/ 3790908 w 12193149"/>
              <a:gd name="connsiteY171" fmla="*/ 2042213 h 2344739"/>
              <a:gd name="connsiteX172" fmla="*/ 3683661 w 12193149"/>
              <a:gd name="connsiteY172" fmla="*/ 2018290 h 2344739"/>
              <a:gd name="connsiteX173" fmla="*/ 3611183 w 12193149"/>
              <a:gd name="connsiteY173" fmla="*/ 1986019 h 2344739"/>
              <a:gd name="connsiteX174" fmla="*/ 3605003 w 12193149"/>
              <a:gd name="connsiteY174" fmla="*/ 1987381 h 2344739"/>
              <a:gd name="connsiteX175" fmla="*/ 3595884 w 12193149"/>
              <a:gd name="connsiteY175" fmla="*/ 1987545 h 2344739"/>
              <a:gd name="connsiteX176" fmla="*/ 3595649 w 12193149"/>
              <a:gd name="connsiteY176" fmla="*/ 1987276 h 2344739"/>
              <a:gd name="connsiteX177" fmla="*/ 3587126 w 12193149"/>
              <a:gd name="connsiteY177" fmla="*/ 1987966 h 2344739"/>
              <a:gd name="connsiteX178" fmla="*/ 3537283 w 12193149"/>
              <a:gd name="connsiteY178" fmla="*/ 1978267 h 2344739"/>
              <a:gd name="connsiteX179" fmla="*/ 3474371 w 12193149"/>
              <a:gd name="connsiteY179" fmla="*/ 1974606 h 2344739"/>
              <a:gd name="connsiteX180" fmla="*/ 3401876 w 12193149"/>
              <a:gd name="connsiteY180" fmla="*/ 1962558 h 2344739"/>
              <a:gd name="connsiteX181" fmla="*/ 3365036 w 12193149"/>
              <a:gd name="connsiteY181" fmla="*/ 1979510 h 2344739"/>
              <a:gd name="connsiteX182" fmla="*/ 3345174 w 12193149"/>
              <a:gd name="connsiteY182" fmla="*/ 1981192 h 2344739"/>
              <a:gd name="connsiteX183" fmla="*/ 3342846 w 12193149"/>
              <a:gd name="connsiteY183" fmla="*/ 1980217 h 2344739"/>
              <a:gd name="connsiteX184" fmla="*/ 3263504 w 12193149"/>
              <a:gd name="connsiteY184" fmla="*/ 1986094 h 2344739"/>
              <a:gd name="connsiteX185" fmla="*/ 3143704 w 12193149"/>
              <a:gd name="connsiteY185" fmla="*/ 1993869 h 2344739"/>
              <a:gd name="connsiteX186" fmla="*/ 3031439 w 12193149"/>
              <a:gd name="connsiteY186" fmla="*/ 1996512 h 2344739"/>
              <a:gd name="connsiteX187" fmla="*/ 2782717 w 12193149"/>
              <a:gd name="connsiteY187" fmla="*/ 2018333 h 2344739"/>
              <a:gd name="connsiteX188" fmla="*/ 2647675 w 12193149"/>
              <a:gd name="connsiteY188" fmla="*/ 2028869 h 2344739"/>
              <a:gd name="connsiteX189" fmla="*/ 2569176 w 12193149"/>
              <a:gd name="connsiteY189" fmla="*/ 2002628 h 2344739"/>
              <a:gd name="connsiteX190" fmla="*/ 2444403 w 12193149"/>
              <a:gd name="connsiteY190" fmla="*/ 2016529 h 2344739"/>
              <a:gd name="connsiteX191" fmla="*/ 2316260 w 12193149"/>
              <a:gd name="connsiteY191" fmla="*/ 2024996 h 2344739"/>
              <a:gd name="connsiteX192" fmla="*/ 2209726 w 12193149"/>
              <a:gd name="connsiteY192" fmla="*/ 2019763 h 2344739"/>
              <a:gd name="connsiteX193" fmla="*/ 2095813 w 12193149"/>
              <a:gd name="connsiteY193" fmla="*/ 2003052 h 2344739"/>
              <a:gd name="connsiteX194" fmla="*/ 1998504 w 12193149"/>
              <a:gd name="connsiteY194" fmla="*/ 1995032 h 2344739"/>
              <a:gd name="connsiteX195" fmla="*/ 1929320 w 12193149"/>
              <a:gd name="connsiteY195" fmla="*/ 2016977 h 2344739"/>
              <a:gd name="connsiteX196" fmla="*/ 1922798 w 12193149"/>
              <a:gd name="connsiteY196" fmla="*/ 2012146 h 2344739"/>
              <a:gd name="connsiteX197" fmla="*/ 1874228 w 12193149"/>
              <a:gd name="connsiteY197" fmla="*/ 2013741 h 2344739"/>
              <a:gd name="connsiteX198" fmla="*/ 1787803 w 12193149"/>
              <a:gd name="connsiteY198" fmla="*/ 2041363 h 2344739"/>
              <a:gd name="connsiteX199" fmla="*/ 1739352 w 12193149"/>
              <a:gd name="connsiteY199" fmla="*/ 2036312 h 2344739"/>
              <a:gd name="connsiteX200" fmla="*/ 1676219 w 12193149"/>
              <a:gd name="connsiteY200" fmla="*/ 2019963 h 2344739"/>
              <a:gd name="connsiteX201" fmla="*/ 1609817 w 12193149"/>
              <a:gd name="connsiteY201" fmla="*/ 2013066 h 2344739"/>
              <a:gd name="connsiteX202" fmla="*/ 1497258 w 12193149"/>
              <a:gd name="connsiteY202" fmla="*/ 1987476 h 2344739"/>
              <a:gd name="connsiteX203" fmla="*/ 1151127 w 12193149"/>
              <a:gd name="connsiteY203" fmla="*/ 1938041 h 2344739"/>
              <a:gd name="connsiteX204" fmla="*/ 859417 w 12193149"/>
              <a:gd name="connsiteY204" fmla="*/ 1928608 h 2344739"/>
              <a:gd name="connsiteX205" fmla="*/ 838688 w 12193149"/>
              <a:gd name="connsiteY205" fmla="*/ 1929821 h 2344739"/>
              <a:gd name="connsiteX206" fmla="*/ 817957 w 12193149"/>
              <a:gd name="connsiteY206" fmla="*/ 1927857 h 2344739"/>
              <a:gd name="connsiteX207" fmla="*/ 812654 w 12193149"/>
              <a:gd name="connsiteY207" fmla="*/ 1930751 h 2344739"/>
              <a:gd name="connsiteX208" fmla="*/ 721195 w 12193149"/>
              <a:gd name="connsiteY208" fmla="*/ 1929661 h 2344739"/>
              <a:gd name="connsiteX209" fmla="*/ 720890 w 12193149"/>
              <a:gd name="connsiteY209" fmla="*/ 1928399 h 2344739"/>
              <a:gd name="connsiteX210" fmla="*/ 710023 w 12193149"/>
              <a:gd name="connsiteY210" fmla="*/ 1922722 h 2344739"/>
              <a:gd name="connsiteX211" fmla="*/ 597940 w 12193149"/>
              <a:gd name="connsiteY211" fmla="*/ 1879864 h 2344739"/>
              <a:gd name="connsiteX212" fmla="*/ 579683 w 12193149"/>
              <a:gd name="connsiteY212" fmla="*/ 1877212 h 2344739"/>
              <a:gd name="connsiteX213" fmla="*/ 572865 w 12193149"/>
              <a:gd name="connsiteY213" fmla="*/ 1877401 h 2344739"/>
              <a:gd name="connsiteX214" fmla="*/ 446247 w 12193149"/>
              <a:gd name="connsiteY214" fmla="*/ 1839371 h 2344739"/>
              <a:gd name="connsiteX215" fmla="*/ 405163 w 12193149"/>
              <a:gd name="connsiteY215" fmla="*/ 1833548 h 2344739"/>
              <a:gd name="connsiteX216" fmla="*/ 293583 w 12193149"/>
              <a:gd name="connsiteY216" fmla="*/ 1812852 h 2344739"/>
              <a:gd name="connsiteX217" fmla="*/ 119529 w 12193149"/>
              <a:gd name="connsiteY217" fmla="*/ 1761047 h 2344739"/>
              <a:gd name="connsiteX218" fmla="*/ 16674 w 12193149"/>
              <a:gd name="connsiteY218" fmla="*/ 1758191 h 2344739"/>
              <a:gd name="connsiteX219" fmla="*/ 1150 w 12193149"/>
              <a:gd name="connsiteY219" fmla="*/ 1752722 h 2344739"/>
              <a:gd name="connsiteX220" fmla="*/ 1148 w 12193149"/>
              <a:gd name="connsiteY220" fmla="*/ 222213 h 2344739"/>
              <a:gd name="connsiteX221" fmla="*/ 1148 w 12193149"/>
              <a:gd name="connsiteY221" fmla="*/ 0 h 2344739"/>
              <a:gd name="connsiteX0" fmla="*/ 1148 w 12193149"/>
              <a:gd name="connsiteY0" fmla="*/ 0 h 2344739"/>
              <a:gd name="connsiteX1" fmla="*/ 12193148 w 12193149"/>
              <a:gd name="connsiteY1" fmla="*/ 0 h 2344739"/>
              <a:gd name="connsiteX2" fmla="*/ 12193148 w 12193149"/>
              <a:gd name="connsiteY2" fmla="*/ 222213 h 2344739"/>
              <a:gd name="connsiteX3" fmla="*/ 12193148 w 12193149"/>
              <a:gd name="connsiteY3" fmla="*/ 389190 h 2344739"/>
              <a:gd name="connsiteX4" fmla="*/ 12193149 w 12193149"/>
              <a:gd name="connsiteY4" fmla="*/ 579739 h 2344739"/>
              <a:gd name="connsiteX5" fmla="*/ 12185986 w 12193149"/>
              <a:gd name="connsiteY5" fmla="*/ 584189 h 2344739"/>
              <a:gd name="connsiteX6" fmla="*/ 12156363 w 12193149"/>
              <a:gd name="connsiteY6" fmla="*/ 597366 h 2344739"/>
              <a:gd name="connsiteX7" fmla="*/ 12139215 w 12193149"/>
              <a:gd name="connsiteY7" fmla="*/ 623179 h 2344739"/>
              <a:gd name="connsiteX8" fmla="*/ 12126327 w 12193149"/>
              <a:gd name="connsiteY8" fmla="*/ 624690 h 2344739"/>
              <a:gd name="connsiteX9" fmla="*/ 12124007 w 12193149"/>
              <a:gd name="connsiteY9" fmla="*/ 624794 h 2344739"/>
              <a:gd name="connsiteX10" fmla="*/ 12116854 w 12193149"/>
              <a:gd name="connsiteY10" fmla="*/ 628608 h 2344739"/>
              <a:gd name="connsiteX11" fmla="*/ 12099497 w 12193149"/>
              <a:gd name="connsiteY11" fmla="*/ 628139 h 2344739"/>
              <a:gd name="connsiteX12" fmla="*/ 12087073 w 12193149"/>
              <a:gd name="connsiteY12" fmla="*/ 636341 h 2344739"/>
              <a:gd name="connsiteX13" fmla="*/ 12031073 w 12193149"/>
              <a:gd name="connsiteY13" fmla="*/ 680009 h 2344739"/>
              <a:gd name="connsiteX14" fmla="*/ 11995833 w 12193149"/>
              <a:gd name="connsiteY14" fmla="*/ 703458 h 2344739"/>
              <a:gd name="connsiteX15" fmla="*/ 11979717 w 12193149"/>
              <a:gd name="connsiteY15" fmla="*/ 708161 h 2344739"/>
              <a:gd name="connsiteX16" fmla="*/ 11959046 w 12193149"/>
              <a:gd name="connsiteY16" fmla="*/ 717558 h 2344739"/>
              <a:gd name="connsiteX17" fmla="*/ 11920454 w 12193149"/>
              <a:gd name="connsiteY17" fmla="*/ 730883 h 2344739"/>
              <a:gd name="connsiteX18" fmla="*/ 11903656 w 12193149"/>
              <a:gd name="connsiteY18" fmla="*/ 742426 h 2344739"/>
              <a:gd name="connsiteX19" fmla="*/ 11895048 w 12193149"/>
              <a:gd name="connsiteY19" fmla="*/ 744791 h 2344739"/>
              <a:gd name="connsiteX20" fmla="*/ 11891968 w 12193149"/>
              <a:gd name="connsiteY20" fmla="*/ 755729 h 2344739"/>
              <a:gd name="connsiteX21" fmla="*/ 11870776 w 12193149"/>
              <a:gd name="connsiteY21" fmla="*/ 777816 h 2344739"/>
              <a:gd name="connsiteX22" fmla="*/ 11813376 w 12193149"/>
              <a:gd name="connsiteY22" fmla="*/ 797659 h 2344739"/>
              <a:gd name="connsiteX23" fmla="*/ 11749767 w 12193149"/>
              <a:gd name="connsiteY23" fmla="*/ 872002 h 2344739"/>
              <a:gd name="connsiteX24" fmla="*/ 11590693 w 12193149"/>
              <a:gd name="connsiteY24" fmla="*/ 963777 h 2344739"/>
              <a:gd name="connsiteX25" fmla="*/ 11506817 w 12193149"/>
              <a:gd name="connsiteY25" fmla="*/ 1033623 h 2344739"/>
              <a:gd name="connsiteX26" fmla="*/ 11280332 w 12193149"/>
              <a:gd name="connsiteY26" fmla="*/ 1223571 h 2344739"/>
              <a:gd name="connsiteX27" fmla="*/ 11228309 w 12193149"/>
              <a:gd name="connsiteY27" fmla="*/ 1276236 h 2344739"/>
              <a:gd name="connsiteX28" fmla="*/ 11218087 w 12193149"/>
              <a:gd name="connsiteY28" fmla="*/ 1275961 h 2344739"/>
              <a:gd name="connsiteX29" fmla="*/ 11217184 w 12193149"/>
              <a:gd name="connsiteY29" fmla="*/ 1275018 h 2344739"/>
              <a:gd name="connsiteX30" fmla="*/ 11188885 w 12193149"/>
              <a:gd name="connsiteY30" fmla="*/ 1292383 h 2344739"/>
              <a:gd name="connsiteX31" fmla="*/ 11184501 w 12193149"/>
              <a:gd name="connsiteY31" fmla="*/ 1292525 h 2344739"/>
              <a:gd name="connsiteX32" fmla="*/ 11166854 w 12193149"/>
              <a:gd name="connsiteY32" fmla="*/ 1306612 h 2344739"/>
              <a:gd name="connsiteX33" fmla="*/ 11157311 w 12193149"/>
              <a:gd name="connsiteY33" fmla="*/ 1312414 h 2344739"/>
              <a:gd name="connsiteX34" fmla="*/ 11155496 w 12193149"/>
              <a:gd name="connsiteY34" fmla="*/ 1317097 h 2344739"/>
              <a:gd name="connsiteX35" fmla="*/ 11140961 w 12193149"/>
              <a:gd name="connsiteY35" fmla="*/ 1324115 h 2344739"/>
              <a:gd name="connsiteX36" fmla="*/ 11138961 w 12193149"/>
              <a:gd name="connsiteY36" fmla="*/ 1323772 h 2344739"/>
              <a:gd name="connsiteX37" fmla="*/ 11128208 w 12193149"/>
              <a:gd name="connsiteY37" fmla="*/ 1333832 h 2344739"/>
              <a:gd name="connsiteX38" fmla="*/ 11120691 w 12193149"/>
              <a:gd name="connsiteY38" fmla="*/ 1347424 h 2344739"/>
              <a:gd name="connsiteX39" fmla="*/ 10894683 w 12193149"/>
              <a:gd name="connsiteY39" fmla="*/ 1473399 h 2344739"/>
              <a:gd name="connsiteX40" fmla="*/ 10773300 w 12193149"/>
              <a:gd name="connsiteY40" fmla="*/ 1523191 h 2344739"/>
              <a:gd name="connsiteX41" fmla="*/ 10627668 w 12193149"/>
              <a:gd name="connsiteY41" fmla="*/ 1559229 h 2344739"/>
              <a:gd name="connsiteX42" fmla="*/ 10581895 w 12193149"/>
              <a:gd name="connsiteY42" fmla="*/ 1568689 h 2344739"/>
              <a:gd name="connsiteX43" fmla="*/ 10547790 w 12193149"/>
              <a:gd name="connsiteY43" fmla="*/ 1598423 h 2344739"/>
              <a:gd name="connsiteX44" fmla="*/ 10529643 w 12193149"/>
              <a:gd name="connsiteY44" fmla="*/ 1596907 h 2344739"/>
              <a:gd name="connsiteX45" fmla="*/ 10526446 w 12193149"/>
              <a:gd name="connsiteY45" fmla="*/ 1596411 h 2344739"/>
              <a:gd name="connsiteX46" fmla="*/ 10515129 w 12193149"/>
              <a:gd name="connsiteY46" fmla="*/ 1599537 h 2344739"/>
              <a:gd name="connsiteX47" fmla="*/ 10491735 w 12193149"/>
              <a:gd name="connsiteY47" fmla="*/ 1594156 h 2344739"/>
              <a:gd name="connsiteX48" fmla="*/ 10471418 w 12193149"/>
              <a:gd name="connsiteY48" fmla="*/ 1601693 h 2344739"/>
              <a:gd name="connsiteX49" fmla="*/ 10377042 w 12193149"/>
              <a:gd name="connsiteY49" fmla="*/ 1644598 h 2344739"/>
              <a:gd name="connsiteX50" fmla="*/ 10319338 w 12193149"/>
              <a:gd name="connsiteY50" fmla="*/ 1666221 h 2344739"/>
              <a:gd name="connsiteX51" fmla="*/ 10295467 w 12193149"/>
              <a:gd name="connsiteY51" fmla="*/ 1668079 h 2344739"/>
              <a:gd name="connsiteX52" fmla="*/ 10263443 w 12193149"/>
              <a:gd name="connsiteY52" fmla="*/ 1674948 h 2344739"/>
              <a:gd name="connsiteX53" fmla="*/ 10205418 w 12193149"/>
              <a:gd name="connsiteY53" fmla="*/ 1682149 h 2344739"/>
              <a:gd name="connsiteX54" fmla="*/ 10177759 w 12193149"/>
              <a:gd name="connsiteY54" fmla="*/ 1692943 h 2344739"/>
              <a:gd name="connsiteX55" fmla="*/ 10165070 w 12193149"/>
              <a:gd name="connsiteY55" fmla="*/ 1693739 h 2344739"/>
              <a:gd name="connsiteX56" fmla="*/ 10156308 w 12193149"/>
              <a:gd name="connsiteY56" fmla="*/ 1707487 h 2344739"/>
              <a:gd name="connsiteX57" fmla="*/ 10118267 w 12193149"/>
              <a:gd name="connsiteY57" fmla="*/ 1731142 h 2344739"/>
              <a:gd name="connsiteX58" fmla="*/ 10101593 w 12193149"/>
              <a:gd name="connsiteY58" fmla="*/ 1742432 h 2344739"/>
              <a:gd name="connsiteX59" fmla="*/ 10083317 w 12193149"/>
              <a:gd name="connsiteY59" fmla="*/ 1743296 h 2344739"/>
              <a:gd name="connsiteX60" fmla="*/ 10040388 w 12193149"/>
              <a:gd name="connsiteY60" fmla="*/ 1741632 h 2344739"/>
              <a:gd name="connsiteX61" fmla="*/ 9961167 w 12193149"/>
              <a:gd name="connsiteY61" fmla="*/ 1757147 h 2344739"/>
              <a:gd name="connsiteX62" fmla="*/ 9848940 w 12193149"/>
              <a:gd name="connsiteY62" fmla="*/ 1763915 h 2344739"/>
              <a:gd name="connsiteX63" fmla="*/ 9729457 w 12193149"/>
              <a:gd name="connsiteY63" fmla="*/ 1784122 h 2344739"/>
              <a:gd name="connsiteX64" fmla="*/ 9585655 w 12193149"/>
              <a:gd name="connsiteY64" fmla="*/ 1795542 h 2344739"/>
              <a:gd name="connsiteX65" fmla="*/ 9344200 w 12193149"/>
              <a:gd name="connsiteY65" fmla="*/ 1841244 h 2344739"/>
              <a:gd name="connsiteX66" fmla="*/ 9232518 w 12193149"/>
              <a:gd name="connsiteY66" fmla="*/ 1893149 h 2344739"/>
              <a:gd name="connsiteX67" fmla="*/ 9156690 w 12193149"/>
              <a:gd name="connsiteY67" fmla="*/ 1903228 h 2344739"/>
              <a:gd name="connsiteX68" fmla="*/ 9054601 w 12193149"/>
              <a:gd name="connsiteY68" fmla="*/ 1910755 h 2344739"/>
              <a:gd name="connsiteX69" fmla="*/ 9006634 w 12193149"/>
              <a:gd name="connsiteY69" fmla="*/ 1914040 h 2344739"/>
              <a:gd name="connsiteX70" fmla="*/ 9006349 w 12193149"/>
              <a:gd name="connsiteY70" fmla="*/ 1913800 h 2344739"/>
              <a:gd name="connsiteX71" fmla="*/ 8997380 w 12193149"/>
              <a:gd name="connsiteY71" fmla="*/ 1915011 h 2344739"/>
              <a:gd name="connsiteX72" fmla="*/ 8991542 w 12193149"/>
              <a:gd name="connsiteY72" fmla="*/ 1917072 h 2344739"/>
              <a:gd name="connsiteX73" fmla="*/ 8975485 w 12193149"/>
              <a:gd name="connsiteY73" fmla="*/ 1920298 h 2344739"/>
              <a:gd name="connsiteX74" fmla="*/ 8969159 w 12193149"/>
              <a:gd name="connsiteY74" fmla="*/ 1919598 h 2344739"/>
              <a:gd name="connsiteX75" fmla="*/ 8964196 w 12193149"/>
              <a:gd name="connsiteY75" fmla="*/ 1917373 h 2344739"/>
              <a:gd name="connsiteX76" fmla="*/ 8930136 w 12193149"/>
              <a:gd name="connsiteY76" fmla="*/ 1914185 h 2344739"/>
              <a:gd name="connsiteX77" fmla="*/ 8753592 w 12193149"/>
              <a:gd name="connsiteY77" fmla="*/ 1933417 h 2344739"/>
              <a:gd name="connsiteX78" fmla="*/ 8708995 w 12193149"/>
              <a:gd name="connsiteY78" fmla="*/ 1935518 h 2344739"/>
              <a:gd name="connsiteX79" fmla="*/ 8597219 w 12193149"/>
              <a:gd name="connsiteY79" fmla="*/ 1944090 h 2344739"/>
              <a:gd name="connsiteX80" fmla="*/ 8526378 w 12193149"/>
              <a:gd name="connsiteY80" fmla="*/ 1929248 h 2344739"/>
              <a:gd name="connsiteX81" fmla="*/ 8512131 w 12193149"/>
              <a:gd name="connsiteY81" fmla="*/ 1935163 h 2344739"/>
              <a:gd name="connsiteX82" fmla="*/ 8507315 w 12193149"/>
              <a:gd name="connsiteY82" fmla="*/ 1938164 h 2344739"/>
              <a:gd name="connsiteX83" fmla="*/ 8499116 w 12193149"/>
              <a:gd name="connsiteY83" fmla="*/ 1940902 h 2344739"/>
              <a:gd name="connsiteX84" fmla="*/ 8498742 w 12193149"/>
              <a:gd name="connsiteY84" fmla="*/ 1940723 h 2344739"/>
              <a:gd name="connsiteX85" fmla="*/ 8491397 w 12193149"/>
              <a:gd name="connsiteY85" fmla="*/ 1943773 h 2344739"/>
              <a:gd name="connsiteX86" fmla="*/ 8368330 w 12193149"/>
              <a:gd name="connsiteY86" fmla="*/ 1957815 h 2344739"/>
              <a:gd name="connsiteX87" fmla="*/ 8354947 w 12193149"/>
              <a:gd name="connsiteY87" fmla="*/ 1958009 h 2344739"/>
              <a:gd name="connsiteX88" fmla="*/ 8321252 w 12193149"/>
              <a:gd name="connsiteY88" fmla="*/ 1974587 h 2344739"/>
              <a:gd name="connsiteX89" fmla="*/ 8315581 w 12193149"/>
              <a:gd name="connsiteY89" fmla="*/ 1974913 h 2344739"/>
              <a:gd name="connsiteX90" fmla="*/ 8296322 w 12193149"/>
              <a:gd name="connsiteY90" fmla="*/ 1988808 h 2344739"/>
              <a:gd name="connsiteX91" fmla="*/ 8285424 w 12193149"/>
              <a:gd name="connsiteY91" fmla="*/ 1994631 h 2344739"/>
              <a:gd name="connsiteX92" fmla="*/ 8284298 w 12193149"/>
              <a:gd name="connsiteY92" fmla="*/ 1999074 h 2344739"/>
              <a:gd name="connsiteX93" fmla="*/ 8267224 w 12193149"/>
              <a:gd name="connsiteY93" fmla="*/ 2006249 h 2344739"/>
              <a:gd name="connsiteX94" fmla="*/ 8264525 w 12193149"/>
              <a:gd name="connsiteY94" fmla="*/ 2006019 h 2344739"/>
              <a:gd name="connsiteX95" fmla="*/ 8253181 w 12193149"/>
              <a:gd name="connsiteY95" fmla="*/ 2015862 h 2344739"/>
              <a:gd name="connsiteX96" fmla="*/ 8246982 w 12193149"/>
              <a:gd name="connsiteY96" fmla="*/ 2028854 h 2344739"/>
              <a:gd name="connsiteX97" fmla="*/ 8091420 w 12193149"/>
              <a:gd name="connsiteY97" fmla="*/ 2075015 h 2344739"/>
              <a:gd name="connsiteX98" fmla="*/ 7906555 w 12193149"/>
              <a:gd name="connsiteY98" fmla="*/ 2116988 h 2344739"/>
              <a:gd name="connsiteX99" fmla="*/ 7719893 w 12193149"/>
              <a:gd name="connsiteY99" fmla="*/ 2142703 h 2344739"/>
              <a:gd name="connsiteX100" fmla="*/ 7615495 w 12193149"/>
              <a:gd name="connsiteY100" fmla="*/ 2139232 h 2344739"/>
              <a:gd name="connsiteX101" fmla="*/ 7528691 w 12193149"/>
              <a:gd name="connsiteY101" fmla="*/ 2145060 h 2344739"/>
              <a:gd name="connsiteX102" fmla="*/ 7520719 w 12193149"/>
              <a:gd name="connsiteY102" fmla="*/ 2147613 h 2344739"/>
              <a:gd name="connsiteX103" fmla="*/ 7508559 w 12193149"/>
              <a:gd name="connsiteY103" fmla="*/ 2148948 h 2344739"/>
              <a:gd name="connsiteX104" fmla="*/ 7508188 w 12193149"/>
              <a:gd name="connsiteY104" fmla="*/ 2148621 h 2344739"/>
              <a:gd name="connsiteX105" fmla="*/ 7496943 w 12193149"/>
              <a:gd name="connsiteY105" fmla="*/ 2150573 h 2344739"/>
              <a:gd name="connsiteX106" fmla="*/ 7406539 w 12193149"/>
              <a:gd name="connsiteY106" fmla="*/ 2142468 h 2344739"/>
              <a:gd name="connsiteX107" fmla="*/ 7219707 w 12193149"/>
              <a:gd name="connsiteY107" fmla="*/ 2156680 h 2344739"/>
              <a:gd name="connsiteX108" fmla="*/ 7202249 w 12193149"/>
              <a:gd name="connsiteY108" fmla="*/ 2161230 h 2344739"/>
              <a:gd name="connsiteX109" fmla="*/ 7198152 w 12193149"/>
              <a:gd name="connsiteY109" fmla="*/ 2166588 h 2344739"/>
              <a:gd name="connsiteX110" fmla="*/ 7171956 w 12193149"/>
              <a:gd name="connsiteY110" fmla="*/ 2171236 h 2344739"/>
              <a:gd name="connsiteX111" fmla="*/ 7098136 w 12193149"/>
              <a:gd name="connsiteY111" fmla="*/ 2183464 h 2344739"/>
              <a:gd name="connsiteX112" fmla="*/ 7019644 w 12193149"/>
              <a:gd name="connsiteY112" fmla="*/ 2183090 h 2344739"/>
              <a:gd name="connsiteX113" fmla="*/ 6905294 w 12193149"/>
              <a:gd name="connsiteY113" fmla="*/ 2212596 h 2344739"/>
              <a:gd name="connsiteX114" fmla="*/ 6709370 w 12193149"/>
              <a:gd name="connsiteY114" fmla="*/ 2240551 h 2344739"/>
              <a:gd name="connsiteX115" fmla="*/ 6550602 w 12193149"/>
              <a:gd name="connsiteY115" fmla="*/ 2269327 h 2344739"/>
              <a:gd name="connsiteX116" fmla="*/ 6318708 w 12193149"/>
              <a:gd name="connsiteY116" fmla="*/ 2316127 h 2344739"/>
              <a:gd name="connsiteX117" fmla="*/ 6169822 w 12193149"/>
              <a:gd name="connsiteY117" fmla="*/ 2318214 h 2344739"/>
              <a:gd name="connsiteX118" fmla="*/ 6074996 w 12193149"/>
              <a:gd name="connsiteY118" fmla="*/ 2338676 h 2344739"/>
              <a:gd name="connsiteX119" fmla="*/ 6069677 w 12193149"/>
              <a:gd name="connsiteY119" fmla="*/ 2337139 h 2344739"/>
              <a:gd name="connsiteX120" fmla="*/ 6049786 w 12193149"/>
              <a:gd name="connsiteY120" fmla="*/ 2337822 h 2344739"/>
              <a:gd name="connsiteX121" fmla="*/ 6042433 w 12193149"/>
              <a:gd name="connsiteY121" fmla="*/ 2329473 h 2344739"/>
              <a:gd name="connsiteX122" fmla="*/ 6011238 w 12193149"/>
              <a:gd name="connsiteY122" fmla="*/ 2324380 h 2344739"/>
              <a:gd name="connsiteX123" fmla="*/ 5958523 w 12193149"/>
              <a:gd name="connsiteY123" fmla="*/ 2328024 h 2344739"/>
              <a:gd name="connsiteX124" fmla="*/ 5760067 w 12193149"/>
              <a:gd name="connsiteY124" fmla="*/ 2343716 h 2344739"/>
              <a:gd name="connsiteX125" fmla="*/ 5628108 w 12193149"/>
              <a:gd name="connsiteY125" fmla="*/ 2344739 h 2344739"/>
              <a:gd name="connsiteX126" fmla="*/ 5472054 w 12193149"/>
              <a:gd name="connsiteY126" fmla="*/ 2330719 h 2344739"/>
              <a:gd name="connsiteX127" fmla="*/ 5433909 w 12193149"/>
              <a:gd name="connsiteY127" fmla="*/ 2319466 h 2344739"/>
              <a:gd name="connsiteX128" fmla="*/ 5382817 w 12193149"/>
              <a:gd name="connsiteY128" fmla="*/ 2301764 h 2344739"/>
              <a:gd name="connsiteX129" fmla="*/ 5262912 w 12193149"/>
              <a:gd name="connsiteY129" fmla="*/ 2281347 h 2344739"/>
              <a:gd name="connsiteX130" fmla="*/ 5224109 w 12193149"/>
              <a:gd name="connsiteY130" fmla="*/ 2270223 h 2344739"/>
              <a:gd name="connsiteX131" fmla="*/ 5175808 w 12193149"/>
              <a:gd name="connsiteY131" fmla="*/ 2267233 h 2344739"/>
              <a:gd name="connsiteX132" fmla="*/ 5157702 w 12193149"/>
              <a:gd name="connsiteY132" fmla="*/ 2260010 h 2344739"/>
              <a:gd name="connsiteX133" fmla="*/ 5143747 w 12193149"/>
              <a:gd name="connsiteY133" fmla="*/ 2256610 h 2344739"/>
              <a:gd name="connsiteX134" fmla="*/ 5140744 w 12193149"/>
              <a:gd name="connsiteY134" fmla="*/ 2254509 h 2344739"/>
              <a:gd name="connsiteX135" fmla="*/ 5122807 w 12193149"/>
              <a:gd name="connsiteY135" fmla="*/ 2243656 h 2344739"/>
              <a:gd name="connsiteX136" fmla="*/ 5066938 w 12193149"/>
              <a:gd name="connsiteY136" fmla="*/ 2250227 h 2344739"/>
              <a:gd name="connsiteX137" fmla="*/ 5012662 w 12193149"/>
              <a:gd name="connsiteY137" fmla="*/ 2233846 h 2344739"/>
              <a:gd name="connsiteX138" fmla="*/ 4841589 w 12193149"/>
              <a:gd name="connsiteY138" fmla="*/ 2209829 h 2344739"/>
              <a:gd name="connsiteX139" fmla="*/ 4763595 w 12193149"/>
              <a:gd name="connsiteY139" fmla="*/ 2182061 h 2344739"/>
              <a:gd name="connsiteX140" fmla="*/ 4724334 w 12193149"/>
              <a:gd name="connsiteY140" fmla="*/ 2173047 h 2344739"/>
              <a:gd name="connsiteX141" fmla="*/ 4722324 w 12193149"/>
              <a:gd name="connsiteY141" fmla="*/ 2172298 h 2344739"/>
              <a:gd name="connsiteX142" fmla="*/ 4723259 w 12193149"/>
              <a:gd name="connsiteY142" fmla="*/ 2172087 h 2344739"/>
              <a:gd name="connsiteX143" fmla="*/ 4718350 w 12193149"/>
              <a:gd name="connsiteY143" fmla="*/ 2170817 h 2344739"/>
              <a:gd name="connsiteX144" fmla="*/ 4722324 w 12193149"/>
              <a:gd name="connsiteY144" fmla="*/ 2172298 h 2344739"/>
              <a:gd name="connsiteX145" fmla="*/ 4716674 w 12193149"/>
              <a:gd name="connsiteY145" fmla="*/ 2173573 h 2344739"/>
              <a:gd name="connsiteX146" fmla="*/ 4516962 w 12193149"/>
              <a:gd name="connsiteY146" fmla="*/ 2163671 h 2344739"/>
              <a:gd name="connsiteX147" fmla="*/ 4429691 w 12193149"/>
              <a:gd name="connsiteY147" fmla="*/ 2153020 h 2344739"/>
              <a:gd name="connsiteX148" fmla="*/ 4364023 w 12193149"/>
              <a:gd name="connsiteY148" fmla="*/ 2151674 h 2344739"/>
              <a:gd name="connsiteX149" fmla="*/ 4318114 w 12193149"/>
              <a:gd name="connsiteY149" fmla="*/ 2158289 h 2344739"/>
              <a:gd name="connsiteX150" fmla="*/ 4316258 w 12193149"/>
              <a:gd name="connsiteY150" fmla="*/ 2156948 h 2344739"/>
              <a:gd name="connsiteX151" fmla="*/ 4296292 w 12193149"/>
              <a:gd name="connsiteY151" fmla="*/ 2155069 h 2344739"/>
              <a:gd name="connsiteX152" fmla="*/ 4291212 w 12193149"/>
              <a:gd name="connsiteY152" fmla="*/ 2157986 h 2344739"/>
              <a:gd name="connsiteX153" fmla="*/ 4277290 w 12193149"/>
              <a:gd name="connsiteY153" fmla="*/ 2157740 h 2344739"/>
              <a:gd name="connsiteX154" fmla="*/ 4249265 w 12193149"/>
              <a:gd name="connsiteY154" fmla="*/ 2160064 h 2344739"/>
              <a:gd name="connsiteX155" fmla="*/ 4203199 w 12193149"/>
              <a:gd name="connsiteY155" fmla="*/ 2157269 h 2344739"/>
              <a:gd name="connsiteX156" fmla="*/ 4202893 w 12193149"/>
              <a:gd name="connsiteY156" fmla="*/ 2156010 h 2344739"/>
              <a:gd name="connsiteX157" fmla="*/ 4192396 w 12193149"/>
              <a:gd name="connsiteY157" fmla="*/ 2150376 h 2344739"/>
              <a:gd name="connsiteX158" fmla="*/ 4143893 w 12193149"/>
              <a:gd name="connsiteY158" fmla="*/ 2134511 h 2344739"/>
              <a:gd name="connsiteX159" fmla="*/ 4084245 w 12193149"/>
              <a:gd name="connsiteY159" fmla="*/ 2107978 h 2344739"/>
              <a:gd name="connsiteX160" fmla="*/ 4075694 w 12193149"/>
              <a:gd name="connsiteY160" fmla="*/ 2107143 h 2344739"/>
              <a:gd name="connsiteX161" fmla="*/ 4075575 w 12193149"/>
              <a:gd name="connsiteY161" fmla="*/ 2106844 h 2344739"/>
              <a:gd name="connsiteX162" fmla="*/ 4066658 w 12193149"/>
              <a:gd name="connsiteY162" fmla="*/ 2105400 h 2344739"/>
              <a:gd name="connsiteX163" fmla="*/ 4060102 w 12193149"/>
              <a:gd name="connsiteY163" fmla="*/ 2105618 h 2344739"/>
              <a:gd name="connsiteX164" fmla="*/ 4043512 w 12193149"/>
              <a:gd name="connsiteY164" fmla="*/ 2103997 h 2344739"/>
              <a:gd name="connsiteX165" fmla="*/ 4038145 w 12193149"/>
              <a:gd name="connsiteY165" fmla="*/ 2101563 h 2344739"/>
              <a:gd name="connsiteX166" fmla="*/ 4036511 w 12193149"/>
              <a:gd name="connsiteY166" fmla="*/ 2097896 h 2344739"/>
              <a:gd name="connsiteX167" fmla="*/ 4034926 w 12193149"/>
              <a:gd name="connsiteY167" fmla="*/ 2098131 h 2344739"/>
              <a:gd name="connsiteX168" fmla="*/ 4005686 w 12193149"/>
              <a:gd name="connsiteY168" fmla="*/ 2085563 h 2344739"/>
              <a:gd name="connsiteX169" fmla="*/ 3937994 w 12193149"/>
              <a:gd name="connsiteY169" fmla="*/ 2068106 h 2344739"/>
              <a:gd name="connsiteX170" fmla="*/ 3898423 w 12193149"/>
              <a:gd name="connsiteY170" fmla="*/ 2062451 h 2344739"/>
              <a:gd name="connsiteX171" fmla="*/ 3790908 w 12193149"/>
              <a:gd name="connsiteY171" fmla="*/ 2042213 h 2344739"/>
              <a:gd name="connsiteX172" fmla="*/ 3683661 w 12193149"/>
              <a:gd name="connsiteY172" fmla="*/ 2018290 h 2344739"/>
              <a:gd name="connsiteX173" fmla="*/ 3611183 w 12193149"/>
              <a:gd name="connsiteY173" fmla="*/ 1986019 h 2344739"/>
              <a:gd name="connsiteX174" fmla="*/ 3605003 w 12193149"/>
              <a:gd name="connsiteY174" fmla="*/ 1987381 h 2344739"/>
              <a:gd name="connsiteX175" fmla="*/ 3595884 w 12193149"/>
              <a:gd name="connsiteY175" fmla="*/ 1987545 h 2344739"/>
              <a:gd name="connsiteX176" fmla="*/ 3595649 w 12193149"/>
              <a:gd name="connsiteY176" fmla="*/ 1987276 h 2344739"/>
              <a:gd name="connsiteX177" fmla="*/ 3587126 w 12193149"/>
              <a:gd name="connsiteY177" fmla="*/ 1987966 h 2344739"/>
              <a:gd name="connsiteX178" fmla="*/ 3537283 w 12193149"/>
              <a:gd name="connsiteY178" fmla="*/ 1978267 h 2344739"/>
              <a:gd name="connsiteX179" fmla="*/ 3474371 w 12193149"/>
              <a:gd name="connsiteY179" fmla="*/ 1974606 h 2344739"/>
              <a:gd name="connsiteX180" fmla="*/ 3401876 w 12193149"/>
              <a:gd name="connsiteY180" fmla="*/ 1962558 h 2344739"/>
              <a:gd name="connsiteX181" fmla="*/ 3365036 w 12193149"/>
              <a:gd name="connsiteY181" fmla="*/ 1979510 h 2344739"/>
              <a:gd name="connsiteX182" fmla="*/ 3345174 w 12193149"/>
              <a:gd name="connsiteY182" fmla="*/ 1981192 h 2344739"/>
              <a:gd name="connsiteX183" fmla="*/ 3342846 w 12193149"/>
              <a:gd name="connsiteY183" fmla="*/ 1980217 h 2344739"/>
              <a:gd name="connsiteX184" fmla="*/ 3263504 w 12193149"/>
              <a:gd name="connsiteY184" fmla="*/ 1986094 h 2344739"/>
              <a:gd name="connsiteX185" fmla="*/ 3143704 w 12193149"/>
              <a:gd name="connsiteY185" fmla="*/ 1993869 h 2344739"/>
              <a:gd name="connsiteX186" fmla="*/ 3031439 w 12193149"/>
              <a:gd name="connsiteY186" fmla="*/ 1996512 h 2344739"/>
              <a:gd name="connsiteX187" fmla="*/ 2782717 w 12193149"/>
              <a:gd name="connsiteY187" fmla="*/ 2018333 h 2344739"/>
              <a:gd name="connsiteX188" fmla="*/ 2647675 w 12193149"/>
              <a:gd name="connsiteY188" fmla="*/ 2028869 h 2344739"/>
              <a:gd name="connsiteX189" fmla="*/ 2569176 w 12193149"/>
              <a:gd name="connsiteY189" fmla="*/ 2002628 h 2344739"/>
              <a:gd name="connsiteX190" fmla="*/ 2444403 w 12193149"/>
              <a:gd name="connsiteY190" fmla="*/ 2016529 h 2344739"/>
              <a:gd name="connsiteX191" fmla="*/ 2316260 w 12193149"/>
              <a:gd name="connsiteY191" fmla="*/ 2024996 h 2344739"/>
              <a:gd name="connsiteX192" fmla="*/ 2209726 w 12193149"/>
              <a:gd name="connsiteY192" fmla="*/ 2019763 h 2344739"/>
              <a:gd name="connsiteX193" fmla="*/ 2095813 w 12193149"/>
              <a:gd name="connsiteY193" fmla="*/ 2003052 h 2344739"/>
              <a:gd name="connsiteX194" fmla="*/ 1998504 w 12193149"/>
              <a:gd name="connsiteY194" fmla="*/ 1995032 h 2344739"/>
              <a:gd name="connsiteX195" fmla="*/ 1929320 w 12193149"/>
              <a:gd name="connsiteY195" fmla="*/ 2016977 h 2344739"/>
              <a:gd name="connsiteX196" fmla="*/ 1922798 w 12193149"/>
              <a:gd name="connsiteY196" fmla="*/ 2012146 h 2344739"/>
              <a:gd name="connsiteX197" fmla="*/ 1874228 w 12193149"/>
              <a:gd name="connsiteY197" fmla="*/ 2013741 h 2344739"/>
              <a:gd name="connsiteX198" fmla="*/ 1787803 w 12193149"/>
              <a:gd name="connsiteY198" fmla="*/ 2041363 h 2344739"/>
              <a:gd name="connsiteX199" fmla="*/ 1739352 w 12193149"/>
              <a:gd name="connsiteY199" fmla="*/ 2036312 h 2344739"/>
              <a:gd name="connsiteX200" fmla="*/ 1676219 w 12193149"/>
              <a:gd name="connsiteY200" fmla="*/ 2019963 h 2344739"/>
              <a:gd name="connsiteX201" fmla="*/ 1609817 w 12193149"/>
              <a:gd name="connsiteY201" fmla="*/ 2013066 h 2344739"/>
              <a:gd name="connsiteX202" fmla="*/ 1497258 w 12193149"/>
              <a:gd name="connsiteY202" fmla="*/ 1987476 h 2344739"/>
              <a:gd name="connsiteX203" fmla="*/ 1151127 w 12193149"/>
              <a:gd name="connsiteY203" fmla="*/ 1938041 h 2344739"/>
              <a:gd name="connsiteX204" fmla="*/ 859417 w 12193149"/>
              <a:gd name="connsiteY204" fmla="*/ 1928608 h 2344739"/>
              <a:gd name="connsiteX205" fmla="*/ 838688 w 12193149"/>
              <a:gd name="connsiteY205" fmla="*/ 1929821 h 2344739"/>
              <a:gd name="connsiteX206" fmla="*/ 817957 w 12193149"/>
              <a:gd name="connsiteY206" fmla="*/ 1927857 h 2344739"/>
              <a:gd name="connsiteX207" fmla="*/ 812654 w 12193149"/>
              <a:gd name="connsiteY207" fmla="*/ 1930751 h 2344739"/>
              <a:gd name="connsiteX208" fmla="*/ 721195 w 12193149"/>
              <a:gd name="connsiteY208" fmla="*/ 1929661 h 2344739"/>
              <a:gd name="connsiteX209" fmla="*/ 720890 w 12193149"/>
              <a:gd name="connsiteY209" fmla="*/ 1928399 h 2344739"/>
              <a:gd name="connsiteX210" fmla="*/ 710023 w 12193149"/>
              <a:gd name="connsiteY210" fmla="*/ 1922722 h 2344739"/>
              <a:gd name="connsiteX211" fmla="*/ 597940 w 12193149"/>
              <a:gd name="connsiteY211" fmla="*/ 1879864 h 2344739"/>
              <a:gd name="connsiteX212" fmla="*/ 579683 w 12193149"/>
              <a:gd name="connsiteY212" fmla="*/ 1877212 h 2344739"/>
              <a:gd name="connsiteX213" fmla="*/ 572865 w 12193149"/>
              <a:gd name="connsiteY213" fmla="*/ 1877401 h 2344739"/>
              <a:gd name="connsiteX214" fmla="*/ 446247 w 12193149"/>
              <a:gd name="connsiteY214" fmla="*/ 1839371 h 2344739"/>
              <a:gd name="connsiteX215" fmla="*/ 405163 w 12193149"/>
              <a:gd name="connsiteY215" fmla="*/ 1833548 h 2344739"/>
              <a:gd name="connsiteX216" fmla="*/ 293583 w 12193149"/>
              <a:gd name="connsiteY216" fmla="*/ 1812852 h 2344739"/>
              <a:gd name="connsiteX217" fmla="*/ 119529 w 12193149"/>
              <a:gd name="connsiteY217" fmla="*/ 1761047 h 2344739"/>
              <a:gd name="connsiteX218" fmla="*/ 16674 w 12193149"/>
              <a:gd name="connsiteY218" fmla="*/ 1758191 h 2344739"/>
              <a:gd name="connsiteX219" fmla="*/ 1150 w 12193149"/>
              <a:gd name="connsiteY219" fmla="*/ 1752722 h 2344739"/>
              <a:gd name="connsiteX220" fmla="*/ 1148 w 12193149"/>
              <a:gd name="connsiteY220" fmla="*/ 222213 h 2344739"/>
              <a:gd name="connsiteX221" fmla="*/ 1148 w 12193149"/>
              <a:gd name="connsiteY221" fmla="*/ 0 h 2344739"/>
              <a:gd name="connsiteX0" fmla="*/ 1148 w 12193149"/>
              <a:gd name="connsiteY0" fmla="*/ 0 h 2344739"/>
              <a:gd name="connsiteX1" fmla="*/ 12193148 w 12193149"/>
              <a:gd name="connsiteY1" fmla="*/ 0 h 2344739"/>
              <a:gd name="connsiteX2" fmla="*/ 12193148 w 12193149"/>
              <a:gd name="connsiteY2" fmla="*/ 222213 h 2344739"/>
              <a:gd name="connsiteX3" fmla="*/ 12193148 w 12193149"/>
              <a:gd name="connsiteY3" fmla="*/ 389190 h 2344739"/>
              <a:gd name="connsiteX4" fmla="*/ 12193149 w 12193149"/>
              <a:gd name="connsiteY4" fmla="*/ 579739 h 2344739"/>
              <a:gd name="connsiteX5" fmla="*/ 12185986 w 12193149"/>
              <a:gd name="connsiteY5" fmla="*/ 584189 h 2344739"/>
              <a:gd name="connsiteX6" fmla="*/ 12156363 w 12193149"/>
              <a:gd name="connsiteY6" fmla="*/ 597366 h 2344739"/>
              <a:gd name="connsiteX7" fmla="*/ 12139215 w 12193149"/>
              <a:gd name="connsiteY7" fmla="*/ 623179 h 2344739"/>
              <a:gd name="connsiteX8" fmla="*/ 12126327 w 12193149"/>
              <a:gd name="connsiteY8" fmla="*/ 624690 h 2344739"/>
              <a:gd name="connsiteX9" fmla="*/ 12124007 w 12193149"/>
              <a:gd name="connsiteY9" fmla="*/ 624794 h 2344739"/>
              <a:gd name="connsiteX10" fmla="*/ 12116854 w 12193149"/>
              <a:gd name="connsiteY10" fmla="*/ 628608 h 2344739"/>
              <a:gd name="connsiteX11" fmla="*/ 12099497 w 12193149"/>
              <a:gd name="connsiteY11" fmla="*/ 628139 h 2344739"/>
              <a:gd name="connsiteX12" fmla="*/ 12087073 w 12193149"/>
              <a:gd name="connsiteY12" fmla="*/ 636341 h 2344739"/>
              <a:gd name="connsiteX13" fmla="*/ 12031073 w 12193149"/>
              <a:gd name="connsiteY13" fmla="*/ 680009 h 2344739"/>
              <a:gd name="connsiteX14" fmla="*/ 11995833 w 12193149"/>
              <a:gd name="connsiteY14" fmla="*/ 703458 h 2344739"/>
              <a:gd name="connsiteX15" fmla="*/ 11979717 w 12193149"/>
              <a:gd name="connsiteY15" fmla="*/ 708161 h 2344739"/>
              <a:gd name="connsiteX16" fmla="*/ 11959046 w 12193149"/>
              <a:gd name="connsiteY16" fmla="*/ 717558 h 2344739"/>
              <a:gd name="connsiteX17" fmla="*/ 11920454 w 12193149"/>
              <a:gd name="connsiteY17" fmla="*/ 730883 h 2344739"/>
              <a:gd name="connsiteX18" fmla="*/ 11903656 w 12193149"/>
              <a:gd name="connsiteY18" fmla="*/ 742426 h 2344739"/>
              <a:gd name="connsiteX19" fmla="*/ 11895048 w 12193149"/>
              <a:gd name="connsiteY19" fmla="*/ 744791 h 2344739"/>
              <a:gd name="connsiteX20" fmla="*/ 11891968 w 12193149"/>
              <a:gd name="connsiteY20" fmla="*/ 755729 h 2344739"/>
              <a:gd name="connsiteX21" fmla="*/ 11870776 w 12193149"/>
              <a:gd name="connsiteY21" fmla="*/ 777816 h 2344739"/>
              <a:gd name="connsiteX22" fmla="*/ 11813376 w 12193149"/>
              <a:gd name="connsiteY22" fmla="*/ 797659 h 2344739"/>
              <a:gd name="connsiteX23" fmla="*/ 11749767 w 12193149"/>
              <a:gd name="connsiteY23" fmla="*/ 872002 h 2344739"/>
              <a:gd name="connsiteX24" fmla="*/ 11590693 w 12193149"/>
              <a:gd name="connsiteY24" fmla="*/ 963777 h 2344739"/>
              <a:gd name="connsiteX25" fmla="*/ 11506817 w 12193149"/>
              <a:gd name="connsiteY25" fmla="*/ 1033623 h 2344739"/>
              <a:gd name="connsiteX26" fmla="*/ 11280332 w 12193149"/>
              <a:gd name="connsiteY26" fmla="*/ 1223571 h 2344739"/>
              <a:gd name="connsiteX27" fmla="*/ 11228309 w 12193149"/>
              <a:gd name="connsiteY27" fmla="*/ 1276236 h 2344739"/>
              <a:gd name="connsiteX28" fmla="*/ 11218087 w 12193149"/>
              <a:gd name="connsiteY28" fmla="*/ 1275961 h 2344739"/>
              <a:gd name="connsiteX29" fmla="*/ 11217184 w 12193149"/>
              <a:gd name="connsiteY29" fmla="*/ 1275018 h 2344739"/>
              <a:gd name="connsiteX30" fmla="*/ 11188885 w 12193149"/>
              <a:gd name="connsiteY30" fmla="*/ 1292383 h 2344739"/>
              <a:gd name="connsiteX31" fmla="*/ 11184501 w 12193149"/>
              <a:gd name="connsiteY31" fmla="*/ 1292525 h 2344739"/>
              <a:gd name="connsiteX32" fmla="*/ 11166854 w 12193149"/>
              <a:gd name="connsiteY32" fmla="*/ 1306612 h 2344739"/>
              <a:gd name="connsiteX33" fmla="*/ 11157311 w 12193149"/>
              <a:gd name="connsiteY33" fmla="*/ 1312414 h 2344739"/>
              <a:gd name="connsiteX34" fmla="*/ 11155496 w 12193149"/>
              <a:gd name="connsiteY34" fmla="*/ 1317097 h 2344739"/>
              <a:gd name="connsiteX35" fmla="*/ 11140961 w 12193149"/>
              <a:gd name="connsiteY35" fmla="*/ 1324115 h 2344739"/>
              <a:gd name="connsiteX36" fmla="*/ 11138961 w 12193149"/>
              <a:gd name="connsiteY36" fmla="*/ 1323772 h 2344739"/>
              <a:gd name="connsiteX37" fmla="*/ 11128208 w 12193149"/>
              <a:gd name="connsiteY37" fmla="*/ 1333832 h 2344739"/>
              <a:gd name="connsiteX38" fmla="*/ 11120691 w 12193149"/>
              <a:gd name="connsiteY38" fmla="*/ 1347424 h 2344739"/>
              <a:gd name="connsiteX39" fmla="*/ 10894683 w 12193149"/>
              <a:gd name="connsiteY39" fmla="*/ 1473399 h 2344739"/>
              <a:gd name="connsiteX40" fmla="*/ 10773300 w 12193149"/>
              <a:gd name="connsiteY40" fmla="*/ 1523191 h 2344739"/>
              <a:gd name="connsiteX41" fmla="*/ 10627668 w 12193149"/>
              <a:gd name="connsiteY41" fmla="*/ 1559229 h 2344739"/>
              <a:gd name="connsiteX42" fmla="*/ 10581895 w 12193149"/>
              <a:gd name="connsiteY42" fmla="*/ 1568689 h 2344739"/>
              <a:gd name="connsiteX43" fmla="*/ 10547790 w 12193149"/>
              <a:gd name="connsiteY43" fmla="*/ 1598423 h 2344739"/>
              <a:gd name="connsiteX44" fmla="*/ 10529643 w 12193149"/>
              <a:gd name="connsiteY44" fmla="*/ 1596907 h 2344739"/>
              <a:gd name="connsiteX45" fmla="*/ 10526446 w 12193149"/>
              <a:gd name="connsiteY45" fmla="*/ 1596411 h 2344739"/>
              <a:gd name="connsiteX46" fmla="*/ 10515129 w 12193149"/>
              <a:gd name="connsiteY46" fmla="*/ 1599537 h 2344739"/>
              <a:gd name="connsiteX47" fmla="*/ 10491735 w 12193149"/>
              <a:gd name="connsiteY47" fmla="*/ 1594156 h 2344739"/>
              <a:gd name="connsiteX48" fmla="*/ 10471418 w 12193149"/>
              <a:gd name="connsiteY48" fmla="*/ 1601693 h 2344739"/>
              <a:gd name="connsiteX49" fmla="*/ 10377042 w 12193149"/>
              <a:gd name="connsiteY49" fmla="*/ 1644598 h 2344739"/>
              <a:gd name="connsiteX50" fmla="*/ 10319338 w 12193149"/>
              <a:gd name="connsiteY50" fmla="*/ 1666221 h 2344739"/>
              <a:gd name="connsiteX51" fmla="*/ 10295467 w 12193149"/>
              <a:gd name="connsiteY51" fmla="*/ 1668079 h 2344739"/>
              <a:gd name="connsiteX52" fmla="*/ 10263443 w 12193149"/>
              <a:gd name="connsiteY52" fmla="*/ 1674948 h 2344739"/>
              <a:gd name="connsiteX53" fmla="*/ 10205418 w 12193149"/>
              <a:gd name="connsiteY53" fmla="*/ 1682149 h 2344739"/>
              <a:gd name="connsiteX54" fmla="*/ 10177759 w 12193149"/>
              <a:gd name="connsiteY54" fmla="*/ 1692943 h 2344739"/>
              <a:gd name="connsiteX55" fmla="*/ 10165070 w 12193149"/>
              <a:gd name="connsiteY55" fmla="*/ 1693739 h 2344739"/>
              <a:gd name="connsiteX56" fmla="*/ 10156308 w 12193149"/>
              <a:gd name="connsiteY56" fmla="*/ 1707487 h 2344739"/>
              <a:gd name="connsiteX57" fmla="*/ 10118267 w 12193149"/>
              <a:gd name="connsiteY57" fmla="*/ 1731142 h 2344739"/>
              <a:gd name="connsiteX58" fmla="*/ 10101593 w 12193149"/>
              <a:gd name="connsiteY58" fmla="*/ 1742432 h 2344739"/>
              <a:gd name="connsiteX59" fmla="*/ 10083317 w 12193149"/>
              <a:gd name="connsiteY59" fmla="*/ 1743296 h 2344739"/>
              <a:gd name="connsiteX60" fmla="*/ 10040388 w 12193149"/>
              <a:gd name="connsiteY60" fmla="*/ 1741632 h 2344739"/>
              <a:gd name="connsiteX61" fmla="*/ 9961167 w 12193149"/>
              <a:gd name="connsiteY61" fmla="*/ 1757147 h 2344739"/>
              <a:gd name="connsiteX62" fmla="*/ 9848940 w 12193149"/>
              <a:gd name="connsiteY62" fmla="*/ 1763915 h 2344739"/>
              <a:gd name="connsiteX63" fmla="*/ 9729457 w 12193149"/>
              <a:gd name="connsiteY63" fmla="*/ 1784122 h 2344739"/>
              <a:gd name="connsiteX64" fmla="*/ 9585655 w 12193149"/>
              <a:gd name="connsiteY64" fmla="*/ 1795542 h 2344739"/>
              <a:gd name="connsiteX65" fmla="*/ 9338590 w 12193149"/>
              <a:gd name="connsiteY65" fmla="*/ 1869293 h 2344739"/>
              <a:gd name="connsiteX66" fmla="*/ 9232518 w 12193149"/>
              <a:gd name="connsiteY66" fmla="*/ 1893149 h 2344739"/>
              <a:gd name="connsiteX67" fmla="*/ 9156690 w 12193149"/>
              <a:gd name="connsiteY67" fmla="*/ 1903228 h 2344739"/>
              <a:gd name="connsiteX68" fmla="*/ 9054601 w 12193149"/>
              <a:gd name="connsiteY68" fmla="*/ 1910755 h 2344739"/>
              <a:gd name="connsiteX69" fmla="*/ 9006634 w 12193149"/>
              <a:gd name="connsiteY69" fmla="*/ 1914040 h 2344739"/>
              <a:gd name="connsiteX70" fmla="*/ 9006349 w 12193149"/>
              <a:gd name="connsiteY70" fmla="*/ 1913800 h 2344739"/>
              <a:gd name="connsiteX71" fmla="*/ 8997380 w 12193149"/>
              <a:gd name="connsiteY71" fmla="*/ 1915011 h 2344739"/>
              <a:gd name="connsiteX72" fmla="*/ 8991542 w 12193149"/>
              <a:gd name="connsiteY72" fmla="*/ 1917072 h 2344739"/>
              <a:gd name="connsiteX73" fmla="*/ 8975485 w 12193149"/>
              <a:gd name="connsiteY73" fmla="*/ 1920298 h 2344739"/>
              <a:gd name="connsiteX74" fmla="*/ 8969159 w 12193149"/>
              <a:gd name="connsiteY74" fmla="*/ 1919598 h 2344739"/>
              <a:gd name="connsiteX75" fmla="*/ 8964196 w 12193149"/>
              <a:gd name="connsiteY75" fmla="*/ 1917373 h 2344739"/>
              <a:gd name="connsiteX76" fmla="*/ 8930136 w 12193149"/>
              <a:gd name="connsiteY76" fmla="*/ 1914185 h 2344739"/>
              <a:gd name="connsiteX77" fmla="*/ 8753592 w 12193149"/>
              <a:gd name="connsiteY77" fmla="*/ 1933417 h 2344739"/>
              <a:gd name="connsiteX78" fmla="*/ 8708995 w 12193149"/>
              <a:gd name="connsiteY78" fmla="*/ 1935518 h 2344739"/>
              <a:gd name="connsiteX79" fmla="*/ 8597219 w 12193149"/>
              <a:gd name="connsiteY79" fmla="*/ 1944090 h 2344739"/>
              <a:gd name="connsiteX80" fmla="*/ 8526378 w 12193149"/>
              <a:gd name="connsiteY80" fmla="*/ 1929248 h 2344739"/>
              <a:gd name="connsiteX81" fmla="*/ 8512131 w 12193149"/>
              <a:gd name="connsiteY81" fmla="*/ 1935163 h 2344739"/>
              <a:gd name="connsiteX82" fmla="*/ 8507315 w 12193149"/>
              <a:gd name="connsiteY82" fmla="*/ 1938164 h 2344739"/>
              <a:gd name="connsiteX83" fmla="*/ 8499116 w 12193149"/>
              <a:gd name="connsiteY83" fmla="*/ 1940902 h 2344739"/>
              <a:gd name="connsiteX84" fmla="*/ 8498742 w 12193149"/>
              <a:gd name="connsiteY84" fmla="*/ 1940723 h 2344739"/>
              <a:gd name="connsiteX85" fmla="*/ 8491397 w 12193149"/>
              <a:gd name="connsiteY85" fmla="*/ 1943773 h 2344739"/>
              <a:gd name="connsiteX86" fmla="*/ 8368330 w 12193149"/>
              <a:gd name="connsiteY86" fmla="*/ 1957815 h 2344739"/>
              <a:gd name="connsiteX87" fmla="*/ 8354947 w 12193149"/>
              <a:gd name="connsiteY87" fmla="*/ 1958009 h 2344739"/>
              <a:gd name="connsiteX88" fmla="*/ 8321252 w 12193149"/>
              <a:gd name="connsiteY88" fmla="*/ 1974587 h 2344739"/>
              <a:gd name="connsiteX89" fmla="*/ 8315581 w 12193149"/>
              <a:gd name="connsiteY89" fmla="*/ 1974913 h 2344739"/>
              <a:gd name="connsiteX90" fmla="*/ 8296322 w 12193149"/>
              <a:gd name="connsiteY90" fmla="*/ 1988808 h 2344739"/>
              <a:gd name="connsiteX91" fmla="*/ 8285424 w 12193149"/>
              <a:gd name="connsiteY91" fmla="*/ 1994631 h 2344739"/>
              <a:gd name="connsiteX92" fmla="*/ 8284298 w 12193149"/>
              <a:gd name="connsiteY92" fmla="*/ 1999074 h 2344739"/>
              <a:gd name="connsiteX93" fmla="*/ 8267224 w 12193149"/>
              <a:gd name="connsiteY93" fmla="*/ 2006249 h 2344739"/>
              <a:gd name="connsiteX94" fmla="*/ 8264525 w 12193149"/>
              <a:gd name="connsiteY94" fmla="*/ 2006019 h 2344739"/>
              <a:gd name="connsiteX95" fmla="*/ 8253181 w 12193149"/>
              <a:gd name="connsiteY95" fmla="*/ 2015862 h 2344739"/>
              <a:gd name="connsiteX96" fmla="*/ 8246982 w 12193149"/>
              <a:gd name="connsiteY96" fmla="*/ 2028854 h 2344739"/>
              <a:gd name="connsiteX97" fmla="*/ 8091420 w 12193149"/>
              <a:gd name="connsiteY97" fmla="*/ 2075015 h 2344739"/>
              <a:gd name="connsiteX98" fmla="*/ 7906555 w 12193149"/>
              <a:gd name="connsiteY98" fmla="*/ 2116988 h 2344739"/>
              <a:gd name="connsiteX99" fmla="*/ 7719893 w 12193149"/>
              <a:gd name="connsiteY99" fmla="*/ 2142703 h 2344739"/>
              <a:gd name="connsiteX100" fmla="*/ 7615495 w 12193149"/>
              <a:gd name="connsiteY100" fmla="*/ 2139232 h 2344739"/>
              <a:gd name="connsiteX101" fmla="*/ 7528691 w 12193149"/>
              <a:gd name="connsiteY101" fmla="*/ 2145060 h 2344739"/>
              <a:gd name="connsiteX102" fmla="*/ 7520719 w 12193149"/>
              <a:gd name="connsiteY102" fmla="*/ 2147613 h 2344739"/>
              <a:gd name="connsiteX103" fmla="*/ 7508559 w 12193149"/>
              <a:gd name="connsiteY103" fmla="*/ 2148948 h 2344739"/>
              <a:gd name="connsiteX104" fmla="*/ 7508188 w 12193149"/>
              <a:gd name="connsiteY104" fmla="*/ 2148621 h 2344739"/>
              <a:gd name="connsiteX105" fmla="*/ 7496943 w 12193149"/>
              <a:gd name="connsiteY105" fmla="*/ 2150573 h 2344739"/>
              <a:gd name="connsiteX106" fmla="*/ 7406539 w 12193149"/>
              <a:gd name="connsiteY106" fmla="*/ 2142468 h 2344739"/>
              <a:gd name="connsiteX107" fmla="*/ 7219707 w 12193149"/>
              <a:gd name="connsiteY107" fmla="*/ 2156680 h 2344739"/>
              <a:gd name="connsiteX108" fmla="*/ 7202249 w 12193149"/>
              <a:gd name="connsiteY108" fmla="*/ 2161230 h 2344739"/>
              <a:gd name="connsiteX109" fmla="*/ 7198152 w 12193149"/>
              <a:gd name="connsiteY109" fmla="*/ 2166588 h 2344739"/>
              <a:gd name="connsiteX110" fmla="*/ 7171956 w 12193149"/>
              <a:gd name="connsiteY110" fmla="*/ 2171236 h 2344739"/>
              <a:gd name="connsiteX111" fmla="*/ 7098136 w 12193149"/>
              <a:gd name="connsiteY111" fmla="*/ 2183464 h 2344739"/>
              <a:gd name="connsiteX112" fmla="*/ 7019644 w 12193149"/>
              <a:gd name="connsiteY112" fmla="*/ 2183090 h 2344739"/>
              <a:gd name="connsiteX113" fmla="*/ 6905294 w 12193149"/>
              <a:gd name="connsiteY113" fmla="*/ 2212596 h 2344739"/>
              <a:gd name="connsiteX114" fmla="*/ 6709370 w 12193149"/>
              <a:gd name="connsiteY114" fmla="*/ 2240551 h 2344739"/>
              <a:gd name="connsiteX115" fmla="*/ 6550602 w 12193149"/>
              <a:gd name="connsiteY115" fmla="*/ 2269327 h 2344739"/>
              <a:gd name="connsiteX116" fmla="*/ 6318708 w 12193149"/>
              <a:gd name="connsiteY116" fmla="*/ 2316127 h 2344739"/>
              <a:gd name="connsiteX117" fmla="*/ 6169822 w 12193149"/>
              <a:gd name="connsiteY117" fmla="*/ 2318214 h 2344739"/>
              <a:gd name="connsiteX118" fmla="*/ 6074996 w 12193149"/>
              <a:gd name="connsiteY118" fmla="*/ 2338676 h 2344739"/>
              <a:gd name="connsiteX119" fmla="*/ 6069677 w 12193149"/>
              <a:gd name="connsiteY119" fmla="*/ 2337139 h 2344739"/>
              <a:gd name="connsiteX120" fmla="*/ 6049786 w 12193149"/>
              <a:gd name="connsiteY120" fmla="*/ 2337822 h 2344739"/>
              <a:gd name="connsiteX121" fmla="*/ 6042433 w 12193149"/>
              <a:gd name="connsiteY121" fmla="*/ 2329473 h 2344739"/>
              <a:gd name="connsiteX122" fmla="*/ 6011238 w 12193149"/>
              <a:gd name="connsiteY122" fmla="*/ 2324380 h 2344739"/>
              <a:gd name="connsiteX123" fmla="*/ 5958523 w 12193149"/>
              <a:gd name="connsiteY123" fmla="*/ 2328024 h 2344739"/>
              <a:gd name="connsiteX124" fmla="*/ 5760067 w 12193149"/>
              <a:gd name="connsiteY124" fmla="*/ 2343716 h 2344739"/>
              <a:gd name="connsiteX125" fmla="*/ 5628108 w 12193149"/>
              <a:gd name="connsiteY125" fmla="*/ 2344739 h 2344739"/>
              <a:gd name="connsiteX126" fmla="*/ 5472054 w 12193149"/>
              <a:gd name="connsiteY126" fmla="*/ 2330719 h 2344739"/>
              <a:gd name="connsiteX127" fmla="*/ 5433909 w 12193149"/>
              <a:gd name="connsiteY127" fmla="*/ 2319466 h 2344739"/>
              <a:gd name="connsiteX128" fmla="*/ 5382817 w 12193149"/>
              <a:gd name="connsiteY128" fmla="*/ 2301764 h 2344739"/>
              <a:gd name="connsiteX129" fmla="*/ 5262912 w 12193149"/>
              <a:gd name="connsiteY129" fmla="*/ 2281347 h 2344739"/>
              <a:gd name="connsiteX130" fmla="*/ 5224109 w 12193149"/>
              <a:gd name="connsiteY130" fmla="*/ 2270223 h 2344739"/>
              <a:gd name="connsiteX131" fmla="*/ 5175808 w 12193149"/>
              <a:gd name="connsiteY131" fmla="*/ 2267233 h 2344739"/>
              <a:gd name="connsiteX132" fmla="*/ 5157702 w 12193149"/>
              <a:gd name="connsiteY132" fmla="*/ 2260010 h 2344739"/>
              <a:gd name="connsiteX133" fmla="*/ 5143747 w 12193149"/>
              <a:gd name="connsiteY133" fmla="*/ 2256610 h 2344739"/>
              <a:gd name="connsiteX134" fmla="*/ 5140744 w 12193149"/>
              <a:gd name="connsiteY134" fmla="*/ 2254509 h 2344739"/>
              <a:gd name="connsiteX135" fmla="*/ 5122807 w 12193149"/>
              <a:gd name="connsiteY135" fmla="*/ 2243656 h 2344739"/>
              <a:gd name="connsiteX136" fmla="*/ 5066938 w 12193149"/>
              <a:gd name="connsiteY136" fmla="*/ 2250227 h 2344739"/>
              <a:gd name="connsiteX137" fmla="*/ 5012662 w 12193149"/>
              <a:gd name="connsiteY137" fmla="*/ 2233846 h 2344739"/>
              <a:gd name="connsiteX138" fmla="*/ 4841589 w 12193149"/>
              <a:gd name="connsiteY138" fmla="*/ 2209829 h 2344739"/>
              <a:gd name="connsiteX139" fmla="*/ 4763595 w 12193149"/>
              <a:gd name="connsiteY139" fmla="*/ 2182061 h 2344739"/>
              <a:gd name="connsiteX140" fmla="*/ 4724334 w 12193149"/>
              <a:gd name="connsiteY140" fmla="*/ 2173047 h 2344739"/>
              <a:gd name="connsiteX141" fmla="*/ 4722324 w 12193149"/>
              <a:gd name="connsiteY141" fmla="*/ 2172298 h 2344739"/>
              <a:gd name="connsiteX142" fmla="*/ 4723259 w 12193149"/>
              <a:gd name="connsiteY142" fmla="*/ 2172087 h 2344739"/>
              <a:gd name="connsiteX143" fmla="*/ 4718350 w 12193149"/>
              <a:gd name="connsiteY143" fmla="*/ 2170817 h 2344739"/>
              <a:gd name="connsiteX144" fmla="*/ 4722324 w 12193149"/>
              <a:gd name="connsiteY144" fmla="*/ 2172298 h 2344739"/>
              <a:gd name="connsiteX145" fmla="*/ 4716674 w 12193149"/>
              <a:gd name="connsiteY145" fmla="*/ 2173573 h 2344739"/>
              <a:gd name="connsiteX146" fmla="*/ 4516962 w 12193149"/>
              <a:gd name="connsiteY146" fmla="*/ 2163671 h 2344739"/>
              <a:gd name="connsiteX147" fmla="*/ 4429691 w 12193149"/>
              <a:gd name="connsiteY147" fmla="*/ 2153020 h 2344739"/>
              <a:gd name="connsiteX148" fmla="*/ 4364023 w 12193149"/>
              <a:gd name="connsiteY148" fmla="*/ 2151674 h 2344739"/>
              <a:gd name="connsiteX149" fmla="*/ 4318114 w 12193149"/>
              <a:gd name="connsiteY149" fmla="*/ 2158289 h 2344739"/>
              <a:gd name="connsiteX150" fmla="*/ 4316258 w 12193149"/>
              <a:gd name="connsiteY150" fmla="*/ 2156948 h 2344739"/>
              <a:gd name="connsiteX151" fmla="*/ 4296292 w 12193149"/>
              <a:gd name="connsiteY151" fmla="*/ 2155069 h 2344739"/>
              <a:gd name="connsiteX152" fmla="*/ 4291212 w 12193149"/>
              <a:gd name="connsiteY152" fmla="*/ 2157986 h 2344739"/>
              <a:gd name="connsiteX153" fmla="*/ 4277290 w 12193149"/>
              <a:gd name="connsiteY153" fmla="*/ 2157740 h 2344739"/>
              <a:gd name="connsiteX154" fmla="*/ 4249265 w 12193149"/>
              <a:gd name="connsiteY154" fmla="*/ 2160064 h 2344739"/>
              <a:gd name="connsiteX155" fmla="*/ 4203199 w 12193149"/>
              <a:gd name="connsiteY155" fmla="*/ 2157269 h 2344739"/>
              <a:gd name="connsiteX156" fmla="*/ 4202893 w 12193149"/>
              <a:gd name="connsiteY156" fmla="*/ 2156010 h 2344739"/>
              <a:gd name="connsiteX157" fmla="*/ 4192396 w 12193149"/>
              <a:gd name="connsiteY157" fmla="*/ 2150376 h 2344739"/>
              <a:gd name="connsiteX158" fmla="*/ 4143893 w 12193149"/>
              <a:gd name="connsiteY158" fmla="*/ 2134511 h 2344739"/>
              <a:gd name="connsiteX159" fmla="*/ 4084245 w 12193149"/>
              <a:gd name="connsiteY159" fmla="*/ 2107978 h 2344739"/>
              <a:gd name="connsiteX160" fmla="*/ 4075694 w 12193149"/>
              <a:gd name="connsiteY160" fmla="*/ 2107143 h 2344739"/>
              <a:gd name="connsiteX161" fmla="*/ 4075575 w 12193149"/>
              <a:gd name="connsiteY161" fmla="*/ 2106844 h 2344739"/>
              <a:gd name="connsiteX162" fmla="*/ 4066658 w 12193149"/>
              <a:gd name="connsiteY162" fmla="*/ 2105400 h 2344739"/>
              <a:gd name="connsiteX163" fmla="*/ 4060102 w 12193149"/>
              <a:gd name="connsiteY163" fmla="*/ 2105618 h 2344739"/>
              <a:gd name="connsiteX164" fmla="*/ 4043512 w 12193149"/>
              <a:gd name="connsiteY164" fmla="*/ 2103997 h 2344739"/>
              <a:gd name="connsiteX165" fmla="*/ 4038145 w 12193149"/>
              <a:gd name="connsiteY165" fmla="*/ 2101563 h 2344739"/>
              <a:gd name="connsiteX166" fmla="*/ 4036511 w 12193149"/>
              <a:gd name="connsiteY166" fmla="*/ 2097896 h 2344739"/>
              <a:gd name="connsiteX167" fmla="*/ 4034926 w 12193149"/>
              <a:gd name="connsiteY167" fmla="*/ 2098131 h 2344739"/>
              <a:gd name="connsiteX168" fmla="*/ 4005686 w 12193149"/>
              <a:gd name="connsiteY168" fmla="*/ 2085563 h 2344739"/>
              <a:gd name="connsiteX169" fmla="*/ 3937994 w 12193149"/>
              <a:gd name="connsiteY169" fmla="*/ 2068106 h 2344739"/>
              <a:gd name="connsiteX170" fmla="*/ 3898423 w 12193149"/>
              <a:gd name="connsiteY170" fmla="*/ 2062451 h 2344739"/>
              <a:gd name="connsiteX171" fmla="*/ 3790908 w 12193149"/>
              <a:gd name="connsiteY171" fmla="*/ 2042213 h 2344739"/>
              <a:gd name="connsiteX172" fmla="*/ 3683661 w 12193149"/>
              <a:gd name="connsiteY172" fmla="*/ 2018290 h 2344739"/>
              <a:gd name="connsiteX173" fmla="*/ 3611183 w 12193149"/>
              <a:gd name="connsiteY173" fmla="*/ 1986019 h 2344739"/>
              <a:gd name="connsiteX174" fmla="*/ 3605003 w 12193149"/>
              <a:gd name="connsiteY174" fmla="*/ 1987381 h 2344739"/>
              <a:gd name="connsiteX175" fmla="*/ 3595884 w 12193149"/>
              <a:gd name="connsiteY175" fmla="*/ 1987545 h 2344739"/>
              <a:gd name="connsiteX176" fmla="*/ 3595649 w 12193149"/>
              <a:gd name="connsiteY176" fmla="*/ 1987276 h 2344739"/>
              <a:gd name="connsiteX177" fmla="*/ 3587126 w 12193149"/>
              <a:gd name="connsiteY177" fmla="*/ 1987966 h 2344739"/>
              <a:gd name="connsiteX178" fmla="*/ 3537283 w 12193149"/>
              <a:gd name="connsiteY178" fmla="*/ 1978267 h 2344739"/>
              <a:gd name="connsiteX179" fmla="*/ 3474371 w 12193149"/>
              <a:gd name="connsiteY179" fmla="*/ 1974606 h 2344739"/>
              <a:gd name="connsiteX180" fmla="*/ 3401876 w 12193149"/>
              <a:gd name="connsiteY180" fmla="*/ 1962558 h 2344739"/>
              <a:gd name="connsiteX181" fmla="*/ 3365036 w 12193149"/>
              <a:gd name="connsiteY181" fmla="*/ 1979510 h 2344739"/>
              <a:gd name="connsiteX182" fmla="*/ 3345174 w 12193149"/>
              <a:gd name="connsiteY182" fmla="*/ 1981192 h 2344739"/>
              <a:gd name="connsiteX183" fmla="*/ 3342846 w 12193149"/>
              <a:gd name="connsiteY183" fmla="*/ 1980217 h 2344739"/>
              <a:gd name="connsiteX184" fmla="*/ 3263504 w 12193149"/>
              <a:gd name="connsiteY184" fmla="*/ 1986094 h 2344739"/>
              <a:gd name="connsiteX185" fmla="*/ 3143704 w 12193149"/>
              <a:gd name="connsiteY185" fmla="*/ 1993869 h 2344739"/>
              <a:gd name="connsiteX186" fmla="*/ 3031439 w 12193149"/>
              <a:gd name="connsiteY186" fmla="*/ 1996512 h 2344739"/>
              <a:gd name="connsiteX187" fmla="*/ 2782717 w 12193149"/>
              <a:gd name="connsiteY187" fmla="*/ 2018333 h 2344739"/>
              <a:gd name="connsiteX188" fmla="*/ 2647675 w 12193149"/>
              <a:gd name="connsiteY188" fmla="*/ 2028869 h 2344739"/>
              <a:gd name="connsiteX189" fmla="*/ 2569176 w 12193149"/>
              <a:gd name="connsiteY189" fmla="*/ 2002628 h 2344739"/>
              <a:gd name="connsiteX190" fmla="*/ 2444403 w 12193149"/>
              <a:gd name="connsiteY190" fmla="*/ 2016529 h 2344739"/>
              <a:gd name="connsiteX191" fmla="*/ 2316260 w 12193149"/>
              <a:gd name="connsiteY191" fmla="*/ 2024996 h 2344739"/>
              <a:gd name="connsiteX192" fmla="*/ 2209726 w 12193149"/>
              <a:gd name="connsiteY192" fmla="*/ 2019763 h 2344739"/>
              <a:gd name="connsiteX193" fmla="*/ 2095813 w 12193149"/>
              <a:gd name="connsiteY193" fmla="*/ 2003052 h 2344739"/>
              <a:gd name="connsiteX194" fmla="*/ 1998504 w 12193149"/>
              <a:gd name="connsiteY194" fmla="*/ 1995032 h 2344739"/>
              <a:gd name="connsiteX195" fmla="*/ 1929320 w 12193149"/>
              <a:gd name="connsiteY195" fmla="*/ 2016977 h 2344739"/>
              <a:gd name="connsiteX196" fmla="*/ 1922798 w 12193149"/>
              <a:gd name="connsiteY196" fmla="*/ 2012146 h 2344739"/>
              <a:gd name="connsiteX197" fmla="*/ 1874228 w 12193149"/>
              <a:gd name="connsiteY197" fmla="*/ 2013741 h 2344739"/>
              <a:gd name="connsiteX198" fmla="*/ 1787803 w 12193149"/>
              <a:gd name="connsiteY198" fmla="*/ 2041363 h 2344739"/>
              <a:gd name="connsiteX199" fmla="*/ 1739352 w 12193149"/>
              <a:gd name="connsiteY199" fmla="*/ 2036312 h 2344739"/>
              <a:gd name="connsiteX200" fmla="*/ 1676219 w 12193149"/>
              <a:gd name="connsiteY200" fmla="*/ 2019963 h 2344739"/>
              <a:gd name="connsiteX201" fmla="*/ 1609817 w 12193149"/>
              <a:gd name="connsiteY201" fmla="*/ 2013066 h 2344739"/>
              <a:gd name="connsiteX202" fmla="*/ 1497258 w 12193149"/>
              <a:gd name="connsiteY202" fmla="*/ 1987476 h 2344739"/>
              <a:gd name="connsiteX203" fmla="*/ 1151127 w 12193149"/>
              <a:gd name="connsiteY203" fmla="*/ 1938041 h 2344739"/>
              <a:gd name="connsiteX204" fmla="*/ 859417 w 12193149"/>
              <a:gd name="connsiteY204" fmla="*/ 1928608 h 2344739"/>
              <a:gd name="connsiteX205" fmla="*/ 838688 w 12193149"/>
              <a:gd name="connsiteY205" fmla="*/ 1929821 h 2344739"/>
              <a:gd name="connsiteX206" fmla="*/ 817957 w 12193149"/>
              <a:gd name="connsiteY206" fmla="*/ 1927857 h 2344739"/>
              <a:gd name="connsiteX207" fmla="*/ 812654 w 12193149"/>
              <a:gd name="connsiteY207" fmla="*/ 1930751 h 2344739"/>
              <a:gd name="connsiteX208" fmla="*/ 721195 w 12193149"/>
              <a:gd name="connsiteY208" fmla="*/ 1929661 h 2344739"/>
              <a:gd name="connsiteX209" fmla="*/ 720890 w 12193149"/>
              <a:gd name="connsiteY209" fmla="*/ 1928399 h 2344739"/>
              <a:gd name="connsiteX210" fmla="*/ 710023 w 12193149"/>
              <a:gd name="connsiteY210" fmla="*/ 1922722 h 2344739"/>
              <a:gd name="connsiteX211" fmla="*/ 597940 w 12193149"/>
              <a:gd name="connsiteY211" fmla="*/ 1879864 h 2344739"/>
              <a:gd name="connsiteX212" fmla="*/ 579683 w 12193149"/>
              <a:gd name="connsiteY212" fmla="*/ 1877212 h 2344739"/>
              <a:gd name="connsiteX213" fmla="*/ 572865 w 12193149"/>
              <a:gd name="connsiteY213" fmla="*/ 1877401 h 2344739"/>
              <a:gd name="connsiteX214" fmla="*/ 446247 w 12193149"/>
              <a:gd name="connsiteY214" fmla="*/ 1839371 h 2344739"/>
              <a:gd name="connsiteX215" fmla="*/ 405163 w 12193149"/>
              <a:gd name="connsiteY215" fmla="*/ 1833548 h 2344739"/>
              <a:gd name="connsiteX216" fmla="*/ 293583 w 12193149"/>
              <a:gd name="connsiteY216" fmla="*/ 1812852 h 2344739"/>
              <a:gd name="connsiteX217" fmla="*/ 119529 w 12193149"/>
              <a:gd name="connsiteY217" fmla="*/ 1761047 h 2344739"/>
              <a:gd name="connsiteX218" fmla="*/ 16674 w 12193149"/>
              <a:gd name="connsiteY218" fmla="*/ 1758191 h 2344739"/>
              <a:gd name="connsiteX219" fmla="*/ 1150 w 12193149"/>
              <a:gd name="connsiteY219" fmla="*/ 1752722 h 2344739"/>
              <a:gd name="connsiteX220" fmla="*/ 1148 w 12193149"/>
              <a:gd name="connsiteY220" fmla="*/ 222213 h 2344739"/>
              <a:gd name="connsiteX221" fmla="*/ 1148 w 12193149"/>
              <a:gd name="connsiteY221" fmla="*/ 0 h 2344739"/>
              <a:gd name="connsiteX0" fmla="*/ 1148 w 12193149"/>
              <a:gd name="connsiteY0" fmla="*/ 0 h 2344739"/>
              <a:gd name="connsiteX1" fmla="*/ 12193148 w 12193149"/>
              <a:gd name="connsiteY1" fmla="*/ 0 h 2344739"/>
              <a:gd name="connsiteX2" fmla="*/ 12193148 w 12193149"/>
              <a:gd name="connsiteY2" fmla="*/ 222213 h 2344739"/>
              <a:gd name="connsiteX3" fmla="*/ 12193148 w 12193149"/>
              <a:gd name="connsiteY3" fmla="*/ 389190 h 2344739"/>
              <a:gd name="connsiteX4" fmla="*/ 12193149 w 12193149"/>
              <a:gd name="connsiteY4" fmla="*/ 579739 h 2344739"/>
              <a:gd name="connsiteX5" fmla="*/ 12185986 w 12193149"/>
              <a:gd name="connsiteY5" fmla="*/ 584189 h 2344739"/>
              <a:gd name="connsiteX6" fmla="*/ 12156363 w 12193149"/>
              <a:gd name="connsiteY6" fmla="*/ 597366 h 2344739"/>
              <a:gd name="connsiteX7" fmla="*/ 12139215 w 12193149"/>
              <a:gd name="connsiteY7" fmla="*/ 623179 h 2344739"/>
              <a:gd name="connsiteX8" fmla="*/ 12126327 w 12193149"/>
              <a:gd name="connsiteY8" fmla="*/ 624690 h 2344739"/>
              <a:gd name="connsiteX9" fmla="*/ 12124007 w 12193149"/>
              <a:gd name="connsiteY9" fmla="*/ 624794 h 2344739"/>
              <a:gd name="connsiteX10" fmla="*/ 12116854 w 12193149"/>
              <a:gd name="connsiteY10" fmla="*/ 628608 h 2344739"/>
              <a:gd name="connsiteX11" fmla="*/ 12099497 w 12193149"/>
              <a:gd name="connsiteY11" fmla="*/ 628139 h 2344739"/>
              <a:gd name="connsiteX12" fmla="*/ 12087073 w 12193149"/>
              <a:gd name="connsiteY12" fmla="*/ 636341 h 2344739"/>
              <a:gd name="connsiteX13" fmla="*/ 12031073 w 12193149"/>
              <a:gd name="connsiteY13" fmla="*/ 680009 h 2344739"/>
              <a:gd name="connsiteX14" fmla="*/ 11995833 w 12193149"/>
              <a:gd name="connsiteY14" fmla="*/ 703458 h 2344739"/>
              <a:gd name="connsiteX15" fmla="*/ 11979717 w 12193149"/>
              <a:gd name="connsiteY15" fmla="*/ 708161 h 2344739"/>
              <a:gd name="connsiteX16" fmla="*/ 11959046 w 12193149"/>
              <a:gd name="connsiteY16" fmla="*/ 717558 h 2344739"/>
              <a:gd name="connsiteX17" fmla="*/ 11920454 w 12193149"/>
              <a:gd name="connsiteY17" fmla="*/ 730883 h 2344739"/>
              <a:gd name="connsiteX18" fmla="*/ 11903656 w 12193149"/>
              <a:gd name="connsiteY18" fmla="*/ 742426 h 2344739"/>
              <a:gd name="connsiteX19" fmla="*/ 11895048 w 12193149"/>
              <a:gd name="connsiteY19" fmla="*/ 744791 h 2344739"/>
              <a:gd name="connsiteX20" fmla="*/ 11891968 w 12193149"/>
              <a:gd name="connsiteY20" fmla="*/ 755729 h 2344739"/>
              <a:gd name="connsiteX21" fmla="*/ 11870776 w 12193149"/>
              <a:gd name="connsiteY21" fmla="*/ 777816 h 2344739"/>
              <a:gd name="connsiteX22" fmla="*/ 11813376 w 12193149"/>
              <a:gd name="connsiteY22" fmla="*/ 797659 h 2344739"/>
              <a:gd name="connsiteX23" fmla="*/ 11749767 w 12193149"/>
              <a:gd name="connsiteY23" fmla="*/ 872002 h 2344739"/>
              <a:gd name="connsiteX24" fmla="*/ 11590693 w 12193149"/>
              <a:gd name="connsiteY24" fmla="*/ 963777 h 2344739"/>
              <a:gd name="connsiteX25" fmla="*/ 11506817 w 12193149"/>
              <a:gd name="connsiteY25" fmla="*/ 1033623 h 2344739"/>
              <a:gd name="connsiteX26" fmla="*/ 11280332 w 12193149"/>
              <a:gd name="connsiteY26" fmla="*/ 1223571 h 2344739"/>
              <a:gd name="connsiteX27" fmla="*/ 11228309 w 12193149"/>
              <a:gd name="connsiteY27" fmla="*/ 1276236 h 2344739"/>
              <a:gd name="connsiteX28" fmla="*/ 11218087 w 12193149"/>
              <a:gd name="connsiteY28" fmla="*/ 1275961 h 2344739"/>
              <a:gd name="connsiteX29" fmla="*/ 11217184 w 12193149"/>
              <a:gd name="connsiteY29" fmla="*/ 1275018 h 2344739"/>
              <a:gd name="connsiteX30" fmla="*/ 11188885 w 12193149"/>
              <a:gd name="connsiteY30" fmla="*/ 1292383 h 2344739"/>
              <a:gd name="connsiteX31" fmla="*/ 11184501 w 12193149"/>
              <a:gd name="connsiteY31" fmla="*/ 1292525 h 2344739"/>
              <a:gd name="connsiteX32" fmla="*/ 11166854 w 12193149"/>
              <a:gd name="connsiteY32" fmla="*/ 1306612 h 2344739"/>
              <a:gd name="connsiteX33" fmla="*/ 11157311 w 12193149"/>
              <a:gd name="connsiteY33" fmla="*/ 1312414 h 2344739"/>
              <a:gd name="connsiteX34" fmla="*/ 11155496 w 12193149"/>
              <a:gd name="connsiteY34" fmla="*/ 1317097 h 2344739"/>
              <a:gd name="connsiteX35" fmla="*/ 11140961 w 12193149"/>
              <a:gd name="connsiteY35" fmla="*/ 1324115 h 2344739"/>
              <a:gd name="connsiteX36" fmla="*/ 11138961 w 12193149"/>
              <a:gd name="connsiteY36" fmla="*/ 1323772 h 2344739"/>
              <a:gd name="connsiteX37" fmla="*/ 11128208 w 12193149"/>
              <a:gd name="connsiteY37" fmla="*/ 1333832 h 2344739"/>
              <a:gd name="connsiteX38" fmla="*/ 11120691 w 12193149"/>
              <a:gd name="connsiteY38" fmla="*/ 1347424 h 2344739"/>
              <a:gd name="connsiteX39" fmla="*/ 10894683 w 12193149"/>
              <a:gd name="connsiteY39" fmla="*/ 1473399 h 2344739"/>
              <a:gd name="connsiteX40" fmla="*/ 10773300 w 12193149"/>
              <a:gd name="connsiteY40" fmla="*/ 1523191 h 2344739"/>
              <a:gd name="connsiteX41" fmla="*/ 10627668 w 12193149"/>
              <a:gd name="connsiteY41" fmla="*/ 1559229 h 2344739"/>
              <a:gd name="connsiteX42" fmla="*/ 10581895 w 12193149"/>
              <a:gd name="connsiteY42" fmla="*/ 1568689 h 2344739"/>
              <a:gd name="connsiteX43" fmla="*/ 10547790 w 12193149"/>
              <a:gd name="connsiteY43" fmla="*/ 1598423 h 2344739"/>
              <a:gd name="connsiteX44" fmla="*/ 10529643 w 12193149"/>
              <a:gd name="connsiteY44" fmla="*/ 1596907 h 2344739"/>
              <a:gd name="connsiteX45" fmla="*/ 10526446 w 12193149"/>
              <a:gd name="connsiteY45" fmla="*/ 1596411 h 2344739"/>
              <a:gd name="connsiteX46" fmla="*/ 10515129 w 12193149"/>
              <a:gd name="connsiteY46" fmla="*/ 1599537 h 2344739"/>
              <a:gd name="connsiteX47" fmla="*/ 10491735 w 12193149"/>
              <a:gd name="connsiteY47" fmla="*/ 1594156 h 2344739"/>
              <a:gd name="connsiteX48" fmla="*/ 10471418 w 12193149"/>
              <a:gd name="connsiteY48" fmla="*/ 1601693 h 2344739"/>
              <a:gd name="connsiteX49" fmla="*/ 10377042 w 12193149"/>
              <a:gd name="connsiteY49" fmla="*/ 1644598 h 2344739"/>
              <a:gd name="connsiteX50" fmla="*/ 10319338 w 12193149"/>
              <a:gd name="connsiteY50" fmla="*/ 1666221 h 2344739"/>
              <a:gd name="connsiteX51" fmla="*/ 10295467 w 12193149"/>
              <a:gd name="connsiteY51" fmla="*/ 1668079 h 2344739"/>
              <a:gd name="connsiteX52" fmla="*/ 10263443 w 12193149"/>
              <a:gd name="connsiteY52" fmla="*/ 1674948 h 2344739"/>
              <a:gd name="connsiteX53" fmla="*/ 10205418 w 12193149"/>
              <a:gd name="connsiteY53" fmla="*/ 1682149 h 2344739"/>
              <a:gd name="connsiteX54" fmla="*/ 10177759 w 12193149"/>
              <a:gd name="connsiteY54" fmla="*/ 1692943 h 2344739"/>
              <a:gd name="connsiteX55" fmla="*/ 10165070 w 12193149"/>
              <a:gd name="connsiteY55" fmla="*/ 1693739 h 2344739"/>
              <a:gd name="connsiteX56" fmla="*/ 10156308 w 12193149"/>
              <a:gd name="connsiteY56" fmla="*/ 1707487 h 2344739"/>
              <a:gd name="connsiteX57" fmla="*/ 10118267 w 12193149"/>
              <a:gd name="connsiteY57" fmla="*/ 1731142 h 2344739"/>
              <a:gd name="connsiteX58" fmla="*/ 10083317 w 12193149"/>
              <a:gd name="connsiteY58" fmla="*/ 1743296 h 2344739"/>
              <a:gd name="connsiteX59" fmla="*/ 10040388 w 12193149"/>
              <a:gd name="connsiteY59" fmla="*/ 1741632 h 2344739"/>
              <a:gd name="connsiteX60" fmla="*/ 9961167 w 12193149"/>
              <a:gd name="connsiteY60" fmla="*/ 1757147 h 2344739"/>
              <a:gd name="connsiteX61" fmla="*/ 9848940 w 12193149"/>
              <a:gd name="connsiteY61" fmla="*/ 1763915 h 2344739"/>
              <a:gd name="connsiteX62" fmla="*/ 9729457 w 12193149"/>
              <a:gd name="connsiteY62" fmla="*/ 1784122 h 2344739"/>
              <a:gd name="connsiteX63" fmla="*/ 9585655 w 12193149"/>
              <a:gd name="connsiteY63" fmla="*/ 1795542 h 2344739"/>
              <a:gd name="connsiteX64" fmla="*/ 9338590 w 12193149"/>
              <a:gd name="connsiteY64" fmla="*/ 1869293 h 2344739"/>
              <a:gd name="connsiteX65" fmla="*/ 9232518 w 12193149"/>
              <a:gd name="connsiteY65" fmla="*/ 1893149 h 2344739"/>
              <a:gd name="connsiteX66" fmla="*/ 9156690 w 12193149"/>
              <a:gd name="connsiteY66" fmla="*/ 1903228 h 2344739"/>
              <a:gd name="connsiteX67" fmla="*/ 9054601 w 12193149"/>
              <a:gd name="connsiteY67" fmla="*/ 1910755 h 2344739"/>
              <a:gd name="connsiteX68" fmla="*/ 9006634 w 12193149"/>
              <a:gd name="connsiteY68" fmla="*/ 1914040 h 2344739"/>
              <a:gd name="connsiteX69" fmla="*/ 9006349 w 12193149"/>
              <a:gd name="connsiteY69" fmla="*/ 1913800 h 2344739"/>
              <a:gd name="connsiteX70" fmla="*/ 8997380 w 12193149"/>
              <a:gd name="connsiteY70" fmla="*/ 1915011 h 2344739"/>
              <a:gd name="connsiteX71" fmla="*/ 8991542 w 12193149"/>
              <a:gd name="connsiteY71" fmla="*/ 1917072 h 2344739"/>
              <a:gd name="connsiteX72" fmla="*/ 8975485 w 12193149"/>
              <a:gd name="connsiteY72" fmla="*/ 1920298 h 2344739"/>
              <a:gd name="connsiteX73" fmla="*/ 8969159 w 12193149"/>
              <a:gd name="connsiteY73" fmla="*/ 1919598 h 2344739"/>
              <a:gd name="connsiteX74" fmla="*/ 8964196 w 12193149"/>
              <a:gd name="connsiteY74" fmla="*/ 1917373 h 2344739"/>
              <a:gd name="connsiteX75" fmla="*/ 8930136 w 12193149"/>
              <a:gd name="connsiteY75" fmla="*/ 1914185 h 2344739"/>
              <a:gd name="connsiteX76" fmla="*/ 8753592 w 12193149"/>
              <a:gd name="connsiteY76" fmla="*/ 1933417 h 2344739"/>
              <a:gd name="connsiteX77" fmla="*/ 8708995 w 12193149"/>
              <a:gd name="connsiteY77" fmla="*/ 1935518 h 2344739"/>
              <a:gd name="connsiteX78" fmla="*/ 8597219 w 12193149"/>
              <a:gd name="connsiteY78" fmla="*/ 1944090 h 2344739"/>
              <a:gd name="connsiteX79" fmla="*/ 8526378 w 12193149"/>
              <a:gd name="connsiteY79" fmla="*/ 1929248 h 2344739"/>
              <a:gd name="connsiteX80" fmla="*/ 8512131 w 12193149"/>
              <a:gd name="connsiteY80" fmla="*/ 1935163 h 2344739"/>
              <a:gd name="connsiteX81" fmla="*/ 8507315 w 12193149"/>
              <a:gd name="connsiteY81" fmla="*/ 1938164 h 2344739"/>
              <a:gd name="connsiteX82" fmla="*/ 8499116 w 12193149"/>
              <a:gd name="connsiteY82" fmla="*/ 1940902 h 2344739"/>
              <a:gd name="connsiteX83" fmla="*/ 8498742 w 12193149"/>
              <a:gd name="connsiteY83" fmla="*/ 1940723 h 2344739"/>
              <a:gd name="connsiteX84" fmla="*/ 8491397 w 12193149"/>
              <a:gd name="connsiteY84" fmla="*/ 1943773 h 2344739"/>
              <a:gd name="connsiteX85" fmla="*/ 8368330 w 12193149"/>
              <a:gd name="connsiteY85" fmla="*/ 1957815 h 2344739"/>
              <a:gd name="connsiteX86" fmla="*/ 8354947 w 12193149"/>
              <a:gd name="connsiteY86" fmla="*/ 1958009 h 2344739"/>
              <a:gd name="connsiteX87" fmla="*/ 8321252 w 12193149"/>
              <a:gd name="connsiteY87" fmla="*/ 1974587 h 2344739"/>
              <a:gd name="connsiteX88" fmla="*/ 8315581 w 12193149"/>
              <a:gd name="connsiteY88" fmla="*/ 1974913 h 2344739"/>
              <a:gd name="connsiteX89" fmla="*/ 8296322 w 12193149"/>
              <a:gd name="connsiteY89" fmla="*/ 1988808 h 2344739"/>
              <a:gd name="connsiteX90" fmla="*/ 8285424 w 12193149"/>
              <a:gd name="connsiteY90" fmla="*/ 1994631 h 2344739"/>
              <a:gd name="connsiteX91" fmla="*/ 8284298 w 12193149"/>
              <a:gd name="connsiteY91" fmla="*/ 1999074 h 2344739"/>
              <a:gd name="connsiteX92" fmla="*/ 8267224 w 12193149"/>
              <a:gd name="connsiteY92" fmla="*/ 2006249 h 2344739"/>
              <a:gd name="connsiteX93" fmla="*/ 8264525 w 12193149"/>
              <a:gd name="connsiteY93" fmla="*/ 2006019 h 2344739"/>
              <a:gd name="connsiteX94" fmla="*/ 8253181 w 12193149"/>
              <a:gd name="connsiteY94" fmla="*/ 2015862 h 2344739"/>
              <a:gd name="connsiteX95" fmla="*/ 8246982 w 12193149"/>
              <a:gd name="connsiteY95" fmla="*/ 2028854 h 2344739"/>
              <a:gd name="connsiteX96" fmla="*/ 8091420 w 12193149"/>
              <a:gd name="connsiteY96" fmla="*/ 2075015 h 2344739"/>
              <a:gd name="connsiteX97" fmla="*/ 7906555 w 12193149"/>
              <a:gd name="connsiteY97" fmla="*/ 2116988 h 2344739"/>
              <a:gd name="connsiteX98" fmla="*/ 7719893 w 12193149"/>
              <a:gd name="connsiteY98" fmla="*/ 2142703 h 2344739"/>
              <a:gd name="connsiteX99" fmla="*/ 7615495 w 12193149"/>
              <a:gd name="connsiteY99" fmla="*/ 2139232 h 2344739"/>
              <a:gd name="connsiteX100" fmla="*/ 7528691 w 12193149"/>
              <a:gd name="connsiteY100" fmla="*/ 2145060 h 2344739"/>
              <a:gd name="connsiteX101" fmla="*/ 7520719 w 12193149"/>
              <a:gd name="connsiteY101" fmla="*/ 2147613 h 2344739"/>
              <a:gd name="connsiteX102" fmla="*/ 7508559 w 12193149"/>
              <a:gd name="connsiteY102" fmla="*/ 2148948 h 2344739"/>
              <a:gd name="connsiteX103" fmla="*/ 7508188 w 12193149"/>
              <a:gd name="connsiteY103" fmla="*/ 2148621 h 2344739"/>
              <a:gd name="connsiteX104" fmla="*/ 7496943 w 12193149"/>
              <a:gd name="connsiteY104" fmla="*/ 2150573 h 2344739"/>
              <a:gd name="connsiteX105" fmla="*/ 7406539 w 12193149"/>
              <a:gd name="connsiteY105" fmla="*/ 2142468 h 2344739"/>
              <a:gd name="connsiteX106" fmla="*/ 7219707 w 12193149"/>
              <a:gd name="connsiteY106" fmla="*/ 2156680 h 2344739"/>
              <a:gd name="connsiteX107" fmla="*/ 7202249 w 12193149"/>
              <a:gd name="connsiteY107" fmla="*/ 2161230 h 2344739"/>
              <a:gd name="connsiteX108" fmla="*/ 7198152 w 12193149"/>
              <a:gd name="connsiteY108" fmla="*/ 2166588 h 2344739"/>
              <a:gd name="connsiteX109" fmla="*/ 7171956 w 12193149"/>
              <a:gd name="connsiteY109" fmla="*/ 2171236 h 2344739"/>
              <a:gd name="connsiteX110" fmla="*/ 7098136 w 12193149"/>
              <a:gd name="connsiteY110" fmla="*/ 2183464 h 2344739"/>
              <a:gd name="connsiteX111" fmla="*/ 7019644 w 12193149"/>
              <a:gd name="connsiteY111" fmla="*/ 2183090 h 2344739"/>
              <a:gd name="connsiteX112" fmla="*/ 6905294 w 12193149"/>
              <a:gd name="connsiteY112" fmla="*/ 2212596 h 2344739"/>
              <a:gd name="connsiteX113" fmla="*/ 6709370 w 12193149"/>
              <a:gd name="connsiteY113" fmla="*/ 2240551 h 2344739"/>
              <a:gd name="connsiteX114" fmla="*/ 6550602 w 12193149"/>
              <a:gd name="connsiteY114" fmla="*/ 2269327 h 2344739"/>
              <a:gd name="connsiteX115" fmla="*/ 6318708 w 12193149"/>
              <a:gd name="connsiteY115" fmla="*/ 2316127 h 2344739"/>
              <a:gd name="connsiteX116" fmla="*/ 6169822 w 12193149"/>
              <a:gd name="connsiteY116" fmla="*/ 2318214 h 2344739"/>
              <a:gd name="connsiteX117" fmla="*/ 6074996 w 12193149"/>
              <a:gd name="connsiteY117" fmla="*/ 2338676 h 2344739"/>
              <a:gd name="connsiteX118" fmla="*/ 6069677 w 12193149"/>
              <a:gd name="connsiteY118" fmla="*/ 2337139 h 2344739"/>
              <a:gd name="connsiteX119" fmla="*/ 6049786 w 12193149"/>
              <a:gd name="connsiteY119" fmla="*/ 2337822 h 2344739"/>
              <a:gd name="connsiteX120" fmla="*/ 6042433 w 12193149"/>
              <a:gd name="connsiteY120" fmla="*/ 2329473 h 2344739"/>
              <a:gd name="connsiteX121" fmla="*/ 6011238 w 12193149"/>
              <a:gd name="connsiteY121" fmla="*/ 2324380 h 2344739"/>
              <a:gd name="connsiteX122" fmla="*/ 5958523 w 12193149"/>
              <a:gd name="connsiteY122" fmla="*/ 2328024 h 2344739"/>
              <a:gd name="connsiteX123" fmla="*/ 5760067 w 12193149"/>
              <a:gd name="connsiteY123" fmla="*/ 2343716 h 2344739"/>
              <a:gd name="connsiteX124" fmla="*/ 5628108 w 12193149"/>
              <a:gd name="connsiteY124" fmla="*/ 2344739 h 2344739"/>
              <a:gd name="connsiteX125" fmla="*/ 5472054 w 12193149"/>
              <a:gd name="connsiteY125" fmla="*/ 2330719 h 2344739"/>
              <a:gd name="connsiteX126" fmla="*/ 5433909 w 12193149"/>
              <a:gd name="connsiteY126" fmla="*/ 2319466 h 2344739"/>
              <a:gd name="connsiteX127" fmla="*/ 5382817 w 12193149"/>
              <a:gd name="connsiteY127" fmla="*/ 2301764 h 2344739"/>
              <a:gd name="connsiteX128" fmla="*/ 5262912 w 12193149"/>
              <a:gd name="connsiteY128" fmla="*/ 2281347 h 2344739"/>
              <a:gd name="connsiteX129" fmla="*/ 5224109 w 12193149"/>
              <a:gd name="connsiteY129" fmla="*/ 2270223 h 2344739"/>
              <a:gd name="connsiteX130" fmla="*/ 5175808 w 12193149"/>
              <a:gd name="connsiteY130" fmla="*/ 2267233 h 2344739"/>
              <a:gd name="connsiteX131" fmla="*/ 5157702 w 12193149"/>
              <a:gd name="connsiteY131" fmla="*/ 2260010 h 2344739"/>
              <a:gd name="connsiteX132" fmla="*/ 5143747 w 12193149"/>
              <a:gd name="connsiteY132" fmla="*/ 2256610 h 2344739"/>
              <a:gd name="connsiteX133" fmla="*/ 5140744 w 12193149"/>
              <a:gd name="connsiteY133" fmla="*/ 2254509 h 2344739"/>
              <a:gd name="connsiteX134" fmla="*/ 5122807 w 12193149"/>
              <a:gd name="connsiteY134" fmla="*/ 2243656 h 2344739"/>
              <a:gd name="connsiteX135" fmla="*/ 5066938 w 12193149"/>
              <a:gd name="connsiteY135" fmla="*/ 2250227 h 2344739"/>
              <a:gd name="connsiteX136" fmla="*/ 5012662 w 12193149"/>
              <a:gd name="connsiteY136" fmla="*/ 2233846 h 2344739"/>
              <a:gd name="connsiteX137" fmla="*/ 4841589 w 12193149"/>
              <a:gd name="connsiteY137" fmla="*/ 2209829 h 2344739"/>
              <a:gd name="connsiteX138" fmla="*/ 4763595 w 12193149"/>
              <a:gd name="connsiteY138" fmla="*/ 2182061 h 2344739"/>
              <a:gd name="connsiteX139" fmla="*/ 4724334 w 12193149"/>
              <a:gd name="connsiteY139" fmla="*/ 2173047 h 2344739"/>
              <a:gd name="connsiteX140" fmla="*/ 4722324 w 12193149"/>
              <a:gd name="connsiteY140" fmla="*/ 2172298 h 2344739"/>
              <a:gd name="connsiteX141" fmla="*/ 4723259 w 12193149"/>
              <a:gd name="connsiteY141" fmla="*/ 2172087 h 2344739"/>
              <a:gd name="connsiteX142" fmla="*/ 4718350 w 12193149"/>
              <a:gd name="connsiteY142" fmla="*/ 2170817 h 2344739"/>
              <a:gd name="connsiteX143" fmla="*/ 4722324 w 12193149"/>
              <a:gd name="connsiteY143" fmla="*/ 2172298 h 2344739"/>
              <a:gd name="connsiteX144" fmla="*/ 4716674 w 12193149"/>
              <a:gd name="connsiteY144" fmla="*/ 2173573 h 2344739"/>
              <a:gd name="connsiteX145" fmla="*/ 4516962 w 12193149"/>
              <a:gd name="connsiteY145" fmla="*/ 2163671 h 2344739"/>
              <a:gd name="connsiteX146" fmla="*/ 4429691 w 12193149"/>
              <a:gd name="connsiteY146" fmla="*/ 2153020 h 2344739"/>
              <a:gd name="connsiteX147" fmla="*/ 4364023 w 12193149"/>
              <a:gd name="connsiteY147" fmla="*/ 2151674 h 2344739"/>
              <a:gd name="connsiteX148" fmla="*/ 4318114 w 12193149"/>
              <a:gd name="connsiteY148" fmla="*/ 2158289 h 2344739"/>
              <a:gd name="connsiteX149" fmla="*/ 4316258 w 12193149"/>
              <a:gd name="connsiteY149" fmla="*/ 2156948 h 2344739"/>
              <a:gd name="connsiteX150" fmla="*/ 4296292 w 12193149"/>
              <a:gd name="connsiteY150" fmla="*/ 2155069 h 2344739"/>
              <a:gd name="connsiteX151" fmla="*/ 4291212 w 12193149"/>
              <a:gd name="connsiteY151" fmla="*/ 2157986 h 2344739"/>
              <a:gd name="connsiteX152" fmla="*/ 4277290 w 12193149"/>
              <a:gd name="connsiteY152" fmla="*/ 2157740 h 2344739"/>
              <a:gd name="connsiteX153" fmla="*/ 4249265 w 12193149"/>
              <a:gd name="connsiteY153" fmla="*/ 2160064 h 2344739"/>
              <a:gd name="connsiteX154" fmla="*/ 4203199 w 12193149"/>
              <a:gd name="connsiteY154" fmla="*/ 2157269 h 2344739"/>
              <a:gd name="connsiteX155" fmla="*/ 4202893 w 12193149"/>
              <a:gd name="connsiteY155" fmla="*/ 2156010 h 2344739"/>
              <a:gd name="connsiteX156" fmla="*/ 4192396 w 12193149"/>
              <a:gd name="connsiteY156" fmla="*/ 2150376 h 2344739"/>
              <a:gd name="connsiteX157" fmla="*/ 4143893 w 12193149"/>
              <a:gd name="connsiteY157" fmla="*/ 2134511 h 2344739"/>
              <a:gd name="connsiteX158" fmla="*/ 4084245 w 12193149"/>
              <a:gd name="connsiteY158" fmla="*/ 2107978 h 2344739"/>
              <a:gd name="connsiteX159" fmla="*/ 4075694 w 12193149"/>
              <a:gd name="connsiteY159" fmla="*/ 2107143 h 2344739"/>
              <a:gd name="connsiteX160" fmla="*/ 4075575 w 12193149"/>
              <a:gd name="connsiteY160" fmla="*/ 2106844 h 2344739"/>
              <a:gd name="connsiteX161" fmla="*/ 4066658 w 12193149"/>
              <a:gd name="connsiteY161" fmla="*/ 2105400 h 2344739"/>
              <a:gd name="connsiteX162" fmla="*/ 4060102 w 12193149"/>
              <a:gd name="connsiteY162" fmla="*/ 2105618 h 2344739"/>
              <a:gd name="connsiteX163" fmla="*/ 4043512 w 12193149"/>
              <a:gd name="connsiteY163" fmla="*/ 2103997 h 2344739"/>
              <a:gd name="connsiteX164" fmla="*/ 4038145 w 12193149"/>
              <a:gd name="connsiteY164" fmla="*/ 2101563 h 2344739"/>
              <a:gd name="connsiteX165" fmla="*/ 4036511 w 12193149"/>
              <a:gd name="connsiteY165" fmla="*/ 2097896 h 2344739"/>
              <a:gd name="connsiteX166" fmla="*/ 4034926 w 12193149"/>
              <a:gd name="connsiteY166" fmla="*/ 2098131 h 2344739"/>
              <a:gd name="connsiteX167" fmla="*/ 4005686 w 12193149"/>
              <a:gd name="connsiteY167" fmla="*/ 2085563 h 2344739"/>
              <a:gd name="connsiteX168" fmla="*/ 3937994 w 12193149"/>
              <a:gd name="connsiteY168" fmla="*/ 2068106 h 2344739"/>
              <a:gd name="connsiteX169" fmla="*/ 3898423 w 12193149"/>
              <a:gd name="connsiteY169" fmla="*/ 2062451 h 2344739"/>
              <a:gd name="connsiteX170" fmla="*/ 3790908 w 12193149"/>
              <a:gd name="connsiteY170" fmla="*/ 2042213 h 2344739"/>
              <a:gd name="connsiteX171" fmla="*/ 3683661 w 12193149"/>
              <a:gd name="connsiteY171" fmla="*/ 2018290 h 2344739"/>
              <a:gd name="connsiteX172" fmla="*/ 3611183 w 12193149"/>
              <a:gd name="connsiteY172" fmla="*/ 1986019 h 2344739"/>
              <a:gd name="connsiteX173" fmla="*/ 3605003 w 12193149"/>
              <a:gd name="connsiteY173" fmla="*/ 1987381 h 2344739"/>
              <a:gd name="connsiteX174" fmla="*/ 3595884 w 12193149"/>
              <a:gd name="connsiteY174" fmla="*/ 1987545 h 2344739"/>
              <a:gd name="connsiteX175" fmla="*/ 3595649 w 12193149"/>
              <a:gd name="connsiteY175" fmla="*/ 1987276 h 2344739"/>
              <a:gd name="connsiteX176" fmla="*/ 3587126 w 12193149"/>
              <a:gd name="connsiteY176" fmla="*/ 1987966 h 2344739"/>
              <a:gd name="connsiteX177" fmla="*/ 3537283 w 12193149"/>
              <a:gd name="connsiteY177" fmla="*/ 1978267 h 2344739"/>
              <a:gd name="connsiteX178" fmla="*/ 3474371 w 12193149"/>
              <a:gd name="connsiteY178" fmla="*/ 1974606 h 2344739"/>
              <a:gd name="connsiteX179" fmla="*/ 3401876 w 12193149"/>
              <a:gd name="connsiteY179" fmla="*/ 1962558 h 2344739"/>
              <a:gd name="connsiteX180" fmla="*/ 3365036 w 12193149"/>
              <a:gd name="connsiteY180" fmla="*/ 1979510 h 2344739"/>
              <a:gd name="connsiteX181" fmla="*/ 3345174 w 12193149"/>
              <a:gd name="connsiteY181" fmla="*/ 1981192 h 2344739"/>
              <a:gd name="connsiteX182" fmla="*/ 3342846 w 12193149"/>
              <a:gd name="connsiteY182" fmla="*/ 1980217 h 2344739"/>
              <a:gd name="connsiteX183" fmla="*/ 3263504 w 12193149"/>
              <a:gd name="connsiteY183" fmla="*/ 1986094 h 2344739"/>
              <a:gd name="connsiteX184" fmla="*/ 3143704 w 12193149"/>
              <a:gd name="connsiteY184" fmla="*/ 1993869 h 2344739"/>
              <a:gd name="connsiteX185" fmla="*/ 3031439 w 12193149"/>
              <a:gd name="connsiteY185" fmla="*/ 1996512 h 2344739"/>
              <a:gd name="connsiteX186" fmla="*/ 2782717 w 12193149"/>
              <a:gd name="connsiteY186" fmla="*/ 2018333 h 2344739"/>
              <a:gd name="connsiteX187" fmla="*/ 2647675 w 12193149"/>
              <a:gd name="connsiteY187" fmla="*/ 2028869 h 2344739"/>
              <a:gd name="connsiteX188" fmla="*/ 2569176 w 12193149"/>
              <a:gd name="connsiteY188" fmla="*/ 2002628 h 2344739"/>
              <a:gd name="connsiteX189" fmla="*/ 2444403 w 12193149"/>
              <a:gd name="connsiteY189" fmla="*/ 2016529 h 2344739"/>
              <a:gd name="connsiteX190" fmla="*/ 2316260 w 12193149"/>
              <a:gd name="connsiteY190" fmla="*/ 2024996 h 2344739"/>
              <a:gd name="connsiteX191" fmla="*/ 2209726 w 12193149"/>
              <a:gd name="connsiteY191" fmla="*/ 2019763 h 2344739"/>
              <a:gd name="connsiteX192" fmla="*/ 2095813 w 12193149"/>
              <a:gd name="connsiteY192" fmla="*/ 2003052 h 2344739"/>
              <a:gd name="connsiteX193" fmla="*/ 1998504 w 12193149"/>
              <a:gd name="connsiteY193" fmla="*/ 1995032 h 2344739"/>
              <a:gd name="connsiteX194" fmla="*/ 1929320 w 12193149"/>
              <a:gd name="connsiteY194" fmla="*/ 2016977 h 2344739"/>
              <a:gd name="connsiteX195" fmla="*/ 1922798 w 12193149"/>
              <a:gd name="connsiteY195" fmla="*/ 2012146 h 2344739"/>
              <a:gd name="connsiteX196" fmla="*/ 1874228 w 12193149"/>
              <a:gd name="connsiteY196" fmla="*/ 2013741 h 2344739"/>
              <a:gd name="connsiteX197" fmla="*/ 1787803 w 12193149"/>
              <a:gd name="connsiteY197" fmla="*/ 2041363 h 2344739"/>
              <a:gd name="connsiteX198" fmla="*/ 1739352 w 12193149"/>
              <a:gd name="connsiteY198" fmla="*/ 2036312 h 2344739"/>
              <a:gd name="connsiteX199" fmla="*/ 1676219 w 12193149"/>
              <a:gd name="connsiteY199" fmla="*/ 2019963 h 2344739"/>
              <a:gd name="connsiteX200" fmla="*/ 1609817 w 12193149"/>
              <a:gd name="connsiteY200" fmla="*/ 2013066 h 2344739"/>
              <a:gd name="connsiteX201" fmla="*/ 1497258 w 12193149"/>
              <a:gd name="connsiteY201" fmla="*/ 1987476 h 2344739"/>
              <a:gd name="connsiteX202" fmla="*/ 1151127 w 12193149"/>
              <a:gd name="connsiteY202" fmla="*/ 1938041 h 2344739"/>
              <a:gd name="connsiteX203" fmla="*/ 859417 w 12193149"/>
              <a:gd name="connsiteY203" fmla="*/ 1928608 h 2344739"/>
              <a:gd name="connsiteX204" fmla="*/ 838688 w 12193149"/>
              <a:gd name="connsiteY204" fmla="*/ 1929821 h 2344739"/>
              <a:gd name="connsiteX205" fmla="*/ 817957 w 12193149"/>
              <a:gd name="connsiteY205" fmla="*/ 1927857 h 2344739"/>
              <a:gd name="connsiteX206" fmla="*/ 812654 w 12193149"/>
              <a:gd name="connsiteY206" fmla="*/ 1930751 h 2344739"/>
              <a:gd name="connsiteX207" fmla="*/ 721195 w 12193149"/>
              <a:gd name="connsiteY207" fmla="*/ 1929661 h 2344739"/>
              <a:gd name="connsiteX208" fmla="*/ 720890 w 12193149"/>
              <a:gd name="connsiteY208" fmla="*/ 1928399 h 2344739"/>
              <a:gd name="connsiteX209" fmla="*/ 710023 w 12193149"/>
              <a:gd name="connsiteY209" fmla="*/ 1922722 h 2344739"/>
              <a:gd name="connsiteX210" fmla="*/ 597940 w 12193149"/>
              <a:gd name="connsiteY210" fmla="*/ 1879864 h 2344739"/>
              <a:gd name="connsiteX211" fmla="*/ 579683 w 12193149"/>
              <a:gd name="connsiteY211" fmla="*/ 1877212 h 2344739"/>
              <a:gd name="connsiteX212" fmla="*/ 572865 w 12193149"/>
              <a:gd name="connsiteY212" fmla="*/ 1877401 h 2344739"/>
              <a:gd name="connsiteX213" fmla="*/ 446247 w 12193149"/>
              <a:gd name="connsiteY213" fmla="*/ 1839371 h 2344739"/>
              <a:gd name="connsiteX214" fmla="*/ 405163 w 12193149"/>
              <a:gd name="connsiteY214" fmla="*/ 1833548 h 2344739"/>
              <a:gd name="connsiteX215" fmla="*/ 293583 w 12193149"/>
              <a:gd name="connsiteY215" fmla="*/ 1812852 h 2344739"/>
              <a:gd name="connsiteX216" fmla="*/ 119529 w 12193149"/>
              <a:gd name="connsiteY216" fmla="*/ 1761047 h 2344739"/>
              <a:gd name="connsiteX217" fmla="*/ 16674 w 12193149"/>
              <a:gd name="connsiteY217" fmla="*/ 1758191 h 2344739"/>
              <a:gd name="connsiteX218" fmla="*/ 1150 w 12193149"/>
              <a:gd name="connsiteY218" fmla="*/ 1752722 h 2344739"/>
              <a:gd name="connsiteX219" fmla="*/ 1148 w 12193149"/>
              <a:gd name="connsiteY219" fmla="*/ 222213 h 2344739"/>
              <a:gd name="connsiteX220" fmla="*/ 1148 w 12193149"/>
              <a:gd name="connsiteY220" fmla="*/ 0 h 2344739"/>
              <a:gd name="connsiteX0" fmla="*/ 1148 w 12193149"/>
              <a:gd name="connsiteY0" fmla="*/ 0 h 2344739"/>
              <a:gd name="connsiteX1" fmla="*/ 12193148 w 12193149"/>
              <a:gd name="connsiteY1" fmla="*/ 0 h 2344739"/>
              <a:gd name="connsiteX2" fmla="*/ 12193148 w 12193149"/>
              <a:gd name="connsiteY2" fmla="*/ 222213 h 2344739"/>
              <a:gd name="connsiteX3" fmla="*/ 12193148 w 12193149"/>
              <a:gd name="connsiteY3" fmla="*/ 389190 h 2344739"/>
              <a:gd name="connsiteX4" fmla="*/ 12193149 w 12193149"/>
              <a:gd name="connsiteY4" fmla="*/ 579739 h 2344739"/>
              <a:gd name="connsiteX5" fmla="*/ 12185986 w 12193149"/>
              <a:gd name="connsiteY5" fmla="*/ 584189 h 2344739"/>
              <a:gd name="connsiteX6" fmla="*/ 12156363 w 12193149"/>
              <a:gd name="connsiteY6" fmla="*/ 597366 h 2344739"/>
              <a:gd name="connsiteX7" fmla="*/ 12139215 w 12193149"/>
              <a:gd name="connsiteY7" fmla="*/ 623179 h 2344739"/>
              <a:gd name="connsiteX8" fmla="*/ 12126327 w 12193149"/>
              <a:gd name="connsiteY8" fmla="*/ 624690 h 2344739"/>
              <a:gd name="connsiteX9" fmla="*/ 12124007 w 12193149"/>
              <a:gd name="connsiteY9" fmla="*/ 624794 h 2344739"/>
              <a:gd name="connsiteX10" fmla="*/ 12116854 w 12193149"/>
              <a:gd name="connsiteY10" fmla="*/ 628608 h 2344739"/>
              <a:gd name="connsiteX11" fmla="*/ 12099497 w 12193149"/>
              <a:gd name="connsiteY11" fmla="*/ 628139 h 2344739"/>
              <a:gd name="connsiteX12" fmla="*/ 12087073 w 12193149"/>
              <a:gd name="connsiteY12" fmla="*/ 636341 h 2344739"/>
              <a:gd name="connsiteX13" fmla="*/ 12031073 w 12193149"/>
              <a:gd name="connsiteY13" fmla="*/ 680009 h 2344739"/>
              <a:gd name="connsiteX14" fmla="*/ 11995833 w 12193149"/>
              <a:gd name="connsiteY14" fmla="*/ 703458 h 2344739"/>
              <a:gd name="connsiteX15" fmla="*/ 11979717 w 12193149"/>
              <a:gd name="connsiteY15" fmla="*/ 708161 h 2344739"/>
              <a:gd name="connsiteX16" fmla="*/ 11959046 w 12193149"/>
              <a:gd name="connsiteY16" fmla="*/ 717558 h 2344739"/>
              <a:gd name="connsiteX17" fmla="*/ 11920454 w 12193149"/>
              <a:gd name="connsiteY17" fmla="*/ 730883 h 2344739"/>
              <a:gd name="connsiteX18" fmla="*/ 11903656 w 12193149"/>
              <a:gd name="connsiteY18" fmla="*/ 742426 h 2344739"/>
              <a:gd name="connsiteX19" fmla="*/ 11895048 w 12193149"/>
              <a:gd name="connsiteY19" fmla="*/ 744791 h 2344739"/>
              <a:gd name="connsiteX20" fmla="*/ 11891968 w 12193149"/>
              <a:gd name="connsiteY20" fmla="*/ 755729 h 2344739"/>
              <a:gd name="connsiteX21" fmla="*/ 11870776 w 12193149"/>
              <a:gd name="connsiteY21" fmla="*/ 777816 h 2344739"/>
              <a:gd name="connsiteX22" fmla="*/ 11813376 w 12193149"/>
              <a:gd name="connsiteY22" fmla="*/ 797659 h 2344739"/>
              <a:gd name="connsiteX23" fmla="*/ 11749767 w 12193149"/>
              <a:gd name="connsiteY23" fmla="*/ 872002 h 2344739"/>
              <a:gd name="connsiteX24" fmla="*/ 11590693 w 12193149"/>
              <a:gd name="connsiteY24" fmla="*/ 963777 h 2344739"/>
              <a:gd name="connsiteX25" fmla="*/ 11506817 w 12193149"/>
              <a:gd name="connsiteY25" fmla="*/ 1033623 h 2344739"/>
              <a:gd name="connsiteX26" fmla="*/ 11280332 w 12193149"/>
              <a:gd name="connsiteY26" fmla="*/ 1223571 h 2344739"/>
              <a:gd name="connsiteX27" fmla="*/ 11228309 w 12193149"/>
              <a:gd name="connsiteY27" fmla="*/ 1276236 h 2344739"/>
              <a:gd name="connsiteX28" fmla="*/ 11218087 w 12193149"/>
              <a:gd name="connsiteY28" fmla="*/ 1275961 h 2344739"/>
              <a:gd name="connsiteX29" fmla="*/ 11217184 w 12193149"/>
              <a:gd name="connsiteY29" fmla="*/ 1275018 h 2344739"/>
              <a:gd name="connsiteX30" fmla="*/ 11188885 w 12193149"/>
              <a:gd name="connsiteY30" fmla="*/ 1292383 h 2344739"/>
              <a:gd name="connsiteX31" fmla="*/ 11184501 w 12193149"/>
              <a:gd name="connsiteY31" fmla="*/ 1292525 h 2344739"/>
              <a:gd name="connsiteX32" fmla="*/ 11166854 w 12193149"/>
              <a:gd name="connsiteY32" fmla="*/ 1306612 h 2344739"/>
              <a:gd name="connsiteX33" fmla="*/ 11157311 w 12193149"/>
              <a:gd name="connsiteY33" fmla="*/ 1312414 h 2344739"/>
              <a:gd name="connsiteX34" fmla="*/ 11155496 w 12193149"/>
              <a:gd name="connsiteY34" fmla="*/ 1317097 h 2344739"/>
              <a:gd name="connsiteX35" fmla="*/ 11140961 w 12193149"/>
              <a:gd name="connsiteY35" fmla="*/ 1324115 h 2344739"/>
              <a:gd name="connsiteX36" fmla="*/ 11138961 w 12193149"/>
              <a:gd name="connsiteY36" fmla="*/ 1323772 h 2344739"/>
              <a:gd name="connsiteX37" fmla="*/ 11128208 w 12193149"/>
              <a:gd name="connsiteY37" fmla="*/ 1333832 h 2344739"/>
              <a:gd name="connsiteX38" fmla="*/ 11120691 w 12193149"/>
              <a:gd name="connsiteY38" fmla="*/ 1347424 h 2344739"/>
              <a:gd name="connsiteX39" fmla="*/ 10894683 w 12193149"/>
              <a:gd name="connsiteY39" fmla="*/ 1473399 h 2344739"/>
              <a:gd name="connsiteX40" fmla="*/ 10773300 w 12193149"/>
              <a:gd name="connsiteY40" fmla="*/ 1523191 h 2344739"/>
              <a:gd name="connsiteX41" fmla="*/ 10627668 w 12193149"/>
              <a:gd name="connsiteY41" fmla="*/ 1559229 h 2344739"/>
              <a:gd name="connsiteX42" fmla="*/ 10581895 w 12193149"/>
              <a:gd name="connsiteY42" fmla="*/ 1568689 h 2344739"/>
              <a:gd name="connsiteX43" fmla="*/ 10547790 w 12193149"/>
              <a:gd name="connsiteY43" fmla="*/ 1598423 h 2344739"/>
              <a:gd name="connsiteX44" fmla="*/ 10529643 w 12193149"/>
              <a:gd name="connsiteY44" fmla="*/ 1596907 h 2344739"/>
              <a:gd name="connsiteX45" fmla="*/ 10526446 w 12193149"/>
              <a:gd name="connsiteY45" fmla="*/ 1596411 h 2344739"/>
              <a:gd name="connsiteX46" fmla="*/ 10515129 w 12193149"/>
              <a:gd name="connsiteY46" fmla="*/ 1599537 h 2344739"/>
              <a:gd name="connsiteX47" fmla="*/ 10491735 w 12193149"/>
              <a:gd name="connsiteY47" fmla="*/ 1594156 h 2344739"/>
              <a:gd name="connsiteX48" fmla="*/ 10471418 w 12193149"/>
              <a:gd name="connsiteY48" fmla="*/ 1601693 h 2344739"/>
              <a:gd name="connsiteX49" fmla="*/ 10377042 w 12193149"/>
              <a:gd name="connsiteY49" fmla="*/ 1644598 h 2344739"/>
              <a:gd name="connsiteX50" fmla="*/ 10319338 w 12193149"/>
              <a:gd name="connsiteY50" fmla="*/ 1666221 h 2344739"/>
              <a:gd name="connsiteX51" fmla="*/ 10295467 w 12193149"/>
              <a:gd name="connsiteY51" fmla="*/ 1668079 h 2344739"/>
              <a:gd name="connsiteX52" fmla="*/ 10263443 w 12193149"/>
              <a:gd name="connsiteY52" fmla="*/ 1674948 h 2344739"/>
              <a:gd name="connsiteX53" fmla="*/ 10205418 w 12193149"/>
              <a:gd name="connsiteY53" fmla="*/ 1682149 h 2344739"/>
              <a:gd name="connsiteX54" fmla="*/ 10177759 w 12193149"/>
              <a:gd name="connsiteY54" fmla="*/ 1692943 h 2344739"/>
              <a:gd name="connsiteX55" fmla="*/ 10165070 w 12193149"/>
              <a:gd name="connsiteY55" fmla="*/ 1693739 h 2344739"/>
              <a:gd name="connsiteX56" fmla="*/ 10156308 w 12193149"/>
              <a:gd name="connsiteY56" fmla="*/ 1707487 h 2344739"/>
              <a:gd name="connsiteX57" fmla="*/ 10118267 w 12193149"/>
              <a:gd name="connsiteY57" fmla="*/ 1731142 h 2344739"/>
              <a:gd name="connsiteX58" fmla="*/ 10083317 w 12193149"/>
              <a:gd name="connsiteY58" fmla="*/ 1743296 h 2344739"/>
              <a:gd name="connsiteX59" fmla="*/ 10040388 w 12193149"/>
              <a:gd name="connsiteY59" fmla="*/ 1741632 h 2344739"/>
              <a:gd name="connsiteX60" fmla="*/ 9961167 w 12193149"/>
              <a:gd name="connsiteY60" fmla="*/ 1757147 h 2344739"/>
              <a:gd name="connsiteX61" fmla="*/ 9848940 w 12193149"/>
              <a:gd name="connsiteY61" fmla="*/ 1763915 h 2344739"/>
              <a:gd name="connsiteX62" fmla="*/ 9729457 w 12193149"/>
              <a:gd name="connsiteY62" fmla="*/ 1784122 h 2344739"/>
              <a:gd name="connsiteX63" fmla="*/ 9613704 w 12193149"/>
              <a:gd name="connsiteY63" fmla="*/ 1812371 h 2344739"/>
              <a:gd name="connsiteX64" fmla="*/ 9338590 w 12193149"/>
              <a:gd name="connsiteY64" fmla="*/ 1869293 h 2344739"/>
              <a:gd name="connsiteX65" fmla="*/ 9232518 w 12193149"/>
              <a:gd name="connsiteY65" fmla="*/ 1893149 h 2344739"/>
              <a:gd name="connsiteX66" fmla="*/ 9156690 w 12193149"/>
              <a:gd name="connsiteY66" fmla="*/ 1903228 h 2344739"/>
              <a:gd name="connsiteX67" fmla="*/ 9054601 w 12193149"/>
              <a:gd name="connsiteY67" fmla="*/ 1910755 h 2344739"/>
              <a:gd name="connsiteX68" fmla="*/ 9006634 w 12193149"/>
              <a:gd name="connsiteY68" fmla="*/ 1914040 h 2344739"/>
              <a:gd name="connsiteX69" fmla="*/ 9006349 w 12193149"/>
              <a:gd name="connsiteY69" fmla="*/ 1913800 h 2344739"/>
              <a:gd name="connsiteX70" fmla="*/ 8997380 w 12193149"/>
              <a:gd name="connsiteY70" fmla="*/ 1915011 h 2344739"/>
              <a:gd name="connsiteX71" fmla="*/ 8991542 w 12193149"/>
              <a:gd name="connsiteY71" fmla="*/ 1917072 h 2344739"/>
              <a:gd name="connsiteX72" fmla="*/ 8975485 w 12193149"/>
              <a:gd name="connsiteY72" fmla="*/ 1920298 h 2344739"/>
              <a:gd name="connsiteX73" fmla="*/ 8969159 w 12193149"/>
              <a:gd name="connsiteY73" fmla="*/ 1919598 h 2344739"/>
              <a:gd name="connsiteX74" fmla="*/ 8964196 w 12193149"/>
              <a:gd name="connsiteY74" fmla="*/ 1917373 h 2344739"/>
              <a:gd name="connsiteX75" fmla="*/ 8930136 w 12193149"/>
              <a:gd name="connsiteY75" fmla="*/ 1914185 h 2344739"/>
              <a:gd name="connsiteX76" fmla="*/ 8753592 w 12193149"/>
              <a:gd name="connsiteY76" fmla="*/ 1933417 h 2344739"/>
              <a:gd name="connsiteX77" fmla="*/ 8708995 w 12193149"/>
              <a:gd name="connsiteY77" fmla="*/ 1935518 h 2344739"/>
              <a:gd name="connsiteX78" fmla="*/ 8597219 w 12193149"/>
              <a:gd name="connsiteY78" fmla="*/ 1944090 h 2344739"/>
              <a:gd name="connsiteX79" fmla="*/ 8526378 w 12193149"/>
              <a:gd name="connsiteY79" fmla="*/ 1929248 h 2344739"/>
              <a:gd name="connsiteX80" fmla="*/ 8512131 w 12193149"/>
              <a:gd name="connsiteY80" fmla="*/ 1935163 h 2344739"/>
              <a:gd name="connsiteX81" fmla="*/ 8507315 w 12193149"/>
              <a:gd name="connsiteY81" fmla="*/ 1938164 h 2344739"/>
              <a:gd name="connsiteX82" fmla="*/ 8499116 w 12193149"/>
              <a:gd name="connsiteY82" fmla="*/ 1940902 h 2344739"/>
              <a:gd name="connsiteX83" fmla="*/ 8498742 w 12193149"/>
              <a:gd name="connsiteY83" fmla="*/ 1940723 h 2344739"/>
              <a:gd name="connsiteX84" fmla="*/ 8491397 w 12193149"/>
              <a:gd name="connsiteY84" fmla="*/ 1943773 h 2344739"/>
              <a:gd name="connsiteX85" fmla="*/ 8368330 w 12193149"/>
              <a:gd name="connsiteY85" fmla="*/ 1957815 h 2344739"/>
              <a:gd name="connsiteX86" fmla="*/ 8354947 w 12193149"/>
              <a:gd name="connsiteY86" fmla="*/ 1958009 h 2344739"/>
              <a:gd name="connsiteX87" fmla="*/ 8321252 w 12193149"/>
              <a:gd name="connsiteY87" fmla="*/ 1974587 h 2344739"/>
              <a:gd name="connsiteX88" fmla="*/ 8315581 w 12193149"/>
              <a:gd name="connsiteY88" fmla="*/ 1974913 h 2344739"/>
              <a:gd name="connsiteX89" fmla="*/ 8296322 w 12193149"/>
              <a:gd name="connsiteY89" fmla="*/ 1988808 h 2344739"/>
              <a:gd name="connsiteX90" fmla="*/ 8285424 w 12193149"/>
              <a:gd name="connsiteY90" fmla="*/ 1994631 h 2344739"/>
              <a:gd name="connsiteX91" fmla="*/ 8284298 w 12193149"/>
              <a:gd name="connsiteY91" fmla="*/ 1999074 h 2344739"/>
              <a:gd name="connsiteX92" fmla="*/ 8267224 w 12193149"/>
              <a:gd name="connsiteY92" fmla="*/ 2006249 h 2344739"/>
              <a:gd name="connsiteX93" fmla="*/ 8264525 w 12193149"/>
              <a:gd name="connsiteY93" fmla="*/ 2006019 h 2344739"/>
              <a:gd name="connsiteX94" fmla="*/ 8253181 w 12193149"/>
              <a:gd name="connsiteY94" fmla="*/ 2015862 h 2344739"/>
              <a:gd name="connsiteX95" fmla="*/ 8246982 w 12193149"/>
              <a:gd name="connsiteY95" fmla="*/ 2028854 h 2344739"/>
              <a:gd name="connsiteX96" fmla="*/ 8091420 w 12193149"/>
              <a:gd name="connsiteY96" fmla="*/ 2075015 h 2344739"/>
              <a:gd name="connsiteX97" fmla="*/ 7906555 w 12193149"/>
              <a:gd name="connsiteY97" fmla="*/ 2116988 h 2344739"/>
              <a:gd name="connsiteX98" fmla="*/ 7719893 w 12193149"/>
              <a:gd name="connsiteY98" fmla="*/ 2142703 h 2344739"/>
              <a:gd name="connsiteX99" fmla="*/ 7615495 w 12193149"/>
              <a:gd name="connsiteY99" fmla="*/ 2139232 h 2344739"/>
              <a:gd name="connsiteX100" fmla="*/ 7528691 w 12193149"/>
              <a:gd name="connsiteY100" fmla="*/ 2145060 h 2344739"/>
              <a:gd name="connsiteX101" fmla="*/ 7520719 w 12193149"/>
              <a:gd name="connsiteY101" fmla="*/ 2147613 h 2344739"/>
              <a:gd name="connsiteX102" fmla="*/ 7508559 w 12193149"/>
              <a:gd name="connsiteY102" fmla="*/ 2148948 h 2344739"/>
              <a:gd name="connsiteX103" fmla="*/ 7508188 w 12193149"/>
              <a:gd name="connsiteY103" fmla="*/ 2148621 h 2344739"/>
              <a:gd name="connsiteX104" fmla="*/ 7496943 w 12193149"/>
              <a:gd name="connsiteY104" fmla="*/ 2150573 h 2344739"/>
              <a:gd name="connsiteX105" fmla="*/ 7406539 w 12193149"/>
              <a:gd name="connsiteY105" fmla="*/ 2142468 h 2344739"/>
              <a:gd name="connsiteX106" fmla="*/ 7219707 w 12193149"/>
              <a:gd name="connsiteY106" fmla="*/ 2156680 h 2344739"/>
              <a:gd name="connsiteX107" fmla="*/ 7202249 w 12193149"/>
              <a:gd name="connsiteY107" fmla="*/ 2161230 h 2344739"/>
              <a:gd name="connsiteX108" fmla="*/ 7198152 w 12193149"/>
              <a:gd name="connsiteY108" fmla="*/ 2166588 h 2344739"/>
              <a:gd name="connsiteX109" fmla="*/ 7171956 w 12193149"/>
              <a:gd name="connsiteY109" fmla="*/ 2171236 h 2344739"/>
              <a:gd name="connsiteX110" fmla="*/ 7098136 w 12193149"/>
              <a:gd name="connsiteY110" fmla="*/ 2183464 h 2344739"/>
              <a:gd name="connsiteX111" fmla="*/ 7019644 w 12193149"/>
              <a:gd name="connsiteY111" fmla="*/ 2183090 h 2344739"/>
              <a:gd name="connsiteX112" fmla="*/ 6905294 w 12193149"/>
              <a:gd name="connsiteY112" fmla="*/ 2212596 h 2344739"/>
              <a:gd name="connsiteX113" fmla="*/ 6709370 w 12193149"/>
              <a:gd name="connsiteY113" fmla="*/ 2240551 h 2344739"/>
              <a:gd name="connsiteX114" fmla="*/ 6550602 w 12193149"/>
              <a:gd name="connsiteY114" fmla="*/ 2269327 h 2344739"/>
              <a:gd name="connsiteX115" fmla="*/ 6318708 w 12193149"/>
              <a:gd name="connsiteY115" fmla="*/ 2316127 h 2344739"/>
              <a:gd name="connsiteX116" fmla="*/ 6169822 w 12193149"/>
              <a:gd name="connsiteY116" fmla="*/ 2318214 h 2344739"/>
              <a:gd name="connsiteX117" fmla="*/ 6074996 w 12193149"/>
              <a:gd name="connsiteY117" fmla="*/ 2338676 h 2344739"/>
              <a:gd name="connsiteX118" fmla="*/ 6069677 w 12193149"/>
              <a:gd name="connsiteY118" fmla="*/ 2337139 h 2344739"/>
              <a:gd name="connsiteX119" fmla="*/ 6049786 w 12193149"/>
              <a:gd name="connsiteY119" fmla="*/ 2337822 h 2344739"/>
              <a:gd name="connsiteX120" fmla="*/ 6042433 w 12193149"/>
              <a:gd name="connsiteY120" fmla="*/ 2329473 h 2344739"/>
              <a:gd name="connsiteX121" fmla="*/ 6011238 w 12193149"/>
              <a:gd name="connsiteY121" fmla="*/ 2324380 h 2344739"/>
              <a:gd name="connsiteX122" fmla="*/ 5958523 w 12193149"/>
              <a:gd name="connsiteY122" fmla="*/ 2328024 h 2344739"/>
              <a:gd name="connsiteX123" fmla="*/ 5760067 w 12193149"/>
              <a:gd name="connsiteY123" fmla="*/ 2343716 h 2344739"/>
              <a:gd name="connsiteX124" fmla="*/ 5628108 w 12193149"/>
              <a:gd name="connsiteY124" fmla="*/ 2344739 h 2344739"/>
              <a:gd name="connsiteX125" fmla="*/ 5472054 w 12193149"/>
              <a:gd name="connsiteY125" fmla="*/ 2330719 h 2344739"/>
              <a:gd name="connsiteX126" fmla="*/ 5433909 w 12193149"/>
              <a:gd name="connsiteY126" fmla="*/ 2319466 h 2344739"/>
              <a:gd name="connsiteX127" fmla="*/ 5382817 w 12193149"/>
              <a:gd name="connsiteY127" fmla="*/ 2301764 h 2344739"/>
              <a:gd name="connsiteX128" fmla="*/ 5262912 w 12193149"/>
              <a:gd name="connsiteY128" fmla="*/ 2281347 h 2344739"/>
              <a:gd name="connsiteX129" fmla="*/ 5224109 w 12193149"/>
              <a:gd name="connsiteY129" fmla="*/ 2270223 h 2344739"/>
              <a:gd name="connsiteX130" fmla="*/ 5175808 w 12193149"/>
              <a:gd name="connsiteY130" fmla="*/ 2267233 h 2344739"/>
              <a:gd name="connsiteX131" fmla="*/ 5157702 w 12193149"/>
              <a:gd name="connsiteY131" fmla="*/ 2260010 h 2344739"/>
              <a:gd name="connsiteX132" fmla="*/ 5143747 w 12193149"/>
              <a:gd name="connsiteY132" fmla="*/ 2256610 h 2344739"/>
              <a:gd name="connsiteX133" fmla="*/ 5140744 w 12193149"/>
              <a:gd name="connsiteY133" fmla="*/ 2254509 h 2344739"/>
              <a:gd name="connsiteX134" fmla="*/ 5122807 w 12193149"/>
              <a:gd name="connsiteY134" fmla="*/ 2243656 h 2344739"/>
              <a:gd name="connsiteX135" fmla="*/ 5066938 w 12193149"/>
              <a:gd name="connsiteY135" fmla="*/ 2250227 h 2344739"/>
              <a:gd name="connsiteX136" fmla="*/ 5012662 w 12193149"/>
              <a:gd name="connsiteY136" fmla="*/ 2233846 h 2344739"/>
              <a:gd name="connsiteX137" fmla="*/ 4841589 w 12193149"/>
              <a:gd name="connsiteY137" fmla="*/ 2209829 h 2344739"/>
              <a:gd name="connsiteX138" fmla="*/ 4763595 w 12193149"/>
              <a:gd name="connsiteY138" fmla="*/ 2182061 h 2344739"/>
              <a:gd name="connsiteX139" fmla="*/ 4724334 w 12193149"/>
              <a:gd name="connsiteY139" fmla="*/ 2173047 h 2344739"/>
              <a:gd name="connsiteX140" fmla="*/ 4722324 w 12193149"/>
              <a:gd name="connsiteY140" fmla="*/ 2172298 h 2344739"/>
              <a:gd name="connsiteX141" fmla="*/ 4723259 w 12193149"/>
              <a:gd name="connsiteY141" fmla="*/ 2172087 h 2344739"/>
              <a:gd name="connsiteX142" fmla="*/ 4718350 w 12193149"/>
              <a:gd name="connsiteY142" fmla="*/ 2170817 h 2344739"/>
              <a:gd name="connsiteX143" fmla="*/ 4722324 w 12193149"/>
              <a:gd name="connsiteY143" fmla="*/ 2172298 h 2344739"/>
              <a:gd name="connsiteX144" fmla="*/ 4716674 w 12193149"/>
              <a:gd name="connsiteY144" fmla="*/ 2173573 h 2344739"/>
              <a:gd name="connsiteX145" fmla="*/ 4516962 w 12193149"/>
              <a:gd name="connsiteY145" fmla="*/ 2163671 h 2344739"/>
              <a:gd name="connsiteX146" fmla="*/ 4429691 w 12193149"/>
              <a:gd name="connsiteY146" fmla="*/ 2153020 h 2344739"/>
              <a:gd name="connsiteX147" fmla="*/ 4364023 w 12193149"/>
              <a:gd name="connsiteY147" fmla="*/ 2151674 h 2344739"/>
              <a:gd name="connsiteX148" fmla="*/ 4318114 w 12193149"/>
              <a:gd name="connsiteY148" fmla="*/ 2158289 h 2344739"/>
              <a:gd name="connsiteX149" fmla="*/ 4316258 w 12193149"/>
              <a:gd name="connsiteY149" fmla="*/ 2156948 h 2344739"/>
              <a:gd name="connsiteX150" fmla="*/ 4296292 w 12193149"/>
              <a:gd name="connsiteY150" fmla="*/ 2155069 h 2344739"/>
              <a:gd name="connsiteX151" fmla="*/ 4291212 w 12193149"/>
              <a:gd name="connsiteY151" fmla="*/ 2157986 h 2344739"/>
              <a:gd name="connsiteX152" fmla="*/ 4277290 w 12193149"/>
              <a:gd name="connsiteY152" fmla="*/ 2157740 h 2344739"/>
              <a:gd name="connsiteX153" fmla="*/ 4249265 w 12193149"/>
              <a:gd name="connsiteY153" fmla="*/ 2160064 h 2344739"/>
              <a:gd name="connsiteX154" fmla="*/ 4203199 w 12193149"/>
              <a:gd name="connsiteY154" fmla="*/ 2157269 h 2344739"/>
              <a:gd name="connsiteX155" fmla="*/ 4202893 w 12193149"/>
              <a:gd name="connsiteY155" fmla="*/ 2156010 h 2344739"/>
              <a:gd name="connsiteX156" fmla="*/ 4192396 w 12193149"/>
              <a:gd name="connsiteY156" fmla="*/ 2150376 h 2344739"/>
              <a:gd name="connsiteX157" fmla="*/ 4143893 w 12193149"/>
              <a:gd name="connsiteY157" fmla="*/ 2134511 h 2344739"/>
              <a:gd name="connsiteX158" fmla="*/ 4084245 w 12193149"/>
              <a:gd name="connsiteY158" fmla="*/ 2107978 h 2344739"/>
              <a:gd name="connsiteX159" fmla="*/ 4075694 w 12193149"/>
              <a:gd name="connsiteY159" fmla="*/ 2107143 h 2344739"/>
              <a:gd name="connsiteX160" fmla="*/ 4075575 w 12193149"/>
              <a:gd name="connsiteY160" fmla="*/ 2106844 h 2344739"/>
              <a:gd name="connsiteX161" fmla="*/ 4066658 w 12193149"/>
              <a:gd name="connsiteY161" fmla="*/ 2105400 h 2344739"/>
              <a:gd name="connsiteX162" fmla="*/ 4060102 w 12193149"/>
              <a:gd name="connsiteY162" fmla="*/ 2105618 h 2344739"/>
              <a:gd name="connsiteX163" fmla="*/ 4043512 w 12193149"/>
              <a:gd name="connsiteY163" fmla="*/ 2103997 h 2344739"/>
              <a:gd name="connsiteX164" fmla="*/ 4038145 w 12193149"/>
              <a:gd name="connsiteY164" fmla="*/ 2101563 h 2344739"/>
              <a:gd name="connsiteX165" fmla="*/ 4036511 w 12193149"/>
              <a:gd name="connsiteY165" fmla="*/ 2097896 h 2344739"/>
              <a:gd name="connsiteX166" fmla="*/ 4034926 w 12193149"/>
              <a:gd name="connsiteY166" fmla="*/ 2098131 h 2344739"/>
              <a:gd name="connsiteX167" fmla="*/ 4005686 w 12193149"/>
              <a:gd name="connsiteY167" fmla="*/ 2085563 h 2344739"/>
              <a:gd name="connsiteX168" fmla="*/ 3937994 w 12193149"/>
              <a:gd name="connsiteY168" fmla="*/ 2068106 h 2344739"/>
              <a:gd name="connsiteX169" fmla="*/ 3898423 w 12193149"/>
              <a:gd name="connsiteY169" fmla="*/ 2062451 h 2344739"/>
              <a:gd name="connsiteX170" fmla="*/ 3790908 w 12193149"/>
              <a:gd name="connsiteY170" fmla="*/ 2042213 h 2344739"/>
              <a:gd name="connsiteX171" fmla="*/ 3683661 w 12193149"/>
              <a:gd name="connsiteY171" fmla="*/ 2018290 h 2344739"/>
              <a:gd name="connsiteX172" fmla="*/ 3611183 w 12193149"/>
              <a:gd name="connsiteY172" fmla="*/ 1986019 h 2344739"/>
              <a:gd name="connsiteX173" fmla="*/ 3605003 w 12193149"/>
              <a:gd name="connsiteY173" fmla="*/ 1987381 h 2344739"/>
              <a:gd name="connsiteX174" fmla="*/ 3595884 w 12193149"/>
              <a:gd name="connsiteY174" fmla="*/ 1987545 h 2344739"/>
              <a:gd name="connsiteX175" fmla="*/ 3595649 w 12193149"/>
              <a:gd name="connsiteY175" fmla="*/ 1987276 h 2344739"/>
              <a:gd name="connsiteX176" fmla="*/ 3587126 w 12193149"/>
              <a:gd name="connsiteY176" fmla="*/ 1987966 h 2344739"/>
              <a:gd name="connsiteX177" fmla="*/ 3537283 w 12193149"/>
              <a:gd name="connsiteY177" fmla="*/ 1978267 h 2344739"/>
              <a:gd name="connsiteX178" fmla="*/ 3474371 w 12193149"/>
              <a:gd name="connsiteY178" fmla="*/ 1974606 h 2344739"/>
              <a:gd name="connsiteX179" fmla="*/ 3401876 w 12193149"/>
              <a:gd name="connsiteY179" fmla="*/ 1962558 h 2344739"/>
              <a:gd name="connsiteX180" fmla="*/ 3365036 w 12193149"/>
              <a:gd name="connsiteY180" fmla="*/ 1979510 h 2344739"/>
              <a:gd name="connsiteX181" fmla="*/ 3345174 w 12193149"/>
              <a:gd name="connsiteY181" fmla="*/ 1981192 h 2344739"/>
              <a:gd name="connsiteX182" fmla="*/ 3342846 w 12193149"/>
              <a:gd name="connsiteY182" fmla="*/ 1980217 h 2344739"/>
              <a:gd name="connsiteX183" fmla="*/ 3263504 w 12193149"/>
              <a:gd name="connsiteY183" fmla="*/ 1986094 h 2344739"/>
              <a:gd name="connsiteX184" fmla="*/ 3143704 w 12193149"/>
              <a:gd name="connsiteY184" fmla="*/ 1993869 h 2344739"/>
              <a:gd name="connsiteX185" fmla="*/ 3031439 w 12193149"/>
              <a:gd name="connsiteY185" fmla="*/ 1996512 h 2344739"/>
              <a:gd name="connsiteX186" fmla="*/ 2782717 w 12193149"/>
              <a:gd name="connsiteY186" fmla="*/ 2018333 h 2344739"/>
              <a:gd name="connsiteX187" fmla="*/ 2647675 w 12193149"/>
              <a:gd name="connsiteY187" fmla="*/ 2028869 h 2344739"/>
              <a:gd name="connsiteX188" fmla="*/ 2569176 w 12193149"/>
              <a:gd name="connsiteY188" fmla="*/ 2002628 h 2344739"/>
              <a:gd name="connsiteX189" fmla="*/ 2444403 w 12193149"/>
              <a:gd name="connsiteY189" fmla="*/ 2016529 h 2344739"/>
              <a:gd name="connsiteX190" fmla="*/ 2316260 w 12193149"/>
              <a:gd name="connsiteY190" fmla="*/ 2024996 h 2344739"/>
              <a:gd name="connsiteX191" fmla="*/ 2209726 w 12193149"/>
              <a:gd name="connsiteY191" fmla="*/ 2019763 h 2344739"/>
              <a:gd name="connsiteX192" fmla="*/ 2095813 w 12193149"/>
              <a:gd name="connsiteY192" fmla="*/ 2003052 h 2344739"/>
              <a:gd name="connsiteX193" fmla="*/ 1998504 w 12193149"/>
              <a:gd name="connsiteY193" fmla="*/ 1995032 h 2344739"/>
              <a:gd name="connsiteX194" fmla="*/ 1929320 w 12193149"/>
              <a:gd name="connsiteY194" fmla="*/ 2016977 h 2344739"/>
              <a:gd name="connsiteX195" fmla="*/ 1922798 w 12193149"/>
              <a:gd name="connsiteY195" fmla="*/ 2012146 h 2344739"/>
              <a:gd name="connsiteX196" fmla="*/ 1874228 w 12193149"/>
              <a:gd name="connsiteY196" fmla="*/ 2013741 h 2344739"/>
              <a:gd name="connsiteX197" fmla="*/ 1787803 w 12193149"/>
              <a:gd name="connsiteY197" fmla="*/ 2041363 h 2344739"/>
              <a:gd name="connsiteX198" fmla="*/ 1739352 w 12193149"/>
              <a:gd name="connsiteY198" fmla="*/ 2036312 h 2344739"/>
              <a:gd name="connsiteX199" fmla="*/ 1676219 w 12193149"/>
              <a:gd name="connsiteY199" fmla="*/ 2019963 h 2344739"/>
              <a:gd name="connsiteX200" fmla="*/ 1609817 w 12193149"/>
              <a:gd name="connsiteY200" fmla="*/ 2013066 h 2344739"/>
              <a:gd name="connsiteX201" fmla="*/ 1497258 w 12193149"/>
              <a:gd name="connsiteY201" fmla="*/ 1987476 h 2344739"/>
              <a:gd name="connsiteX202" fmla="*/ 1151127 w 12193149"/>
              <a:gd name="connsiteY202" fmla="*/ 1938041 h 2344739"/>
              <a:gd name="connsiteX203" fmla="*/ 859417 w 12193149"/>
              <a:gd name="connsiteY203" fmla="*/ 1928608 h 2344739"/>
              <a:gd name="connsiteX204" fmla="*/ 838688 w 12193149"/>
              <a:gd name="connsiteY204" fmla="*/ 1929821 h 2344739"/>
              <a:gd name="connsiteX205" fmla="*/ 817957 w 12193149"/>
              <a:gd name="connsiteY205" fmla="*/ 1927857 h 2344739"/>
              <a:gd name="connsiteX206" fmla="*/ 812654 w 12193149"/>
              <a:gd name="connsiteY206" fmla="*/ 1930751 h 2344739"/>
              <a:gd name="connsiteX207" fmla="*/ 721195 w 12193149"/>
              <a:gd name="connsiteY207" fmla="*/ 1929661 h 2344739"/>
              <a:gd name="connsiteX208" fmla="*/ 720890 w 12193149"/>
              <a:gd name="connsiteY208" fmla="*/ 1928399 h 2344739"/>
              <a:gd name="connsiteX209" fmla="*/ 710023 w 12193149"/>
              <a:gd name="connsiteY209" fmla="*/ 1922722 h 2344739"/>
              <a:gd name="connsiteX210" fmla="*/ 597940 w 12193149"/>
              <a:gd name="connsiteY210" fmla="*/ 1879864 h 2344739"/>
              <a:gd name="connsiteX211" fmla="*/ 579683 w 12193149"/>
              <a:gd name="connsiteY211" fmla="*/ 1877212 h 2344739"/>
              <a:gd name="connsiteX212" fmla="*/ 572865 w 12193149"/>
              <a:gd name="connsiteY212" fmla="*/ 1877401 h 2344739"/>
              <a:gd name="connsiteX213" fmla="*/ 446247 w 12193149"/>
              <a:gd name="connsiteY213" fmla="*/ 1839371 h 2344739"/>
              <a:gd name="connsiteX214" fmla="*/ 405163 w 12193149"/>
              <a:gd name="connsiteY214" fmla="*/ 1833548 h 2344739"/>
              <a:gd name="connsiteX215" fmla="*/ 293583 w 12193149"/>
              <a:gd name="connsiteY215" fmla="*/ 1812852 h 2344739"/>
              <a:gd name="connsiteX216" fmla="*/ 119529 w 12193149"/>
              <a:gd name="connsiteY216" fmla="*/ 1761047 h 2344739"/>
              <a:gd name="connsiteX217" fmla="*/ 16674 w 12193149"/>
              <a:gd name="connsiteY217" fmla="*/ 1758191 h 2344739"/>
              <a:gd name="connsiteX218" fmla="*/ 1150 w 12193149"/>
              <a:gd name="connsiteY218" fmla="*/ 1752722 h 2344739"/>
              <a:gd name="connsiteX219" fmla="*/ 1148 w 12193149"/>
              <a:gd name="connsiteY219" fmla="*/ 222213 h 2344739"/>
              <a:gd name="connsiteX220" fmla="*/ 1148 w 12193149"/>
              <a:gd name="connsiteY220" fmla="*/ 0 h 2344739"/>
              <a:gd name="connsiteX0" fmla="*/ 1148 w 12193149"/>
              <a:gd name="connsiteY0" fmla="*/ 0 h 2344739"/>
              <a:gd name="connsiteX1" fmla="*/ 12193148 w 12193149"/>
              <a:gd name="connsiteY1" fmla="*/ 0 h 2344739"/>
              <a:gd name="connsiteX2" fmla="*/ 12193148 w 12193149"/>
              <a:gd name="connsiteY2" fmla="*/ 222213 h 2344739"/>
              <a:gd name="connsiteX3" fmla="*/ 12193148 w 12193149"/>
              <a:gd name="connsiteY3" fmla="*/ 389190 h 2344739"/>
              <a:gd name="connsiteX4" fmla="*/ 12193149 w 12193149"/>
              <a:gd name="connsiteY4" fmla="*/ 579739 h 2344739"/>
              <a:gd name="connsiteX5" fmla="*/ 12185986 w 12193149"/>
              <a:gd name="connsiteY5" fmla="*/ 584189 h 2344739"/>
              <a:gd name="connsiteX6" fmla="*/ 12156363 w 12193149"/>
              <a:gd name="connsiteY6" fmla="*/ 597366 h 2344739"/>
              <a:gd name="connsiteX7" fmla="*/ 12139215 w 12193149"/>
              <a:gd name="connsiteY7" fmla="*/ 623179 h 2344739"/>
              <a:gd name="connsiteX8" fmla="*/ 12126327 w 12193149"/>
              <a:gd name="connsiteY8" fmla="*/ 624690 h 2344739"/>
              <a:gd name="connsiteX9" fmla="*/ 12124007 w 12193149"/>
              <a:gd name="connsiteY9" fmla="*/ 624794 h 2344739"/>
              <a:gd name="connsiteX10" fmla="*/ 12116854 w 12193149"/>
              <a:gd name="connsiteY10" fmla="*/ 628608 h 2344739"/>
              <a:gd name="connsiteX11" fmla="*/ 12099497 w 12193149"/>
              <a:gd name="connsiteY11" fmla="*/ 628139 h 2344739"/>
              <a:gd name="connsiteX12" fmla="*/ 12087073 w 12193149"/>
              <a:gd name="connsiteY12" fmla="*/ 636341 h 2344739"/>
              <a:gd name="connsiteX13" fmla="*/ 12031073 w 12193149"/>
              <a:gd name="connsiteY13" fmla="*/ 680009 h 2344739"/>
              <a:gd name="connsiteX14" fmla="*/ 11995833 w 12193149"/>
              <a:gd name="connsiteY14" fmla="*/ 703458 h 2344739"/>
              <a:gd name="connsiteX15" fmla="*/ 11979717 w 12193149"/>
              <a:gd name="connsiteY15" fmla="*/ 708161 h 2344739"/>
              <a:gd name="connsiteX16" fmla="*/ 11959046 w 12193149"/>
              <a:gd name="connsiteY16" fmla="*/ 717558 h 2344739"/>
              <a:gd name="connsiteX17" fmla="*/ 11920454 w 12193149"/>
              <a:gd name="connsiteY17" fmla="*/ 730883 h 2344739"/>
              <a:gd name="connsiteX18" fmla="*/ 11903656 w 12193149"/>
              <a:gd name="connsiteY18" fmla="*/ 742426 h 2344739"/>
              <a:gd name="connsiteX19" fmla="*/ 11895048 w 12193149"/>
              <a:gd name="connsiteY19" fmla="*/ 744791 h 2344739"/>
              <a:gd name="connsiteX20" fmla="*/ 11891968 w 12193149"/>
              <a:gd name="connsiteY20" fmla="*/ 755729 h 2344739"/>
              <a:gd name="connsiteX21" fmla="*/ 11870776 w 12193149"/>
              <a:gd name="connsiteY21" fmla="*/ 777816 h 2344739"/>
              <a:gd name="connsiteX22" fmla="*/ 11813376 w 12193149"/>
              <a:gd name="connsiteY22" fmla="*/ 797659 h 2344739"/>
              <a:gd name="connsiteX23" fmla="*/ 11749767 w 12193149"/>
              <a:gd name="connsiteY23" fmla="*/ 872002 h 2344739"/>
              <a:gd name="connsiteX24" fmla="*/ 11590693 w 12193149"/>
              <a:gd name="connsiteY24" fmla="*/ 963777 h 2344739"/>
              <a:gd name="connsiteX25" fmla="*/ 11506817 w 12193149"/>
              <a:gd name="connsiteY25" fmla="*/ 1033623 h 2344739"/>
              <a:gd name="connsiteX26" fmla="*/ 11280332 w 12193149"/>
              <a:gd name="connsiteY26" fmla="*/ 1223571 h 2344739"/>
              <a:gd name="connsiteX27" fmla="*/ 11228309 w 12193149"/>
              <a:gd name="connsiteY27" fmla="*/ 1276236 h 2344739"/>
              <a:gd name="connsiteX28" fmla="*/ 11218087 w 12193149"/>
              <a:gd name="connsiteY28" fmla="*/ 1275961 h 2344739"/>
              <a:gd name="connsiteX29" fmla="*/ 11217184 w 12193149"/>
              <a:gd name="connsiteY29" fmla="*/ 1275018 h 2344739"/>
              <a:gd name="connsiteX30" fmla="*/ 11188885 w 12193149"/>
              <a:gd name="connsiteY30" fmla="*/ 1292383 h 2344739"/>
              <a:gd name="connsiteX31" fmla="*/ 11184501 w 12193149"/>
              <a:gd name="connsiteY31" fmla="*/ 1292525 h 2344739"/>
              <a:gd name="connsiteX32" fmla="*/ 11166854 w 12193149"/>
              <a:gd name="connsiteY32" fmla="*/ 1306612 h 2344739"/>
              <a:gd name="connsiteX33" fmla="*/ 11157311 w 12193149"/>
              <a:gd name="connsiteY33" fmla="*/ 1312414 h 2344739"/>
              <a:gd name="connsiteX34" fmla="*/ 11155496 w 12193149"/>
              <a:gd name="connsiteY34" fmla="*/ 1317097 h 2344739"/>
              <a:gd name="connsiteX35" fmla="*/ 11140961 w 12193149"/>
              <a:gd name="connsiteY35" fmla="*/ 1324115 h 2344739"/>
              <a:gd name="connsiteX36" fmla="*/ 11138961 w 12193149"/>
              <a:gd name="connsiteY36" fmla="*/ 1323772 h 2344739"/>
              <a:gd name="connsiteX37" fmla="*/ 11128208 w 12193149"/>
              <a:gd name="connsiteY37" fmla="*/ 1333832 h 2344739"/>
              <a:gd name="connsiteX38" fmla="*/ 11120691 w 12193149"/>
              <a:gd name="connsiteY38" fmla="*/ 1347424 h 2344739"/>
              <a:gd name="connsiteX39" fmla="*/ 10894683 w 12193149"/>
              <a:gd name="connsiteY39" fmla="*/ 1473399 h 2344739"/>
              <a:gd name="connsiteX40" fmla="*/ 10773300 w 12193149"/>
              <a:gd name="connsiteY40" fmla="*/ 1523191 h 2344739"/>
              <a:gd name="connsiteX41" fmla="*/ 10627668 w 12193149"/>
              <a:gd name="connsiteY41" fmla="*/ 1559229 h 2344739"/>
              <a:gd name="connsiteX42" fmla="*/ 10581895 w 12193149"/>
              <a:gd name="connsiteY42" fmla="*/ 1568689 h 2344739"/>
              <a:gd name="connsiteX43" fmla="*/ 10547790 w 12193149"/>
              <a:gd name="connsiteY43" fmla="*/ 1598423 h 2344739"/>
              <a:gd name="connsiteX44" fmla="*/ 10529643 w 12193149"/>
              <a:gd name="connsiteY44" fmla="*/ 1596907 h 2344739"/>
              <a:gd name="connsiteX45" fmla="*/ 10526446 w 12193149"/>
              <a:gd name="connsiteY45" fmla="*/ 1596411 h 2344739"/>
              <a:gd name="connsiteX46" fmla="*/ 10515129 w 12193149"/>
              <a:gd name="connsiteY46" fmla="*/ 1599537 h 2344739"/>
              <a:gd name="connsiteX47" fmla="*/ 10491735 w 12193149"/>
              <a:gd name="connsiteY47" fmla="*/ 1594156 h 2344739"/>
              <a:gd name="connsiteX48" fmla="*/ 10471418 w 12193149"/>
              <a:gd name="connsiteY48" fmla="*/ 1601693 h 2344739"/>
              <a:gd name="connsiteX49" fmla="*/ 10377042 w 12193149"/>
              <a:gd name="connsiteY49" fmla="*/ 1644598 h 2344739"/>
              <a:gd name="connsiteX50" fmla="*/ 10319338 w 12193149"/>
              <a:gd name="connsiteY50" fmla="*/ 1666221 h 2344739"/>
              <a:gd name="connsiteX51" fmla="*/ 10295467 w 12193149"/>
              <a:gd name="connsiteY51" fmla="*/ 1668079 h 2344739"/>
              <a:gd name="connsiteX52" fmla="*/ 10263443 w 12193149"/>
              <a:gd name="connsiteY52" fmla="*/ 1674948 h 2344739"/>
              <a:gd name="connsiteX53" fmla="*/ 10205418 w 12193149"/>
              <a:gd name="connsiteY53" fmla="*/ 1682149 h 2344739"/>
              <a:gd name="connsiteX54" fmla="*/ 10177759 w 12193149"/>
              <a:gd name="connsiteY54" fmla="*/ 1692943 h 2344739"/>
              <a:gd name="connsiteX55" fmla="*/ 10165070 w 12193149"/>
              <a:gd name="connsiteY55" fmla="*/ 1693739 h 2344739"/>
              <a:gd name="connsiteX56" fmla="*/ 10156308 w 12193149"/>
              <a:gd name="connsiteY56" fmla="*/ 1707487 h 2344739"/>
              <a:gd name="connsiteX57" fmla="*/ 10118267 w 12193149"/>
              <a:gd name="connsiteY57" fmla="*/ 1731142 h 2344739"/>
              <a:gd name="connsiteX58" fmla="*/ 10083317 w 12193149"/>
              <a:gd name="connsiteY58" fmla="*/ 1743296 h 2344739"/>
              <a:gd name="connsiteX59" fmla="*/ 10040388 w 12193149"/>
              <a:gd name="connsiteY59" fmla="*/ 1741632 h 2344739"/>
              <a:gd name="connsiteX60" fmla="*/ 9961167 w 12193149"/>
              <a:gd name="connsiteY60" fmla="*/ 1757147 h 2344739"/>
              <a:gd name="connsiteX61" fmla="*/ 9848940 w 12193149"/>
              <a:gd name="connsiteY61" fmla="*/ 1763915 h 2344739"/>
              <a:gd name="connsiteX62" fmla="*/ 9729457 w 12193149"/>
              <a:gd name="connsiteY62" fmla="*/ 1784122 h 2344739"/>
              <a:gd name="connsiteX63" fmla="*/ 9613704 w 12193149"/>
              <a:gd name="connsiteY63" fmla="*/ 1812371 h 2344739"/>
              <a:gd name="connsiteX64" fmla="*/ 9338590 w 12193149"/>
              <a:gd name="connsiteY64" fmla="*/ 1869293 h 2344739"/>
              <a:gd name="connsiteX65" fmla="*/ 9232518 w 12193149"/>
              <a:gd name="connsiteY65" fmla="*/ 1893149 h 2344739"/>
              <a:gd name="connsiteX66" fmla="*/ 9156690 w 12193149"/>
              <a:gd name="connsiteY66" fmla="*/ 1903228 h 2344739"/>
              <a:gd name="connsiteX67" fmla="*/ 9054601 w 12193149"/>
              <a:gd name="connsiteY67" fmla="*/ 1910755 h 2344739"/>
              <a:gd name="connsiteX68" fmla="*/ 9006634 w 12193149"/>
              <a:gd name="connsiteY68" fmla="*/ 1914040 h 2344739"/>
              <a:gd name="connsiteX69" fmla="*/ 9006349 w 12193149"/>
              <a:gd name="connsiteY69" fmla="*/ 1913800 h 2344739"/>
              <a:gd name="connsiteX70" fmla="*/ 8997380 w 12193149"/>
              <a:gd name="connsiteY70" fmla="*/ 1915011 h 2344739"/>
              <a:gd name="connsiteX71" fmla="*/ 8991542 w 12193149"/>
              <a:gd name="connsiteY71" fmla="*/ 1917072 h 2344739"/>
              <a:gd name="connsiteX72" fmla="*/ 8975485 w 12193149"/>
              <a:gd name="connsiteY72" fmla="*/ 1920298 h 2344739"/>
              <a:gd name="connsiteX73" fmla="*/ 8969159 w 12193149"/>
              <a:gd name="connsiteY73" fmla="*/ 1919598 h 2344739"/>
              <a:gd name="connsiteX74" fmla="*/ 8964196 w 12193149"/>
              <a:gd name="connsiteY74" fmla="*/ 1917373 h 2344739"/>
              <a:gd name="connsiteX75" fmla="*/ 8930136 w 12193149"/>
              <a:gd name="connsiteY75" fmla="*/ 1914185 h 2344739"/>
              <a:gd name="connsiteX76" fmla="*/ 8753592 w 12193149"/>
              <a:gd name="connsiteY76" fmla="*/ 1933417 h 2344739"/>
              <a:gd name="connsiteX77" fmla="*/ 8708995 w 12193149"/>
              <a:gd name="connsiteY77" fmla="*/ 1935518 h 2344739"/>
              <a:gd name="connsiteX78" fmla="*/ 8597219 w 12193149"/>
              <a:gd name="connsiteY78" fmla="*/ 1944090 h 2344739"/>
              <a:gd name="connsiteX79" fmla="*/ 8526378 w 12193149"/>
              <a:gd name="connsiteY79" fmla="*/ 1929248 h 2344739"/>
              <a:gd name="connsiteX80" fmla="*/ 8512131 w 12193149"/>
              <a:gd name="connsiteY80" fmla="*/ 1935163 h 2344739"/>
              <a:gd name="connsiteX81" fmla="*/ 8507315 w 12193149"/>
              <a:gd name="connsiteY81" fmla="*/ 1938164 h 2344739"/>
              <a:gd name="connsiteX82" fmla="*/ 8499116 w 12193149"/>
              <a:gd name="connsiteY82" fmla="*/ 1940902 h 2344739"/>
              <a:gd name="connsiteX83" fmla="*/ 8498742 w 12193149"/>
              <a:gd name="connsiteY83" fmla="*/ 1940723 h 2344739"/>
              <a:gd name="connsiteX84" fmla="*/ 8491397 w 12193149"/>
              <a:gd name="connsiteY84" fmla="*/ 1943773 h 2344739"/>
              <a:gd name="connsiteX85" fmla="*/ 8368330 w 12193149"/>
              <a:gd name="connsiteY85" fmla="*/ 1957815 h 2344739"/>
              <a:gd name="connsiteX86" fmla="*/ 8354947 w 12193149"/>
              <a:gd name="connsiteY86" fmla="*/ 1958009 h 2344739"/>
              <a:gd name="connsiteX87" fmla="*/ 8321252 w 12193149"/>
              <a:gd name="connsiteY87" fmla="*/ 1974587 h 2344739"/>
              <a:gd name="connsiteX88" fmla="*/ 8315581 w 12193149"/>
              <a:gd name="connsiteY88" fmla="*/ 1974913 h 2344739"/>
              <a:gd name="connsiteX89" fmla="*/ 8296322 w 12193149"/>
              <a:gd name="connsiteY89" fmla="*/ 1988808 h 2344739"/>
              <a:gd name="connsiteX90" fmla="*/ 8285424 w 12193149"/>
              <a:gd name="connsiteY90" fmla="*/ 1994631 h 2344739"/>
              <a:gd name="connsiteX91" fmla="*/ 8284298 w 12193149"/>
              <a:gd name="connsiteY91" fmla="*/ 1999074 h 2344739"/>
              <a:gd name="connsiteX92" fmla="*/ 8267224 w 12193149"/>
              <a:gd name="connsiteY92" fmla="*/ 2006249 h 2344739"/>
              <a:gd name="connsiteX93" fmla="*/ 8264525 w 12193149"/>
              <a:gd name="connsiteY93" fmla="*/ 2006019 h 2344739"/>
              <a:gd name="connsiteX94" fmla="*/ 8253181 w 12193149"/>
              <a:gd name="connsiteY94" fmla="*/ 2015862 h 2344739"/>
              <a:gd name="connsiteX95" fmla="*/ 8246982 w 12193149"/>
              <a:gd name="connsiteY95" fmla="*/ 2028854 h 2344739"/>
              <a:gd name="connsiteX96" fmla="*/ 8091420 w 12193149"/>
              <a:gd name="connsiteY96" fmla="*/ 2075015 h 2344739"/>
              <a:gd name="connsiteX97" fmla="*/ 7906555 w 12193149"/>
              <a:gd name="connsiteY97" fmla="*/ 2116988 h 2344739"/>
              <a:gd name="connsiteX98" fmla="*/ 7719893 w 12193149"/>
              <a:gd name="connsiteY98" fmla="*/ 2142703 h 2344739"/>
              <a:gd name="connsiteX99" fmla="*/ 7615495 w 12193149"/>
              <a:gd name="connsiteY99" fmla="*/ 2139232 h 2344739"/>
              <a:gd name="connsiteX100" fmla="*/ 7528691 w 12193149"/>
              <a:gd name="connsiteY100" fmla="*/ 2145060 h 2344739"/>
              <a:gd name="connsiteX101" fmla="*/ 7520719 w 12193149"/>
              <a:gd name="connsiteY101" fmla="*/ 2147613 h 2344739"/>
              <a:gd name="connsiteX102" fmla="*/ 7508559 w 12193149"/>
              <a:gd name="connsiteY102" fmla="*/ 2148948 h 2344739"/>
              <a:gd name="connsiteX103" fmla="*/ 7508188 w 12193149"/>
              <a:gd name="connsiteY103" fmla="*/ 2148621 h 2344739"/>
              <a:gd name="connsiteX104" fmla="*/ 7496943 w 12193149"/>
              <a:gd name="connsiteY104" fmla="*/ 2150573 h 2344739"/>
              <a:gd name="connsiteX105" fmla="*/ 7219707 w 12193149"/>
              <a:gd name="connsiteY105" fmla="*/ 2156680 h 2344739"/>
              <a:gd name="connsiteX106" fmla="*/ 7202249 w 12193149"/>
              <a:gd name="connsiteY106" fmla="*/ 2161230 h 2344739"/>
              <a:gd name="connsiteX107" fmla="*/ 7198152 w 12193149"/>
              <a:gd name="connsiteY107" fmla="*/ 2166588 h 2344739"/>
              <a:gd name="connsiteX108" fmla="*/ 7171956 w 12193149"/>
              <a:gd name="connsiteY108" fmla="*/ 2171236 h 2344739"/>
              <a:gd name="connsiteX109" fmla="*/ 7098136 w 12193149"/>
              <a:gd name="connsiteY109" fmla="*/ 2183464 h 2344739"/>
              <a:gd name="connsiteX110" fmla="*/ 7019644 w 12193149"/>
              <a:gd name="connsiteY110" fmla="*/ 2183090 h 2344739"/>
              <a:gd name="connsiteX111" fmla="*/ 6905294 w 12193149"/>
              <a:gd name="connsiteY111" fmla="*/ 2212596 h 2344739"/>
              <a:gd name="connsiteX112" fmla="*/ 6709370 w 12193149"/>
              <a:gd name="connsiteY112" fmla="*/ 2240551 h 2344739"/>
              <a:gd name="connsiteX113" fmla="*/ 6550602 w 12193149"/>
              <a:gd name="connsiteY113" fmla="*/ 2269327 h 2344739"/>
              <a:gd name="connsiteX114" fmla="*/ 6318708 w 12193149"/>
              <a:gd name="connsiteY114" fmla="*/ 2316127 h 2344739"/>
              <a:gd name="connsiteX115" fmla="*/ 6169822 w 12193149"/>
              <a:gd name="connsiteY115" fmla="*/ 2318214 h 2344739"/>
              <a:gd name="connsiteX116" fmla="*/ 6074996 w 12193149"/>
              <a:gd name="connsiteY116" fmla="*/ 2338676 h 2344739"/>
              <a:gd name="connsiteX117" fmla="*/ 6069677 w 12193149"/>
              <a:gd name="connsiteY117" fmla="*/ 2337139 h 2344739"/>
              <a:gd name="connsiteX118" fmla="*/ 6049786 w 12193149"/>
              <a:gd name="connsiteY118" fmla="*/ 2337822 h 2344739"/>
              <a:gd name="connsiteX119" fmla="*/ 6042433 w 12193149"/>
              <a:gd name="connsiteY119" fmla="*/ 2329473 h 2344739"/>
              <a:gd name="connsiteX120" fmla="*/ 6011238 w 12193149"/>
              <a:gd name="connsiteY120" fmla="*/ 2324380 h 2344739"/>
              <a:gd name="connsiteX121" fmla="*/ 5958523 w 12193149"/>
              <a:gd name="connsiteY121" fmla="*/ 2328024 h 2344739"/>
              <a:gd name="connsiteX122" fmla="*/ 5760067 w 12193149"/>
              <a:gd name="connsiteY122" fmla="*/ 2343716 h 2344739"/>
              <a:gd name="connsiteX123" fmla="*/ 5628108 w 12193149"/>
              <a:gd name="connsiteY123" fmla="*/ 2344739 h 2344739"/>
              <a:gd name="connsiteX124" fmla="*/ 5472054 w 12193149"/>
              <a:gd name="connsiteY124" fmla="*/ 2330719 h 2344739"/>
              <a:gd name="connsiteX125" fmla="*/ 5433909 w 12193149"/>
              <a:gd name="connsiteY125" fmla="*/ 2319466 h 2344739"/>
              <a:gd name="connsiteX126" fmla="*/ 5382817 w 12193149"/>
              <a:gd name="connsiteY126" fmla="*/ 2301764 h 2344739"/>
              <a:gd name="connsiteX127" fmla="*/ 5262912 w 12193149"/>
              <a:gd name="connsiteY127" fmla="*/ 2281347 h 2344739"/>
              <a:gd name="connsiteX128" fmla="*/ 5224109 w 12193149"/>
              <a:gd name="connsiteY128" fmla="*/ 2270223 h 2344739"/>
              <a:gd name="connsiteX129" fmla="*/ 5175808 w 12193149"/>
              <a:gd name="connsiteY129" fmla="*/ 2267233 h 2344739"/>
              <a:gd name="connsiteX130" fmla="*/ 5157702 w 12193149"/>
              <a:gd name="connsiteY130" fmla="*/ 2260010 h 2344739"/>
              <a:gd name="connsiteX131" fmla="*/ 5143747 w 12193149"/>
              <a:gd name="connsiteY131" fmla="*/ 2256610 h 2344739"/>
              <a:gd name="connsiteX132" fmla="*/ 5140744 w 12193149"/>
              <a:gd name="connsiteY132" fmla="*/ 2254509 h 2344739"/>
              <a:gd name="connsiteX133" fmla="*/ 5122807 w 12193149"/>
              <a:gd name="connsiteY133" fmla="*/ 2243656 h 2344739"/>
              <a:gd name="connsiteX134" fmla="*/ 5066938 w 12193149"/>
              <a:gd name="connsiteY134" fmla="*/ 2250227 h 2344739"/>
              <a:gd name="connsiteX135" fmla="*/ 5012662 w 12193149"/>
              <a:gd name="connsiteY135" fmla="*/ 2233846 h 2344739"/>
              <a:gd name="connsiteX136" fmla="*/ 4841589 w 12193149"/>
              <a:gd name="connsiteY136" fmla="*/ 2209829 h 2344739"/>
              <a:gd name="connsiteX137" fmla="*/ 4763595 w 12193149"/>
              <a:gd name="connsiteY137" fmla="*/ 2182061 h 2344739"/>
              <a:gd name="connsiteX138" fmla="*/ 4724334 w 12193149"/>
              <a:gd name="connsiteY138" fmla="*/ 2173047 h 2344739"/>
              <a:gd name="connsiteX139" fmla="*/ 4722324 w 12193149"/>
              <a:gd name="connsiteY139" fmla="*/ 2172298 h 2344739"/>
              <a:gd name="connsiteX140" fmla="*/ 4723259 w 12193149"/>
              <a:gd name="connsiteY140" fmla="*/ 2172087 h 2344739"/>
              <a:gd name="connsiteX141" fmla="*/ 4718350 w 12193149"/>
              <a:gd name="connsiteY141" fmla="*/ 2170817 h 2344739"/>
              <a:gd name="connsiteX142" fmla="*/ 4722324 w 12193149"/>
              <a:gd name="connsiteY142" fmla="*/ 2172298 h 2344739"/>
              <a:gd name="connsiteX143" fmla="*/ 4716674 w 12193149"/>
              <a:gd name="connsiteY143" fmla="*/ 2173573 h 2344739"/>
              <a:gd name="connsiteX144" fmla="*/ 4516962 w 12193149"/>
              <a:gd name="connsiteY144" fmla="*/ 2163671 h 2344739"/>
              <a:gd name="connsiteX145" fmla="*/ 4429691 w 12193149"/>
              <a:gd name="connsiteY145" fmla="*/ 2153020 h 2344739"/>
              <a:gd name="connsiteX146" fmla="*/ 4364023 w 12193149"/>
              <a:gd name="connsiteY146" fmla="*/ 2151674 h 2344739"/>
              <a:gd name="connsiteX147" fmla="*/ 4318114 w 12193149"/>
              <a:gd name="connsiteY147" fmla="*/ 2158289 h 2344739"/>
              <a:gd name="connsiteX148" fmla="*/ 4316258 w 12193149"/>
              <a:gd name="connsiteY148" fmla="*/ 2156948 h 2344739"/>
              <a:gd name="connsiteX149" fmla="*/ 4296292 w 12193149"/>
              <a:gd name="connsiteY149" fmla="*/ 2155069 h 2344739"/>
              <a:gd name="connsiteX150" fmla="*/ 4291212 w 12193149"/>
              <a:gd name="connsiteY150" fmla="*/ 2157986 h 2344739"/>
              <a:gd name="connsiteX151" fmla="*/ 4277290 w 12193149"/>
              <a:gd name="connsiteY151" fmla="*/ 2157740 h 2344739"/>
              <a:gd name="connsiteX152" fmla="*/ 4249265 w 12193149"/>
              <a:gd name="connsiteY152" fmla="*/ 2160064 h 2344739"/>
              <a:gd name="connsiteX153" fmla="*/ 4203199 w 12193149"/>
              <a:gd name="connsiteY153" fmla="*/ 2157269 h 2344739"/>
              <a:gd name="connsiteX154" fmla="*/ 4202893 w 12193149"/>
              <a:gd name="connsiteY154" fmla="*/ 2156010 h 2344739"/>
              <a:gd name="connsiteX155" fmla="*/ 4192396 w 12193149"/>
              <a:gd name="connsiteY155" fmla="*/ 2150376 h 2344739"/>
              <a:gd name="connsiteX156" fmla="*/ 4143893 w 12193149"/>
              <a:gd name="connsiteY156" fmla="*/ 2134511 h 2344739"/>
              <a:gd name="connsiteX157" fmla="*/ 4084245 w 12193149"/>
              <a:gd name="connsiteY157" fmla="*/ 2107978 h 2344739"/>
              <a:gd name="connsiteX158" fmla="*/ 4075694 w 12193149"/>
              <a:gd name="connsiteY158" fmla="*/ 2107143 h 2344739"/>
              <a:gd name="connsiteX159" fmla="*/ 4075575 w 12193149"/>
              <a:gd name="connsiteY159" fmla="*/ 2106844 h 2344739"/>
              <a:gd name="connsiteX160" fmla="*/ 4066658 w 12193149"/>
              <a:gd name="connsiteY160" fmla="*/ 2105400 h 2344739"/>
              <a:gd name="connsiteX161" fmla="*/ 4060102 w 12193149"/>
              <a:gd name="connsiteY161" fmla="*/ 2105618 h 2344739"/>
              <a:gd name="connsiteX162" fmla="*/ 4043512 w 12193149"/>
              <a:gd name="connsiteY162" fmla="*/ 2103997 h 2344739"/>
              <a:gd name="connsiteX163" fmla="*/ 4038145 w 12193149"/>
              <a:gd name="connsiteY163" fmla="*/ 2101563 h 2344739"/>
              <a:gd name="connsiteX164" fmla="*/ 4036511 w 12193149"/>
              <a:gd name="connsiteY164" fmla="*/ 2097896 h 2344739"/>
              <a:gd name="connsiteX165" fmla="*/ 4034926 w 12193149"/>
              <a:gd name="connsiteY165" fmla="*/ 2098131 h 2344739"/>
              <a:gd name="connsiteX166" fmla="*/ 4005686 w 12193149"/>
              <a:gd name="connsiteY166" fmla="*/ 2085563 h 2344739"/>
              <a:gd name="connsiteX167" fmla="*/ 3937994 w 12193149"/>
              <a:gd name="connsiteY167" fmla="*/ 2068106 h 2344739"/>
              <a:gd name="connsiteX168" fmla="*/ 3898423 w 12193149"/>
              <a:gd name="connsiteY168" fmla="*/ 2062451 h 2344739"/>
              <a:gd name="connsiteX169" fmla="*/ 3790908 w 12193149"/>
              <a:gd name="connsiteY169" fmla="*/ 2042213 h 2344739"/>
              <a:gd name="connsiteX170" fmla="*/ 3683661 w 12193149"/>
              <a:gd name="connsiteY170" fmla="*/ 2018290 h 2344739"/>
              <a:gd name="connsiteX171" fmla="*/ 3611183 w 12193149"/>
              <a:gd name="connsiteY171" fmla="*/ 1986019 h 2344739"/>
              <a:gd name="connsiteX172" fmla="*/ 3605003 w 12193149"/>
              <a:gd name="connsiteY172" fmla="*/ 1987381 h 2344739"/>
              <a:gd name="connsiteX173" fmla="*/ 3595884 w 12193149"/>
              <a:gd name="connsiteY173" fmla="*/ 1987545 h 2344739"/>
              <a:gd name="connsiteX174" fmla="*/ 3595649 w 12193149"/>
              <a:gd name="connsiteY174" fmla="*/ 1987276 h 2344739"/>
              <a:gd name="connsiteX175" fmla="*/ 3587126 w 12193149"/>
              <a:gd name="connsiteY175" fmla="*/ 1987966 h 2344739"/>
              <a:gd name="connsiteX176" fmla="*/ 3537283 w 12193149"/>
              <a:gd name="connsiteY176" fmla="*/ 1978267 h 2344739"/>
              <a:gd name="connsiteX177" fmla="*/ 3474371 w 12193149"/>
              <a:gd name="connsiteY177" fmla="*/ 1974606 h 2344739"/>
              <a:gd name="connsiteX178" fmla="*/ 3401876 w 12193149"/>
              <a:gd name="connsiteY178" fmla="*/ 1962558 h 2344739"/>
              <a:gd name="connsiteX179" fmla="*/ 3365036 w 12193149"/>
              <a:gd name="connsiteY179" fmla="*/ 1979510 h 2344739"/>
              <a:gd name="connsiteX180" fmla="*/ 3345174 w 12193149"/>
              <a:gd name="connsiteY180" fmla="*/ 1981192 h 2344739"/>
              <a:gd name="connsiteX181" fmla="*/ 3342846 w 12193149"/>
              <a:gd name="connsiteY181" fmla="*/ 1980217 h 2344739"/>
              <a:gd name="connsiteX182" fmla="*/ 3263504 w 12193149"/>
              <a:gd name="connsiteY182" fmla="*/ 1986094 h 2344739"/>
              <a:gd name="connsiteX183" fmla="*/ 3143704 w 12193149"/>
              <a:gd name="connsiteY183" fmla="*/ 1993869 h 2344739"/>
              <a:gd name="connsiteX184" fmla="*/ 3031439 w 12193149"/>
              <a:gd name="connsiteY184" fmla="*/ 1996512 h 2344739"/>
              <a:gd name="connsiteX185" fmla="*/ 2782717 w 12193149"/>
              <a:gd name="connsiteY185" fmla="*/ 2018333 h 2344739"/>
              <a:gd name="connsiteX186" fmla="*/ 2647675 w 12193149"/>
              <a:gd name="connsiteY186" fmla="*/ 2028869 h 2344739"/>
              <a:gd name="connsiteX187" fmla="*/ 2569176 w 12193149"/>
              <a:gd name="connsiteY187" fmla="*/ 2002628 h 2344739"/>
              <a:gd name="connsiteX188" fmla="*/ 2444403 w 12193149"/>
              <a:gd name="connsiteY188" fmla="*/ 2016529 h 2344739"/>
              <a:gd name="connsiteX189" fmla="*/ 2316260 w 12193149"/>
              <a:gd name="connsiteY189" fmla="*/ 2024996 h 2344739"/>
              <a:gd name="connsiteX190" fmla="*/ 2209726 w 12193149"/>
              <a:gd name="connsiteY190" fmla="*/ 2019763 h 2344739"/>
              <a:gd name="connsiteX191" fmla="*/ 2095813 w 12193149"/>
              <a:gd name="connsiteY191" fmla="*/ 2003052 h 2344739"/>
              <a:gd name="connsiteX192" fmla="*/ 1998504 w 12193149"/>
              <a:gd name="connsiteY192" fmla="*/ 1995032 h 2344739"/>
              <a:gd name="connsiteX193" fmla="*/ 1929320 w 12193149"/>
              <a:gd name="connsiteY193" fmla="*/ 2016977 h 2344739"/>
              <a:gd name="connsiteX194" fmla="*/ 1922798 w 12193149"/>
              <a:gd name="connsiteY194" fmla="*/ 2012146 h 2344739"/>
              <a:gd name="connsiteX195" fmla="*/ 1874228 w 12193149"/>
              <a:gd name="connsiteY195" fmla="*/ 2013741 h 2344739"/>
              <a:gd name="connsiteX196" fmla="*/ 1787803 w 12193149"/>
              <a:gd name="connsiteY196" fmla="*/ 2041363 h 2344739"/>
              <a:gd name="connsiteX197" fmla="*/ 1739352 w 12193149"/>
              <a:gd name="connsiteY197" fmla="*/ 2036312 h 2344739"/>
              <a:gd name="connsiteX198" fmla="*/ 1676219 w 12193149"/>
              <a:gd name="connsiteY198" fmla="*/ 2019963 h 2344739"/>
              <a:gd name="connsiteX199" fmla="*/ 1609817 w 12193149"/>
              <a:gd name="connsiteY199" fmla="*/ 2013066 h 2344739"/>
              <a:gd name="connsiteX200" fmla="*/ 1497258 w 12193149"/>
              <a:gd name="connsiteY200" fmla="*/ 1987476 h 2344739"/>
              <a:gd name="connsiteX201" fmla="*/ 1151127 w 12193149"/>
              <a:gd name="connsiteY201" fmla="*/ 1938041 h 2344739"/>
              <a:gd name="connsiteX202" fmla="*/ 859417 w 12193149"/>
              <a:gd name="connsiteY202" fmla="*/ 1928608 h 2344739"/>
              <a:gd name="connsiteX203" fmla="*/ 838688 w 12193149"/>
              <a:gd name="connsiteY203" fmla="*/ 1929821 h 2344739"/>
              <a:gd name="connsiteX204" fmla="*/ 817957 w 12193149"/>
              <a:gd name="connsiteY204" fmla="*/ 1927857 h 2344739"/>
              <a:gd name="connsiteX205" fmla="*/ 812654 w 12193149"/>
              <a:gd name="connsiteY205" fmla="*/ 1930751 h 2344739"/>
              <a:gd name="connsiteX206" fmla="*/ 721195 w 12193149"/>
              <a:gd name="connsiteY206" fmla="*/ 1929661 h 2344739"/>
              <a:gd name="connsiteX207" fmla="*/ 720890 w 12193149"/>
              <a:gd name="connsiteY207" fmla="*/ 1928399 h 2344739"/>
              <a:gd name="connsiteX208" fmla="*/ 710023 w 12193149"/>
              <a:gd name="connsiteY208" fmla="*/ 1922722 h 2344739"/>
              <a:gd name="connsiteX209" fmla="*/ 597940 w 12193149"/>
              <a:gd name="connsiteY209" fmla="*/ 1879864 h 2344739"/>
              <a:gd name="connsiteX210" fmla="*/ 579683 w 12193149"/>
              <a:gd name="connsiteY210" fmla="*/ 1877212 h 2344739"/>
              <a:gd name="connsiteX211" fmla="*/ 572865 w 12193149"/>
              <a:gd name="connsiteY211" fmla="*/ 1877401 h 2344739"/>
              <a:gd name="connsiteX212" fmla="*/ 446247 w 12193149"/>
              <a:gd name="connsiteY212" fmla="*/ 1839371 h 2344739"/>
              <a:gd name="connsiteX213" fmla="*/ 405163 w 12193149"/>
              <a:gd name="connsiteY213" fmla="*/ 1833548 h 2344739"/>
              <a:gd name="connsiteX214" fmla="*/ 293583 w 12193149"/>
              <a:gd name="connsiteY214" fmla="*/ 1812852 h 2344739"/>
              <a:gd name="connsiteX215" fmla="*/ 119529 w 12193149"/>
              <a:gd name="connsiteY215" fmla="*/ 1761047 h 2344739"/>
              <a:gd name="connsiteX216" fmla="*/ 16674 w 12193149"/>
              <a:gd name="connsiteY216" fmla="*/ 1758191 h 2344739"/>
              <a:gd name="connsiteX217" fmla="*/ 1150 w 12193149"/>
              <a:gd name="connsiteY217" fmla="*/ 1752722 h 2344739"/>
              <a:gd name="connsiteX218" fmla="*/ 1148 w 12193149"/>
              <a:gd name="connsiteY218" fmla="*/ 222213 h 2344739"/>
              <a:gd name="connsiteX219" fmla="*/ 1148 w 12193149"/>
              <a:gd name="connsiteY219" fmla="*/ 0 h 2344739"/>
              <a:gd name="connsiteX0" fmla="*/ 1148 w 12193149"/>
              <a:gd name="connsiteY0" fmla="*/ 0 h 2344739"/>
              <a:gd name="connsiteX1" fmla="*/ 12193148 w 12193149"/>
              <a:gd name="connsiteY1" fmla="*/ 0 h 2344739"/>
              <a:gd name="connsiteX2" fmla="*/ 12193148 w 12193149"/>
              <a:gd name="connsiteY2" fmla="*/ 222213 h 2344739"/>
              <a:gd name="connsiteX3" fmla="*/ 12193148 w 12193149"/>
              <a:gd name="connsiteY3" fmla="*/ 389190 h 2344739"/>
              <a:gd name="connsiteX4" fmla="*/ 12193149 w 12193149"/>
              <a:gd name="connsiteY4" fmla="*/ 579739 h 2344739"/>
              <a:gd name="connsiteX5" fmla="*/ 12185986 w 12193149"/>
              <a:gd name="connsiteY5" fmla="*/ 584189 h 2344739"/>
              <a:gd name="connsiteX6" fmla="*/ 12156363 w 12193149"/>
              <a:gd name="connsiteY6" fmla="*/ 597366 h 2344739"/>
              <a:gd name="connsiteX7" fmla="*/ 12139215 w 12193149"/>
              <a:gd name="connsiteY7" fmla="*/ 623179 h 2344739"/>
              <a:gd name="connsiteX8" fmla="*/ 12126327 w 12193149"/>
              <a:gd name="connsiteY8" fmla="*/ 624690 h 2344739"/>
              <a:gd name="connsiteX9" fmla="*/ 12124007 w 12193149"/>
              <a:gd name="connsiteY9" fmla="*/ 624794 h 2344739"/>
              <a:gd name="connsiteX10" fmla="*/ 12116854 w 12193149"/>
              <a:gd name="connsiteY10" fmla="*/ 628608 h 2344739"/>
              <a:gd name="connsiteX11" fmla="*/ 12099497 w 12193149"/>
              <a:gd name="connsiteY11" fmla="*/ 628139 h 2344739"/>
              <a:gd name="connsiteX12" fmla="*/ 12087073 w 12193149"/>
              <a:gd name="connsiteY12" fmla="*/ 636341 h 2344739"/>
              <a:gd name="connsiteX13" fmla="*/ 12031073 w 12193149"/>
              <a:gd name="connsiteY13" fmla="*/ 680009 h 2344739"/>
              <a:gd name="connsiteX14" fmla="*/ 11995833 w 12193149"/>
              <a:gd name="connsiteY14" fmla="*/ 703458 h 2344739"/>
              <a:gd name="connsiteX15" fmla="*/ 11979717 w 12193149"/>
              <a:gd name="connsiteY15" fmla="*/ 708161 h 2344739"/>
              <a:gd name="connsiteX16" fmla="*/ 11959046 w 12193149"/>
              <a:gd name="connsiteY16" fmla="*/ 717558 h 2344739"/>
              <a:gd name="connsiteX17" fmla="*/ 11920454 w 12193149"/>
              <a:gd name="connsiteY17" fmla="*/ 730883 h 2344739"/>
              <a:gd name="connsiteX18" fmla="*/ 11903656 w 12193149"/>
              <a:gd name="connsiteY18" fmla="*/ 742426 h 2344739"/>
              <a:gd name="connsiteX19" fmla="*/ 11895048 w 12193149"/>
              <a:gd name="connsiteY19" fmla="*/ 744791 h 2344739"/>
              <a:gd name="connsiteX20" fmla="*/ 11891968 w 12193149"/>
              <a:gd name="connsiteY20" fmla="*/ 755729 h 2344739"/>
              <a:gd name="connsiteX21" fmla="*/ 11870776 w 12193149"/>
              <a:gd name="connsiteY21" fmla="*/ 777816 h 2344739"/>
              <a:gd name="connsiteX22" fmla="*/ 11813376 w 12193149"/>
              <a:gd name="connsiteY22" fmla="*/ 797659 h 2344739"/>
              <a:gd name="connsiteX23" fmla="*/ 11590693 w 12193149"/>
              <a:gd name="connsiteY23" fmla="*/ 963777 h 2344739"/>
              <a:gd name="connsiteX24" fmla="*/ 11506817 w 12193149"/>
              <a:gd name="connsiteY24" fmla="*/ 1033623 h 2344739"/>
              <a:gd name="connsiteX25" fmla="*/ 11280332 w 12193149"/>
              <a:gd name="connsiteY25" fmla="*/ 1223571 h 2344739"/>
              <a:gd name="connsiteX26" fmla="*/ 11228309 w 12193149"/>
              <a:gd name="connsiteY26" fmla="*/ 1276236 h 2344739"/>
              <a:gd name="connsiteX27" fmla="*/ 11218087 w 12193149"/>
              <a:gd name="connsiteY27" fmla="*/ 1275961 h 2344739"/>
              <a:gd name="connsiteX28" fmla="*/ 11217184 w 12193149"/>
              <a:gd name="connsiteY28" fmla="*/ 1275018 h 2344739"/>
              <a:gd name="connsiteX29" fmla="*/ 11188885 w 12193149"/>
              <a:gd name="connsiteY29" fmla="*/ 1292383 h 2344739"/>
              <a:gd name="connsiteX30" fmla="*/ 11184501 w 12193149"/>
              <a:gd name="connsiteY30" fmla="*/ 1292525 h 2344739"/>
              <a:gd name="connsiteX31" fmla="*/ 11166854 w 12193149"/>
              <a:gd name="connsiteY31" fmla="*/ 1306612 h 2344739"/>
              <a:gd name="connsiteX32" fmla="*/ 11157311 w 12193149"/>
              <a:gd name="connsiteY32" fmla="*/ 1312414 h 2344739"/>
              <a:gd name="connsiteX33" fmla="*/ 11155496 w 12193149"/>
              <a:gd name="connsiteY33" fmla="*/ 1317097 h 2344739"/>
              <a:gd name="connsiteX34" fmla="*/ 11140961 w 12193149"/>
              <a:gd name="connsiteY34" fmla="*/ 1324115 h 2344739"/>
              <a:gd name="connsiteX35" fmla="*/ 11138961 w 12193149"/>
              <a:gd name="connsiteY35" fmla="*/ 1323772 h 2344739"/>
              <a:gd name="connsiteX36" fmla="*/ 11128208 w 12193149"/>
              <a:gd name="connsiteY36" fmla="*/ 1333832 h 2344739"/>
              <a:gd name="connsiteX37" fmla="*/ 11120691 w 12193149"/>
              <a:gd name="connsiteY37" fmla="*/ 1347424 h 2344739"/>
              <a:gd name="connsiteX38" fmla="*/ 10894683 w 12193149"/>
              <a:gd name="connsiteY38" fmla="*/ 1473399 h 2344739"/>
              <a:gd name="connsiteX39" fmla="*/ 10773300 w 12193149"/>
              <a:gd name="connsiteY39" fmla="*/ 1523191 h 2344739"/>
              <a:gd name="connsiteX40" fmla="*/ 10627668 w 12193149"/>
              <a:gd name="connsiteY40" fmla="*/ 1559229 h 2344739"/>
              <a:gd name="connsiteX41" fmla="*/ 10581895 w 12193149"/>
              <a:gd name="connsiteY41" fmla="*/ 1568689 h 2344739"/>
              <a:gd name="connsiteX42" fmla="*/ 10547790 w 12193149"/>
              <a:gd name="connsiteY42" fmla="*/ 1598423 h 2344739"/>
              <a:gd name="connsiteX43" fmla="*/ 10529643 w 12193149"/>
              <a:gd name="connsiteY43" fmla="*/ 1596907 h 2344739"/>
              <a:gd name="connsiteX44" fmla="*/ 10526446 w 12193149"/>
              <a:gd name="connsiteY44" fmla="*/ 1596411 h 2344739"/>
              <a:gd name="connsiteX45" fmla="*/ 10515129 w 12193149"/>
              <a:gd name="connsiteY45" fmla="*/ 1599537 h 2344739"/>
              <a:gd name="connsiteX46" fmla="*/ 10491735 w 12193149"/>
              <a:gd name="connsiteY46" fmla="*/ 1594156 h 2344739"/>
              <a:gd name="connsiteX47" fmla="*/ 10471418 w 12193149"/>
              <a:gd name="connsiteY47" fmla="*/ 1601693 h 2344739"/>
              <a:gd name="connsiteX48" fmla="*/ 10377042 w 12193149"/>
              <a:gd name="connsiteY48" fmla="*/ 1644598 h 2344739"/>
              <a:gd name="connsiteX49" fmla="*/ 10319338 w 12193149"/>
              <a:gd name="connsiteY49" fmla="*/ 1666221 h 2344739"/>
              <a:gd name="connsiteX50" fmla="*/ 10295467 w 12193149"/>
              <a:gd name="connsiteY50" fmla="*/ 1668079 h 2344739"/>
              <a:gd name="connsiteX51" fmla="*/ 10263443 w 12193149"/>
              <a:gd name="connsiteY51" fmla="*/ 1674948 h 2344739"/>
              <a:gd name="connsiteX52" fmla="*/ 10205418 w 12193149"/>
              <a:gd name="connsiteY52" fmla="*/ 1682149 h 2344739"/>
              <a:gd name="connsiteX53" fmla="*/ 10177759 w 12193149"/>
              <a:gd name="connsiteY53" fmla="*/ 1692943 h 2344739"/>
              <a:gd name="connsiteX54" fmla="*/ 10165070 w 12193149"/>
              <a:gd name="connsiteY54" fmla="*/ 1693739 h 2344739"/>
              <a:gd name="connsiteX55" fmla="*/ 10156308 w 12193149"/>
              <a:gd name="connsiteY55" fmla="*/ 1707487 h 2344739"/>
              <a:gd name="connsiteX56" fmla="*/ 10118267 w 12193149"/>
              <a:gd name="connsiteY56" fmla="*/ 1731142 h 2344739"/>
              <a:gd name="connsiteX57" fmla="*/ 10083317 w 12193149"/>
              <a:gd name="connsiteY57" fmla="*/ 1743296 h 2344739"/>
              <a:gd name="connsiteX58" fmla="*/ 10040388 w 12193149"/>
              <a:gd name="connsiteY58" fmla="*/ 1741632 h 2344739"/>
              <a:gd name="connsiteX59" fmla="*/ 9961167 w 12193149"/>
              <a:gd name="connsiteY59" fmla="*/ 1757147 h 2344739"/>
              <a:gd name="connsiteX60" fmla="*/ 9848940 w 12193149"/>
              <a:gd name="connsiteY60" fmla="*/ 1763915 h 2344739"/>
              <a:gd name="connsiteX61" fmla="*/ 9729457 w 12193149"/>
              <a:gd name="connsiteY61" fmla="*/ 1784122 h 2344739"/>
              <a:gd name="connsiteX62" fmla="*/ 9613704 w 12193149"/>
              <a:gd name="connsiteY62" fmla="*/ 1812371 h 2344739"/>
              <a:gd name="connsiteX63" fmla="*/ 9338590 w 12193149"/>
              <a:gd name="connsiteY63" fmla="*/ 1869293 h 2344739"/>
              <a:gd name="connsiteX64" fmla="*/ 9232518 w 12193149"/>
              <a:gd name="connsiteY64" fmla="*/ 1893149 h 2344739"/>
              <a:gd name="connsiteX65" fmla="*/ 9156690 w 12193149"/>
              <a:gd name="connsiteY65" fmla="*/ 1903228 h 2344739"/>
              <a:gd name="connsiteX66" fmla="*/ 9054601 w 12193149"/>
              <a:gd name="connsiteY66" fmla="*/ 1910755 h 2344739"/>
              <a:gd name="connsiteX67" fmla="*/ 9006634 w 12193149"/>
              <a:gd name="connsiteY67" fmla="*/ 1914040 h 2344739"/>
              <a:gd name="connsiteX68" fmla="*/ 9006349 w 12193149"/>
              <a:gd name="connsiteY68" fmla="*/ 1913800 h 2344739"/>
              <a:gd name="connsiteX69" fmla="*/ 8997380 w 12193149"/>
              <a:gd name="connsiteY69" fmla="*/ 1915011 h 2344739"/>
              <a:gd name="connsiteX70" fmla="*/ 8991542 w 12193149"/>
              <a:gd name="connsiteY70" fmla="*/ 1917072 h 2344739"/>
              <a:gd name="connsiteX71" fmla="*/ 8975485 w 12193149"/>
              <a:gd name="connsiteY71" fmla="*/ 1920298 h 2344739"/>
              <a:gd name="connsiteX72" fmla="*/ 8969159 w 12193149"/>
              <a:gd name="connsiteY72" fmla="*/ 1919598 h 2344739"/>
              <a:gd name="connsiteX73" fmla="*/ 8964196 w 12193149"/>
              <a:gd name="connsiteY73" fmla="*/ 1917373 h 2344739"/>
              <a:gd name="connsiteX74" fmla="*/ 8930136 w 12193149"/>
              <a:gd name="connsiteY74" fmla="*/ 1914185 h 2344739"/>
              <a:gd name="connsiteX75" fmla="*/ 8753592 w 12193149"/>
              <a:gd name="connsiteY75" fmla="*/ 1933417 h 2344739"/>
              <a:gd name="connsiteX76" fmla="*/ 8708995 w 12193149"/>
              <a:gd name="connsiteY76" fmla="*/ 1935518 h 2344739"/>
              <a:gd name="connsiteX77" fmla="*/ 8597219 w 12193149"/>
              <a:gd name="connsiteY77" fmla="*/ 1944090 h 2344739"/>
              <a:gd name="connsiteX78" fmla="*/ 8526378 w 12193149"/>
              <a:gd name="connsiteY78" fmla="*/ 1929248 h 2344739"/>
              <a:gd name="connsiteX79" fmla="*/ 8512131 w 12193149"/>
              <a:gd name="connsiteY79" fmla="*/ 1935163 h 2344739"/>
              <a:gd name="connsiteX80" fmla="*/ 8507315 w 12193149"/>
              <a:gd name="connsiteY80" fmla="*/ 1938164 h 2344739"/>
              <a:gd name="connsiteX81" fmla="*/ 8499116 w 12193149"/>
              <a:gd name="connsiteY81" fmla="*/ 1940902 h 2344739"/>
              <a:gd name="connsiteX82" fmla="*/ 8498742 w 12193149"/>
              <a:gd name="connsiteY82" fmla="*/ 1940723 h 2344739"/>
              <a:gd name="connsiteX83" fmla="*/ 8491397 w 12193149"/>
              <a:gd name="connsiteY83" fmla="*/ 1943773 h 2344739"/>
              <a:gd name="connsiteX84" fmla="*/ 8368330 w 12193149"/>
              <a:gd name="connsiteY84" fmla="*/ 1957815 h 2344739"/>
              <a:gd name="connsiteX85" fmla="*/ 8354947 w 12193149"/>
              <a:gd name="connsiteY85" fmla="*/ 1958009 h 2344739"/>
              <a:gd name="connsiteX86" fmla="*/ 8321252 w 12193149"/>
              <a:gd name="connsiteY86" fmla="*/ 1974587 h 2344739"/>
              <a:gd name="connsiteX87" fmla="*/ 8315581 w 12193149"/>
              <a:gd name="connsiteY87" fmla="*/ 1974913 h 2344739"/>
              <a:gd name="connsiteX88" fmla="*/ 8296322 w 12193149"/>
              <a:gd name="connsiteY88" fmla="*/ 1988808 h 2344739"/>
              <a:gd name="connsiteX89" fmla="*/ 8285424 w 12193149"/>
              <a:gd name="connsiteY89" fmla="*/ 1994631 h 2344739"/>
              <a:gd name="connsiteX90" fmla="*/ 8284298 w 12193149"/>
              <a:gd name="connsiteY90" fmla="*/ 1999074 h 2344739"/>
              <a:gd name="connsiteX91" fmla="*/ 8267224 w 12193149"/>
              <a:gd name="connsiteY91" fmla="*/ 2006249 h 2344739"/>
              <a:gd name="connsiteX92" fmla="*/ 8264525 w 12193149"/>
              <a:gd name="connsiteY92" fmla="*/ 2006019 h 2344739"/>
              <a:gd name="connsiteX93" fmla="*/ 8253181 w 12193149"/>
              <a:gd name="connsiteY93" fmla="*/ 2015862 h 2344739"/>
              <a:gd name="connsiteX94" fmla="*/ 8246982 w 12193149"/>
              <a:gd name="connsiteY94" fmla="*/ 2028854 h 2344739"/>
              <a:gd name="connsiteX95" fmla="*/ 8091420 w 12193149"/>
              <a:gd name="connsiteY95" fmla="*/ 2075015 h 2344739"/>
              <a:gd name="connsiteX96" fmla="*/ 7906555 w 12193149"/>
              <a:gd name="connsiteY96" fmla="*/ 2116988 h 2344739"/>
              <a:gd name="connsiteX97" fmla="*/ 7719893 w 12193149"/>
              <a:gd name="connsiteY97" fmla="*/ 2142703 h 2344739"/>
              <a:gd name="connsiteX98" fmla="*/ 7615495 w 12193149"/>
              <a:gd name="connsiteY98" fmla="*/ 2139232 h 2344739"/>
              <a:gd name="connsiteX99" fmla="*/ 7528691 w 12193149"/>
              <a:gd name="connsiteY99" fmla="*/ 2145060 h 2344739"/>
              <a:gd name="connsiteX100" fmla="*/ 7520719 w 12193149"/>
              <a:gd name="connsiteY100" fmla="*/ 2147613 h 2344739"/>
              <a:gd name="connsiteX101" fmla="*/ 7508559 w 12193149"/>
              <a:gd name="connsiteY101" fmla="*/ 2148948 h 2344739"/>
              <a:gd name="connsiteX102" fmla="*/ 7508188 w 12193149"/>
              <a:gd name="connsiteY102" fmla="*/ 2148621 h 2344739"/>
              <a:gd name="connsiteX103" fmla="*/ 7496943 w 12193149"/>
              <a:gd name="connsiteY103" fmla="*/ 2150573 h 2344739"/>
              <a:gd name="connsiteX104" fmla="*/ 7219707 w 12193149"/>
              <a:gd name="connsiteY104" fmla="*/ 2156680 h 2344739"/>
              <a:gd name="connsiteX105" fmla="*/ 7202249 w 12193149"/>
              <a:gd name="connsiteY105" fmla="*/ 2161230 h 2344739"/>
              <a:gd name="connsiteX106" fmla="*/ 7198152 w 12193149"/>
              <a:gd name="connsiteY106" fmla="*/ 2166588 h 2344739"/>
              <a:gd name="connsiteX107" fmla="*/ 7171956 w 12193149"/>
              <a:gd name="connsiteY107" fmla="*/ 2171236 h 2344739"/>
              <a:gd name="connsiteX108" fmla="*/ 7098136 w 12193149"/>
              <a:gd name="connsiteY108" fmla="*/ 2183464 h 2344739"/>
              <a:gd name="connsiteX109" fmla="*/ 7019644 w 12193149"/>
              <a:gd name="connsiteY109" fmla="*/ 2183090 h 2344739"/>
              <a:gd name="connsiteX110" fmla="*/ 6905294 w 12193149"/>
              <a:gd name="connsiteY110" fmla="*/ 2212596 h 2344739"/>
              <a:gd name="connsiteX111" fmla="*/ 6709370 w 12193149"/>
              <a:gd name="connsiteY111" fmla="*/ 2240551 h 2344739"/>
              <a:gd name="connsiteX112" fmla="*/ 6550602 w 12193149"/>
              <a:gd name="connsiteY112" fmla="*/ 2269327 h 2344739"/>
              <a:gd name="connsiteX113" fmla="*/ 6318708 w 12193149"/>
              <a:gd name="connsiteY113" fmla="*/ 2316127 h 2344739"/>
              <a:gd name="connsiteX114" fmla="*/ 6169822 w 12193149"/>
              <a:gd name="connsiteY114" fmla="*/ 2318214 h 2344739"/>
              <a:gd name="connsiteX115" fmla="*/ 6074996 w 12193149"/>
              <a:gd name="connsiteY115" fmla="*/ 2338676 h 2344739"/>
              <a:gd name="connsiteX116" fmla="*/ 6069677 w 12193149"/>
              <a:gd name="connsiteY116" fmla="*/ 2337139 h 2344739"/>
              <a:gd name="connsiteX117" fmla="*/ 6049786 w 12193149"/>
              <a:gd name="connsiteY117" fmla="*/ 2337822 h 2344739"/>
              <a:gd name="connsiteX118" fmla="*/ 6042433 w 12193149"/>
              <a:gd name="connsiteY118" fmla="*/ 2329473 h 2344739"/>
              <a:gd name="connsiteX119" fmla="*/ 6011238 w 12193149"/>
              <a:gd name="connsiteY119" fmla="*/ 2324380 h 2344739"/>
              <a:gd name="connsiteX120" fmla="*/ 5958523 w 12193149"/>
              <a:gd name="connsiteY120" fmla="*/ 2328024 h 2344739"/>
              <a:gd name="connsiteX121" fmla="*/ 5760067 w 12193149"/>
              <a:gd name="connsiteY121" fmla="*/ 2343716 h 2344739"/>
              <a:gd name="connsiteX122" fmla="*/ 5628108 w 12193149"/>
              <a:gd name="connsiteY122" fmla="*/ 2344739 h 2344739"/>
              <a:gd name="connsiteX123" fmla="*/ 5472054 w 12193149"/>
              <a:gd name="connsiteY123" fmla="*/ 2330719 h 2344739"/>
              <a:gd name="connsiteX124" fmla="*/ 5433909 w 12193149"/>
              <a:gd name="connsiteY124" fmla="*/ 2319466 h 2344739"/>
              <a:gd name="connsiteX125" fmla="*/ 5382817 w 12193149"/>
              <a:gd name="connsiteY125" fmla="*/ 2301764 h 2344739"/>
              <a:gd name="connsiteX126" fmla="*/ 5262912 w 12193149"/>
              <a:gd name="connsiteY126" fmla="*/ 2281347 h 2344739"/>
              <a:gd name="connsiteX127" fmla="*/ 5224109 w 12193149"/>
              <a:gd name="connsiteY127" fmla="*/ 2270223 h 2344739"/>
              <a:gd name="connsiteX128" fmla="*/ 5175808 w 12193149"/>
              <a:gd name="connsiteY128" fmla="*/ 2267233 h 2344739"/>
              <a:gd name="connsiteX129" fmla="*/ 5157702 w 12193149"/>
              <a:gd name="connsiteY129" fmla="*/ 2260010 h 2344739"/>
              <a:gd name="connsiteX130" fmla="*/ 5143747 w 12193149"/>
              <a:gd name="connsiteY130" fmla="*/ 2256610 h 2344739"/>
              <a:gd name="connsiteX131" fmla="*/ 5140744 w 12193149"/>
              <a:gd name="connsiteY131" fmla="*/ 2254509 h 2344739"/>
              <a:gd name="connsiteX132" fmla="*/ 5122807 w 12193149"/>
              <a:gd name="connsiteY132" fmla="*/ 2243656 h 2344739"/>
              <a:gd name="connsiteX133" fmla="*/ 5066938 w 12193149"/>
              <a:gd name="connsiteY133" fmla="*/ 2250227 h 2344739"/>
              <a:gd name="connsiteX134" fmla="*/ 5012662 w 12193149"/>
              <a:gd name="connsiteY134" fmla="*/ 2233846 h 2344739"/>
              <a:gd name="connsiteX135" fmla="*/ 4841589 w 12193149"/>
              <a:gd name="connsiteY135" fmla="*/ 2209829 h 2344739"/>
              <a:gd name="connsiteX136" fmla="*/ 4763595 w 12193149"/>
              <a:gd name="connsiteY136" fmla="*/ 2182061 h 2344739"/>
              <a:gd name="connsiteX137" fmla="*/ 4724334 w 12193149"/>
              <a:gd name="connsiteY137" fmla="*/ 2173047 h 2344739"/>
              <a:gd name="connsiteX138" fmla="*/ 4722324 w 12193149"/>
              <a:gd name="connsiteY138" fmla="*/ 2172298 h 2344739"/>
              <a:gd name="connsiteX139" fmla="*/ 4723259 w 12193149"/>
              <a:gd name="connsiteY139" fmla="*/ 2172087 h 2344739"/>
              <a:gd name="connsiteX140" fmla="*/ 4718350 w 12193149"/>
              <a:gd name="connsiteY140" fmla="*/ 2170817 h 2344739"/>
              <a:gd name="connsiteX141" fmla="*/ 4722324 w 12193149"/>
              <a:gd name="connsiteY141" fmla="*/ 2172298 h 2344739"/>
              <a:gd name="connsiteX142" fmla="*/ 4716674 w 12193149"/>
              <a:gd name="connsiteY142" fmla="*/ 2173573 h 2344739"/>
              <a:gd name="connsiteX143" fmla="*/ 4516962 w 12193149"/>
              <a:gd name="connsiteY143" fmla="*/ 2163671 h 2344739"/>
              <a:gd name="connsiteX144" fmla="*/ 4429691 w 12193149"/>
              <a:gd name="connsiteY144" fmla="*/ 2153020 h 2344739"/>
              <a:gd name="connsiteX145" fmla="*/ 4364023 w 12193149"/>
              <a:gd name="connsiteY145" fmla="*/ 2151674 h 2344739"/>
              <a:gd name="connsiteX146" fmla="*/ 4318114 w 12193149"/>
              <a:gd name="connsiteY146" fmla="*/ 2158289 h 2344739"/>
              <a:gd name="connsiteX147" fmla="*/ 4316258 w 12193149"/>
              <a:gd name="connsiteY147" fmla="*/ 2156948 h 2344739"/>
              <a:gd name="connsiteX148" fmla="*/ 4296292 w 12193149"/>
              <a:gd name="connsiteY148" fmla="*/ 2155069 h 2344739"/>
              <a:gd name="connsiteX149" fmla="*/ 4291212 w 12193149"/>
              <a:gd name="connsiteY149" fmla="*/ 2157986 h 2344739"/>
              <a:gd name="connsiteX150" fmla="*/ 4277290 w 12193149"/>
              <a:gd name="connsiteY150" fmla="*/ 2157740 h 2344739"/>
              <a:gd name="connsiteX151" fmla="*/ 4249265 w 12193149"/>
              <a:gd name="connsiteY151" fmla="*/ 2160064 h 2344739"/>
              <a:gd name="connsiteX152" fmla="*/ 4203199 w 12193149"/>
              <a:gd name="connsiteY152" fmla="*/ 2157269 h 2344739"/>
              <a:gd name="connsiteX153" fmla="*/ 4202893 w 12193149"/>
              <a:gd name="connsiteY153" fmla="*/ 2156010 h 2344739"/>
              <a:gd name="connsiteX154" fmla="*/ 4192396 w 12193149"/>
              <a:gd name="connsiteY154" fmla="*/ 2150376 h 2344739"/>
              <a:gd name="connsiteX155" fmla="*/ 4143893 w 12193149"/>
              <a:gd name="connsiteY155" fmla="*/ 2134511 h 2344739"/>
              <a:gd name="connsiteX156" fmla="*/ 4084245 w 12193149"/>
              <a:gd name="connsiteY156" fmla="*/ 2107978 h 2344739"/>
              <a:gd name="connsiteX157" fmla="*/ 4075694 w 12193149"/>
              <a:gd name="connsiteY157" fmla="*/ 2107143 h 2344739"/>
              <a:gd name="connsiteX158" fmla="*/ 4075575 w 12193149"/>
              <a:gd name="connsiteY158" fmla="*/ 2106844 h 2344739"/>
              <a:gd name="connsiteX159" fmla="*/ 4066658 w 12193149"/>
              <a:gd name="connsiteY159" fmla="*/ 2105400 h 2344739"/>
              <a:gd name="connsiteX160" fmla="*/ 4060102 w 12193149"/>
              <a:gd name="connsiteY160" fmla="*/ 2105618 h 2344739"/>
              <a:gd name="connsiteX161" fmla="*/ 4043512 w 12193149"/>
              <a:gd name="connsiteY161" fmla="*/ 2103997 h 2344739"/>
              <a:gd name="connsiteX162" fmla="*/ 4038145 w 12193149"/>
              <a:gd name="connsiteY162" fmla="*/ 2101563 h 2344739"/>
              <a:gd name="connsiteX163" fmla="*/ 4036511 w 12193149"/>
              <a:gd name="connsiteY163" fmla="*/ 2097896 h 2344739"/>
              <a:gd name="connsiteX164" fmla="*/ 4034926 w 12193149"/>
              <a:gd name="connsiteY164" fmla="*/ 2098131 h 2344739"/>
              <a:gd name="connsiteX165" fmla="*/ 4005686 w 12193149"/>
              <a:gd name="connsiteY165" fmla="*/ 2085563 h 2344739"/>
              <a:gd name="connsiteX166" fmla="*/ 3937994 w 12193149"/>
              <a:gd name="connsiteY166" fmla="*/ 2068106 h 2344739"/>
              <a:gd name="connsiteX167" fmla="*/ 3898423 w 12193149"/>
              <a:gd name="connsiteY167" fmla="*/ 2062451 h 2344739"/>
              <a:gd name="connsiteX168" fmla="*/ 3790908 w 12193149"/>
              <a:gd name="connsiteY168" fmla="*/ 2042213 h 2344739"/>
              <a:gd name="connsiteX169" fmla="*/ 3683661 w 12193149"/>
              <a:gd name="connsiteY169" fmla="*/ 2018290 h 2344739"/>
              <a:gd name="connsiteX170" fmla="*/ 3611183 w 12193149"/>
              <a:gd name="connsiteY170" fmla="*/ 1986019 h 2344739"/>
              <a:gd name="connsiteX171" fmla="*/ 3605003 w 12193149"/>
              <a:gd name="connsiteY171" fmla="*/ 1987381 h 2344739"/>
              <a:gd name="connsiteX172" fmla="*/ 3595884 w 12193149"/>
              <a:gd name="connsiteY172" fmla="*/ 1987545 h 2344739"/>
              <a:gd name="connsiteX173" fmla="*/ 3595649 w 12193149"/>
              <a:gd name="connsiteY173" fmla="*/ 1987276 h 2344739"/>
              <a:gd name="connsiteX174" fmla="*/ 3587126 w 12193149"/>
              <a:gd name="connsiteY174" fmla="*/ 1987966 h 2344739"/>
              <a:gd name="connsiteX175" fmla="*/ 3537283 w 12193149"/>
              <a:gd name="connsiteY175" fmla="*/ 1978267 h 2344739"/>
              <a:gd name="connsiteX176" fmla="*/ 3474371 w 12193149"/>
              <a:gd name="connsiteY176" fmla="*/ 1974606 h 2344739"/>
              <a:gd name="connsiteX177" fmla="*/ 3401876 w 12193149"/>
              <a:gd name="connsiteY177" fmla="*/ 1962558 h 2344739"/>
              <a:gd name="connsiteX178" fmla="*/ 3365036 w 12193149"/>
              <a:gd name="connsiteY178" fmla="*/ 1979510 h 2344739"/>
              <a:gd name="connsiteX179" fmla="*/ 3345174 w 12193149"/>
              <a:gd name="connsiteY179" fmla="*/ 1981192 h 2344739"/>
              <a:gd name="connsiteX180" fmla="*/ 3342846 w 12193149"/>
              <a:gd name="connsiteY180" fmla="*/ 1980217 h 2344739"/>
              <a:gd name="connsiteX181" fmla="*/ 3263504 w 12193149"/>
              <a:gd name="connsiteY181" fmla="*/ 1986094 h 2344739"/>
              <a:gd name="connsiteX182" fmla="*/ 3143704 w 12193149"/>
              <a:gd name="connsiteY182" fmla="*/ 1993869 h 2344739"/>
              <a:gd name="connsiteX183" fmla="*/ 3031439 w 12193149"/>
              <a:gd name="connsiteY183" fmla="*/ 1996512 h 2344739"/>
              <a:gd name="connsiteX184" fmla="*/ 2782717 w 12193149"/>
              <a:gd name="connsiteY184" fmla="*/ 2018333 h 2344739"/>
              <a:gd name="connsiteX185" fmla="*/ 2647675 w 12193149"/>
              <a:gd name="connsiteY185" fmla="*/ 2028869 h 2344739"/>
              <a:gd name="connsiteX186" fmla="*/ 2569176 w 12193149"/>
              <a:gd name="connsiteY186" fmla="*/ 2002628 h 2344739"/>
              <a:gd name="connsiteX187" fmla="*/ 2444403 w 12193149"/>
              <a:gd name="connsiteY187" fmla="*/ 2016529 h 2344739"/>
              <a:gd name="connsiteX188" fmla="*/ 2316260 w 12193149"/>
              <a:gd name="connsiteY188" fmla="*/ 2024996 h 2344739"/>
              <a:gd name="connsiteX189" fmla="*/ 2209726 w 12193149"/>
              <a:gd name="connsiteY189" fmla="*/ 2019763 h 2344739"/>
              <a:gd name="connsiteX190" fmla="*/ 2095813 w 12193149"/>
              <a:gd name="connsiteY190" fmla="*/ 2003052 h 2344739"/>
              <a:gd name="connsiteX191" fmla="*/ 1998504 w 12193149"/>
              <a:gd name="connsiteY191" fmla="*/ 1995032 h 2344739"/>
              <a:gd name="connsiteX192" fmla="*/ 1929320 w 12193149"/>
              <a:gd name="connsiteY192" fmla="*/ 2016977 h 2344739"/>
              <a:gd name="connsiteX193" fmla="*/ 1922798 w 12193149"/>
              <a:gd name="connsiteY193" fmla="*/ 2012146 h 2344739"/>
              <a:gd name="connsiteX194" fmla="*/ 1874228 w 12193149"/>
              <a:gd name="connsiteY194" fmla="*/ 2013741 h 2344739"/>
              <a:gd name="connsiteX195" fmla="*/ 1787803 w 12193149"/>
              <a:gd name="connsiteY195" fmla="*/ 2041363 h 2344739"/>
              <a:gd name="connsiteX196" fmla="*/ 1739352 w 12193149"/>
              <a:gd name="connsiteY196" fmla="*/ 2036312 h 2344739"/>
              <a:gd name="connsiteX197" fmla="*/ 1676219 w 12193149"/>
              <a:gd name="connsiteY197" fmla="*/ 2019963 h 2344739"/>
              <a:gd name="connsiteX198" fmla="*/ 1609817 w 12193149"/>
              <a:gd name="connsiteY198" fmla="*/ 2013066 h 2344739"/>
              <a:gd name="connsiteX199" fmla="*/ 1497258 w 12193149"/>
              <a:gd name="connsiteY199" fmla="*/ 1987476 h 2344739"/>
              <a:gd name="connsiteX200" fmla="*/ 1151127 w 12193149"/>
              <a:gd name="connsiteY200" fmla="*/ 1938041 h 2344739"/>
              <a:gd name="connsiteX201" fmla="*/ 859417 w 12193149"/>
              <a:gd name="connsiteY201" fmla="*/ 1928608 h 2344739"/>
              <a:gd name="connsiteX202" fmla="*/ 838688 w 12193149"/>
              <a:gd name="connsiteY202" fmla="*/ 1929821 h 2344739"/>
              <a:gd name="connsiteX203" fmla="*/ 817957 w 12193149"/>
              <a:gd name="connsiteY203" fmla="*/ 1927857 h 2344739"/>
              <a:gd name="connsiteX204" fmla="*/ 812654 w 12193149"/>
              <a:gd name="connsiteY204" fmla="*/ 1930751 h 2344739"/>
              <a:gd name="connsiteX205" fmla="*/ 721195 w 12193149"/>
              <a:gd name="connsiteY205" fmla="*/ 1929661 h 2344739"/>
              <a:gd name="connsiteX206" fmla="*/ 720890 w 12193149"/>
              <a:gd name="connsiteY206" fmla="*/ 1928399 h 2344739"/>
              <a:gd name="connsiteX207" fmla="*/ 710023 w 12193149"/>
              <a:gd name="connsiteY207" fmla="*/ 1922722 h 2344739"/>
              <a:gd name="connsiteX208" fmla="*/ 597940 w 12193149"/>
              <a:gd name="connsiteY208" fmla="*/ 1879864 h 2344739"/>
              <a:gd name="connsiteX209" fmla="*/ 579683 w 12193149"/>
              <a:gd name="connsiteY209" fmla="*/ 1877212 h 2344739"/>
              <a:gd name="connsiteX210" fmla="*/ 572865 w 12193149"/>
              <a:gd name="connsiteY210" fmla="*/ 1877401 h 2344739"/>
              <a:gd name="connsiteX211" fmla="*/ 446247 w 12193149"/>
              <a:gd name="connsiteY211" fmla="*/ 1839371 h 2344739"/>
              <a:gd name="connsiteX212" fmla="*/ 405163 w 12193149"/>
              <a:gd name="connsiteY212" fmla="*/ 1833548 h 2344739"/>
              <a:gd name="connsiteX213" fmla="*/ 293583 w 12193149"/>
              <a:gd name="connsiteY213" fmla="*/ 1812852 h 2344739"/>
              <a:gd name="connsiteX214" fmla="*/ 119529 w 12193149"/>
              <a:gd name="connsiteY214" fmla="*/ 1761047 h 2344739"/>
              <a:gd name="connsiteX215" fmla="*/ 16674 w 12193149"/>
              <a:gd name="connsiteY215" fmla="*/ 1758191 h 2344739"/>
              <a:gd name="connsiteX216" fmla="*/ 1150 w 12193149"/>
              <a:gd name="connsiteY216" fmla="*/ 1752722 h 2344739"/>
              <a:gd name="connsiteX217" fmla="*/ 1148 w 12193149"/>
              <a:gd name="connsiteY217" fmla="*/ 222213 h 2344739"/>
              <a:gd name="connsiteX218" fmla="*/ 1148 w 12193149"/>
              <a:gd name="connsiteY218" fmla="*/ 0 h 2344739"/>
              <a:gd name="connsiteX0" fmla="*/ 1148 w 12193149"/>
              <a:gd name="connsiteY0" fmla="*/ 0 h 2344739"/>
              <a:gd name="connsiteX1" fmla="*/ 12193148 w 12193149"/>
              <a:gd name="connsiteY1" fmla="*/ 0 h 2344739"/>
              <a:gd name="connsiteX2" fmla="*/ 12193148 w 12193149"/>
              <a:gd name="connsiteY2" fmla="*/ 222213 h 2344739"/>
              <a:gd name="connsiteX3" fmla="*/ 12193149 w 12193149"/>
              <a:gd name="connsiteY3" fmla="*/ 579739 h 2344739"/>
              <a:gd name="connsiteX4" fmla="*/ 12185986 w 12193149"/>
              <a:gd name="connsiteY4" fmla="*/ 584189 h 2344739"/>
              <a:gd name="connsiteX5" fmla="*/ 12156363 w 12193149"/>
              <a:gd name="connsiteY5" fmla="*/ 597366 h 2344739"/>
              <a:gd name="connsiteX6" fmla="*/ 12139215 w 12193149"/>
              <a:gd name="connsiteY6" fmla="*/ 623179 h 2344739"/>
              <a:gd name="connsiteX7" fmla="*/ 12126327 w 12193149"/>
              <a:gd name="connsiteY7" fmla="*/ 624690 h 2344739"/>
              <a:gd name="connsiteX8" fmla="*/ 12124007 w 12193149"/>
              <a:gd name="connsiteY8" fmla="*/ 624794 h 2344739"/>
              <a:gd name="connsiteX9" fmla="*/ 12116854 w 12193149"/>
              <a:gd name="connsiteY9" fmla="*/ 628608 h 2344739"/>
              <a:gd name="connsiteX10" fmla="*/ 12099497 w 12193149"/>
              <a:gd name="connsiteY10" fmla="*/ 628139 h 2344739"/>
              <a:gd name="connsiteX11" fmla="*/ 12087073 w 12193149"/>
              <a:gd name="connsiteY11" fmla="*/ 636341 h 2344739"/>
              <a:gd name="connsiteX12" fmla="*/ 12031073 w 12193149"/>
              <a:gd name="connsiteY12" fmla="*/ 680009 h 2344739"/>
              <a:gd name="connsiteX13" fmla="*/ 11995833 w 12193149"/>
              <a:gd name="connsiteY13" fmla="*/ 703458 h 2344739"/>
              <a:gd name="connsiteX14" fmla="*/ 11979717 w 12193149"/>
              <a:gd name="connsiteY14" fmla="*/ 708161 h 2344739"/>
              <a:gd name="connsiteX15" fmla="*/ 11959046 w 12193149"/>
              <a:gd name="connsiteY15" fmla="*/ 717558 h 2344739"/>
              <a:gd name="connsiteX16" fmla="*/ 11920454 w 12193149"/>
              <a:gd name="connsiteY16" fmla="*/ 730883 h 2344739"/>
              <a:gd name="connsiteX17" fmla="*/ 11903656 w 12193149"/>
              <a:gd name="connsiteY17" fmla="*/ 742426 h 2344739"/>
              <a:gd name="connsiteX18" fmla="*/ 11895048 w 12193149"/>
              <a:gd name="connsiteY18" fmla="*/ 744791 h 2344739"/>
              <a:gd name="connsiteX19" fmla="*/ 11891968 w 12193149"/>
              <a:gd name="connsiteY19" fmla="*/ 755729 h 2344739"/>
              <a:gd name="connsiteX20" fmla="*/ 11870776 w 12193149"/>
              <a:gd name="connsiteY20" fmla="*/ 777816 h 2344739"/>
              <a:gd name="connsiteX21" fmla="*/ 11813376 w 12193149"/>
              <a:gd name="connsiteY21" fmla="*/ 797659 h 2344739"/>
              <a:gd name="connsiteX22" fmla="*/ 11590693 w 12193149"/>
              <a:gd name="connsiteY22" fmla="*/ 963777 h 2344739"/>
              <a:gd name="connsiteX23" fmla="*/ 11506817 w 12193149"/>
              <a:gd name="connsiteY23" fmla="*/ 1033623 h 2344739"/>
              <a:gd name="connsiteX24" fmla="*/ 11280332 w 12193149"/>
              <a:gd name="connsiteY24" fmla="*/ 1223571 h 2344739"/>
              <a:gd name="connsiteX25" fmla="*/ 11228309 w 12193149"/>
              <a:gd name="connsiteY25" fmla="*/ 1276236 h 2344739"/>
              <a:gd name="connsiteX26" fmla="*/ 11218087 w 12193149"/>
              <a:gd name="connsiteY26" fmla="*/ 1275961 h 2344739"/>
              <a:gd name="connsiteX27" fmla="*/ 11217184 w 12193149"/>
              <a:gd name="connsiteY27" fmla="*/ 1275018 h 2344739"/>
              <a:gd name="connsiteX28" fmla="*/ 11188885 w 12193149"/>
              <a:gd name="connsiteY28" fmla="*/ 1292383 h 2344739"/>
              <a:gd name="connsiteX29" fmla="*/ 11184501 w 12193149"/>
              <a:gd name="connsiteY29" fmla="*/ 1292525 h 2344739"/>
              <a:gd name="connsiteX30" fmla="*/ 11166854 w 12193149"/>
              <a:gd name="connsiteY30" fmla="*/ 1306612 h 2344739"/>
              <a:gd name="connsiteX31" fmla="*/ 11157311 w 12193149"/>
              <a:gd name="connsiteY31" fmla="*/ 1312414 h 2344739"/>
              <a:gd name="connsiteX32" fmla="*/ 11155496 w 12193149"/>
              <a:gd name="connsiteY32" fmla="*/ 1317097 h 2344739"/>
              <a:gd name="connsiteX33" fmla="*/ 11140961 w 12193149"/>
              <a:gd name="connsiteY33" fmla="*/ 1324115 h 2344739"/>
              <a:gd name="connsiteX34" fmla="*/ 11138961 w 12193149"/>
              <a:gd name="connsiteY34" fmla="*/ 1323772 h 2344739"/>
              <a:gd name="connsiteX35" fmla="*/ 11128208 w 12193149"/>
              <a:gd name="connsiteY35" fmla="*/ 1333832 h 2344739"/>
              <a:gd name="connsiteX36" fmla="*/ 11120691 w 12193149"/>
              <a:gd name="connsiteY36" fmla="*/ 1347424 h 2344739"/>
              <a:gd name="connsiteX37" fmla="*/ 10894683 w 12193149"/>
              <a:gd name="connsiteY37" fmla="*/ 1473399 h 2344739"/>
              <a:gd name="connsiteX38" fmla="*/ 10773300 w 12193149"/>
              <a:gd name="connsiteY38" fmla="*/ 1523191 h 2344739"/>
              <a:gd name="connsiteX39" fmla="*/ 10627668 w 12193149"/>
              <a:gd name="connsiteY39" fmla="*/ 1559229 h 2344739"/>
              <a:gd name="connsiteX40" fmla="*/ 10581895 w 12193149"/>
              <a:gd name="connsiteY40" fmla="*/ 1568689 h 2344739"/>
              <a:gd name="connsiteX41" fmla="*/ 10547790 w 12193149"/>
              <a:gd name="connsiteY41" fmla="*/ 1598423 h 2344739"/>
              <a:gd name="connsiteX42" fmla="*/ 10529643 w 12193149"/>
              <a:gd name="connsiteY42" fmla="*/ 1596907 h 2344739"/>
              <a:gd name="connsiteX43" fmla="*/ 10526446 w 12193149"/>
              <a:gd name="connsiteY43" fmla="*/ 1596411 h 2344739"/>
              <a:gd name="connsiteX44" fmla="*/ 10515129 w 12193149"/>
              <a:gd name="connsiteY44" fmla="*/ 1599537 h 2344739"/>
              <a:gd name="connsiteX45" fmla="*/ 10491735 w 12193149"/>
              <a:gd name="connsiteY45" fmla="*/ 1594156 h 2344739"/>
              <a:gd name="connsiteX46" fmla="*/ 10471418 w 12193149"/>
              <a:gd name="connsiteY46" fmla="*/ 1601693 h 2344739"/>
              <a:gd name="connsiteX47" fmla="*/ 10377042 w 12193149"/>
              <a:gd name="connsiteY47" fmla="*/ 1644598 h 2344739"/>
              <a:gd name="connsiteX48" fmla="*/ 10319338 w 12193149"/>
              <a:gd name="connsiteY48" fmla="*/ 1666221 h 2344739"/>
              <a:gd name="connsiteX49" fmla="*/ 10295467 w 12193149"/>
              <a:gd name="connsiteY49" fmla="*/ 1668079 h 2344739"/>
              <a:gd name="connsiteX50" fmla="*/ 10263443 w 12193149"/>
              <a:gd name="connsiteY50" fmla="*/ 1674948 h 2344739"/>
              <a:gd name="connsiteX51" fmla="*/ 10205418 w 12193149"/>
              <a:gd name="connsiteY51" fmla="*/ 1682149 h 2344739"/>
              <a:gd name="connsiteX52" fmla="*/ 10177759 w 12193149"/>
              <a:gd name="connsiteY52" fmla="*/ 1692943 h 2344739"/>
              <a:gd name="connsiteX53" fmla="*/ 10165070 w 12193149"/>
              <a:gd name="connsiteY53" fmla="*/ 1693739 h 2344739"/>
              <a:gd name="connsiteX54" fmla="*/ 10156308 w 12193149"/>
              <a:gd name="connsiteY54" fmla="*/ 1707487 h 2344739"/>
              <a:gd name="connsiteX55" fmla="*/ 10118267 w 12193149"/>
              <a:gd name="connsiteY55" fmla="*/ 1731142 h 2344739"/>
              <a:gd name="connsiteX56" fmla="*/ 10083317 w 12193149"/>
              <a:gd name="connsiteY56" fmla="*/ 1743296 h 2344739"/>
              <a:gd name="connsiteX57" fmla="*/ 10040388 w 12193149"/>
              <a:gd name="connsiteY57" fmla="*/ 1741632 h 2344739"/>
              <a:gd name="connsiteX58" fmla="*/ 9961167 w 12193149"/>
              <a:gd name="connsiteY58" fmla="*/ 1757147 h 2344739"/>
              <a:gd name="connsiteX59" fmla="*/ 9848940 w 12193149"/>
              <a:gd name="connsiteY59" fmla="*/ 1763915 h 2344739"/>
              <a:gd name="connsiteX60" fmla="*/ 9729457 w 12193149"/>
              <a:gd name="connsiteY60" fmla="*/ 1784122 h 2344739"/>
              <a:gd name="connsiteX61" fmla="*/ 9613704 w 12193149"/>
              <a:gd name="connsiteY61" fmla="*/ 1812371 h 2344739"/>
              <a:gd name="connsiteX62" fmla="*/ 9338590 w 12193149"/>
              <a:gd name="connsiteY62" fmla="*/ 1869293 h 2344739"/>
              <a:gd name="connsiteX63" fmla="*/ 9232518 w 12193149"/>
              <a:gd name="connsiteY63" fmla="*/ 1893149 h 2344739"/>
              <a:gd name="connsiteX64" fmla="*/ 9156690 w 12193149"/>
              <a:gd name="connsiteY64" fmla="*/ 1903228 h 2344739"/>
              <a:gd name="connsiteX65" fmla="*/ 9054601 w 12193149"/>
              <a:gd name="connsiteY65" fmla="*/ 1910755 h 2344739"/>
              <a:gd name="connsiteX66" fmla="*/ 9006634 w 12193149"/>
              <a:gd name="connsiteY66" fmla="*/ 1914040 h 2344739"/>
              <a:gd name="connsiteX67" fmla="*/ 9006349 w 12193149"/>
              <a:gd name="connsiteY67" fmla="*/ 1913800 h 2344739"/>
              <a:gd name="connsiteX68" fmla="*/ 8997380 w 12193149"/>
              <a:gd name="connsiteY68" fmla="*/ 1915011 h 2344739"/>
              <a:gd name="connsiteX69" fmla="*/ 8991542 w 12193149"/>
              <a:gd name="connsiteY69" fmla="*/ 1917072 h 2344739"/>
              <a:gd name="connsiteX70" fmla="*/ 8975485 w 12193149"/>
              <a:gd name="connsiteY70" fmla="*/ 1920298 h 2344739"/>
              <a:gd name="connsiteX71" fmla="*/ 8969159 w 12193149"/>
              <a:gd name="connsiteY71" fmla="*/ 1919598 h 2344739"/>
              <a:gd name="connsiteX72" fmla="*/ 8964196 w 12193149"/>
              <a:gd name="connsiteY72" fmla="*/ 1917373 h 2344739"/>
              <a:gd name="connsiteX73" fmla="*/ 8930136 w 12193149"/>
              <a:gd name="connsiteY73" fmla="*/ 1914185 h 2344739"/>
              <a:gd name="connsiteX74" fmla="*/ 8753592 w 12193149"/>
              <a:gd name="connsiteY74" fmla="*/ 1933417 h 2344739"/>
              <a:gd name="connsiteX75" fmla="*/ 8708995 w 12193149"/>
              <a:gd name="connsiteY75" fmla="*/ 1935518 h 2344739"/>
              <a:gd name="connsiteX76" fmla="*/ 8597219 w 12193149"/>
              <a:gd name="connsiteY76" fmla="*/ 1944090 h 2344739"/>
              <a:gd name="connsiteX77" fmla="*/ 8526378 w 12193149"/>
              <a:gd name="connsiteY77" fmla="*/ 1929248 h 2344739"/>
              <a:gd name="connsiteX78" fmla="*/ 8512131 w 12193149"/>
              <a:gd name="connsiteY78" fmla="*/ 1935163 h 2344739"/>
              <a:gd name="connsiteX79" fmla="*/ 8507315 w 12193149"/>
              <a:gd name="connsiteY79" fmla="*/ 1938164 h 2344739"/>
              <a:gd name="connsiteX80" fmla="*/ 8499116 w 12193149"/>
              <a:gd name="connsiteY80" fmla="*/ 1940902 h 2344739"/>
              <a:gd name="connsiteX81" fmla="*/ 8498742 w 12193149"/>
              <a:gd name="connsiteY81" fmla="*/ 1940723 h 2344739"/>
              <a:gd name="connsiteX82" fmla="*/ 8491397 w 12193149"/>
              <a:gd name="connsiteY82" fmla="*/ 1943773 h 2344739"/>
              <a:gd name="connsiteX83" fmla="*/ 8368330 w 12193149"/>
              <a:gd name="connsiteY83" fmla="*/ 1957815 h 2344739"/>
              <a:gd name="connsiteX84" fmla="*/ 8354947 w 12193149"/>
              <a:gd name="connsiteY84" fmla="*/ 1958009 h 2344739"/>
              <a:gd name="connsiteX85" fmla="*/ 8321252 w 12193149"/>
              <a:gd name="connsiteY85" fmla="*/ 1974587 h 2344739"/>
              <a:gd name="connsiteX86" fmla="*/ 8315581 w 12193149"/>
              <a:gd name="connsiteY86" fmla="*/ 1974913 h 2344739"/>
              <a:gd name="connsiteX87" fmla="*/ 8296322 w 12193149"/>
              <a:gd name="connsiteY87" fmla="*/ 1988808 h 2344739"/>
              <a:gd name="connsiteX88" fmla="*/ 8285424 w 12193149"/>
              <a:gd name="connsiteY88" fmla="*/ 1994631 h 2344739"/>
              <a:gd name="connsiteX89" fmla="*/ 8284298 w 12193149"/>
              <a:gd name="connsiteY89" fmla="*/ 1999074 h 2344739"/>
              <a:gd name="connsiteX90" fmla="*/ 8267224 w 12193149"/>
              <a:gd name="connsiteY90" fmla="*/ 2006249 h 2344739"/>
              <a:gd name="connsiteX91" fmla="*/ 8264525 w 12193149"/>
              <a:gd name="connsiteY91" fmla="*/ 2006019 h 2344739"/>
              <a:gd name="connsiteX92" fmla="*/ 8253181 w 12193149"/>
              <a:gd name="connsiteY92" fmla="*/ 2015862 h 2344739"/>
              <a:gd name="connsiteX93" fmla="*/ 8246982 w 12193149"/>
              <a:gd name="connsiteY93" fmla="*/ 2028854 h 2344739"/>
              <a:gd name="connsiteX94" fmla="*/ 8091420 w 12193149"/>
              <a:gd name="connsiteY94" fmla="*/ 2075015 h 2344739"/>
              <a:gd name="connsiteX95" fmla="*/ 7906555 w 12193149"/>
              <a:gd name="connsiteY95" fmla="*/ 2116988 h 2344739"/>
              <a:gd name="connsiteX96" fmla="*/ 7719893 w 12193149"/>
              <a:gd name="connsiteY96" fmla="*/ 2142703 h 2344739"/>
              <a:gd name="connsiteX97" fmla="*/ 7615495 w 12193149"/>
              <a:gd name="connsiteY97" fmla="*/ 2139232 h 2344739"/>
              <a:gd name="connsiteX98" fmla="*/ 7528691 w 12193149"/>
              <a:gd name="connsiteY98" fmla="*/ 2145060 h 2344739"/>
              <a:gd name="connsiteX99" fmla="*/ 7520719 w 12193149"/>
              <a:gd name="connsiteY99" fmla="*/ 2147613 h 2344739"/>
              <a:gd name="connsiteX100" fmla="*/ 7508559 w 12193149"/>
              <a:gd name="connsiteY100" fmla="*/ 2148948 h 2344739"/>
              <a:gd name="connsiteX101" fmla="*/ 7508188 w 12193149"/>
              <a:gd name="connsiteY101" fmla="*/ 2148621 h 2344739"/>
              <a:gd name="connsiteX102" fmla="*/ 7496943 w 12193149"/>
              <a:gd name="connsiteY102" fmla="*/ 2150573 h 2344739"/>
              <a:gd name="connsiteX103" fmla="*/ 7219707 w 12193149"/>
              <a:gd name="connsiteY103" fmla="*/ 2156680 h 2344739"/>
              <a:gd name="connsiteX104" fmla="*/ 7202249 w 12193149"/>
              <a:gd name="connsiteY104" fmla="*/ 2161230 h 2344739"/>
              <a:gd name="connsiteX105" fmla="*/ 7198152 w 12193149"/>
              <a:gd name="connsiteY105" fmla="*/ 2166588 h 2344739"/>
              <a:gd name="connsiteX106" fmla="*/ 7171956 w 12193149"/>
              <a:gd name="connsiteY106" fmla="*/ 2171236 h 2344739"/>
              <a:gd name="connsiteX107" fmla="*/ 7098136 w 12193149"/>
              <a:gd name="connsiteY107" fmla="*/ 2183464 h 2344739"/>
              <a:gd name="connsiteX108" fmla="*/ 7019644 w 12193149"/>
              <a:gd name="connsiteY108" fmla="*/ 2183090 h 2344739"/>
              <a:gd name="connsiteX109" fmla="*/ 6905294 w 12193149"/>
              <a:gd name="connsiteY109" fmla="*/ 2212596 h 2344739"/>
              <a:gd name="connsiteX110" fmla="*/ 6709370 w 12193149"/>
              <a:gd name="connsiteY110" fmla="*/ 2240551 h 2344739"/>
              <a:gd name="connsiteX111" fmla="*/ 6550602 w 12193149"/>
              <a:gd name="connsiteY111" fmla="*/ 2269327 h 2344739"/>
              <a:gd name="connsiteX112" fmla="*/ 6318708 w 12193149"/>
              <a:gd name="connsiteY112" fmla="*/ 2316127 h 2344739"/>
              <a:gd name="connsiteX113" fmla="*/ 6169822 w 12193149"/>
              <a:gd name="connsiteY113" fmla="*/ 2318214 h 2344739"/>
              <a:gd name="connsiteX114" fmla="*/ 6074996 w 12193149"/>
              <a:gd name="connsiteY114" fmla="*/ 2338676 h 2344739"/>
              <a:gd name="connsiteX115" fmla="*/ 6069677 w 12193149"/>
              <a:gd name="connsiteY115" fmla="*/ 2337139 h 2344739"/>
              <a:gd name="connsiteX116" fmla="*/ 6049786 w 12193149"/>
              <a:gd name="connsiteY116" fmla="*/ 2337822 h 2344739"/>
              <a:gd name="connsiteX117" fmla="*/ 6042433 w 12193149"/>
              <a:gd name="connsiteY117" fmla="*/ 2329473 h 2344739"/>
              <a:gd name="connsiteX118" fmla="*/ 6011238 w 12193149"/>
              <a:gd name="connsiteY118" fmla="*/ 2324380 h 2344739"/>
              <a:gd name="connsiteX119" fmla="*/ 5958523 w 12193149"/>
              <a:gd name="connsiteY119" fmla="*/ 2328024 h 2344739"/>
              <a:gd name="connsiteX120" fmla="*/ 5760067 w 12193149"/>
              <a:gd name="connsiteY120" fmla="*/ 2343716 h 2344739"/>
              <a:gd name="connsiteX121" fmla="*/ 5628108 w 12193149"/>
              <a:gd name="connsiteY121" fmla="*/ 2344739 h 2344739"/>
              <a:gd name="connsiteX122" fmla="*/ 5472054 w 12193149"/>
              <a:gd name="connsiteY122" fmla="*/ 2330719 h 2344739"/>
              <a:gd name="connsiteX123" fmla="*/ 5433909 w 12193149"/>
              <a:gd name="connsiteY123" fmla="*/ 2319466 h 2344739"/>
              <a:gd name="connsiteX124" fmla="*/ 5382817 w 12193149"/>
              <a:gd name="connsiteY124" fmla="*/ 2301764 h 2344739"/>
              <a:gd name="connsiteX125" fmla="*/ 5262912 w 12193149"/>
              <a:gd name="connsiteY125" fmla="*/ 2281347 h 2344739"/>
              <a:gd name="connsiteX126" fmla="*/ 5224109 w 12193149"/>
              <a:gd name="connsiteY126" fmla="*/ 2270223 h 2344739"/>
              <a:gd name="connsiteX127" fmla="*/ 5175808 w 12193149"/>
              <a:gd name="connsiteY127" fmla="*/ 2267233 h 2344739"/>
              <a:gd name="connsiteX128" fmla="*/ 5157702 w 12193149"/>
              <a:gd name="connsiteY128" fmla="*/ 2260010 h 2344739"/>
              <a:gd name="connsiteX129" fmla="*/ 5143747 w 12193149"/>
              <a:gd name="connsiteY129" fmla="*/ 2256610 h 2344739"/>
              <a:gd name="connsiteX130" fmla="*/ 5140744 w 12193149"/>
              <a:gd name="connsiteY130" fmla="*/ 2254509 h 2344739"/>
              <a:gd name="connsiteX131" fmla="*/ 5122807 w 12193149"/>
              <a:gd name="connsiteY131" fmla="*/ 2243656 h 2344739"/>
              <a:gd name="connsiteX132" fmla="*/ 5066938 w 12193149"/>
              <a:gd name="connsiteY132" fmla="*/ 2250227 h 2344739"/>
              <a:gd name="connsiteX133" fmla="*/ 5012662 w 12193149"/>
              <a:gd name="connsiteY133" fmla="*/ 2233846 h 2344739"/>
              <a:gd name="connsiteX134" fmla="*/ 4841589 w 12193149"/>
              <a:gd name="connsiteY134" fmla="*/ 2209829 h 2344739"/>
              <a:gd name="connsiteX135" fmla="*/ 4763595 w 12193149"/>
              <a:gd name="connsiteY135" fmla="*/ 2182061 h 2344739"/>
              <a:gd name="connsiteX136" fmla="*/ 4724334 w 12193149"/>
              <a:gd name="connsiteY136" fmla="*/ 2173047 h 2344739"/>
              <a:gd name="connsiteX137" fmla="*/ 4722324 w 12193149"/>
              <a:gd name="connsiteY137" fmla="*/ 2172298 h 2344739"/>
              <a:gd name="connsiteX138" fmla="*/ 4723259 w 12193149"/>
              <a:gd name="connsiteY138" fmla="*/ 2172087 h 2344739"/>
              <a:gd name="connsiteX139" fmla="*/ 4718350 w 12193149"/>
              <a:gd name="connsiteY139" fmla="*/ 2170817 h 2344739"/>
              <a:gd name="connsiteX140" fmla="*/ 4722324 w 12193149"/>
              <a:gd name="connsiteY140" fmla="*/ 2172298 h 2344739"/>
              <a:gd name="connsiteX141" fmla="*/ 4716674 w 12193149"/>
              <a:gd name="connsiteY141" fmla="*/ 2173573 h 2344739"/>
              <a:gd name="connsiteX142" fmla="*/ 4516962 w 12193149"/>
              <a:gd name="connsiteY142" fmla="*/ 2163671 h 2344739"/>
              <a:gd name="connsiteX143" fmla="*/ 4429691 w 12193149"/>
              <a:gd name="connsiteY143" fmla="*/ 2153020 h 2344739"/>
              <a:gd name="connsiteX144" fmla="*/ 4364023 w 12193149"/>
              <a:gd name="connsiteY144" fmla="*/ 2151674 h 2344739"/>
              <a:gd name="connsiteX145" fmla="*/ 4318114 w 12193149"/>
              <a:gd name="connsiteY145" fmla="*/ 2158289 h 2344739"/>
              <a:gd name="connsiteX146" fmla="*/ 4316258 w 12193149"/>
              <a:gd name="connsiteY146" fmla="*/ 2156948 h 2344739"/>
              <a:gd name="connsiteX147" fmla="*/ 4296292 w 12193149"/>
              <a:gd name="connsiteY147" fmla="*/ 2155069 h 2344739"/>
              <a:gd name="connsiteX148" fmla="*/ 4291212 w 12193149"/>
              <a:gd name="connsiteY148" fmla="*/ 2157986 h 2344739"/>
              <a:gd name="connsiteX149" fmla="*/ 4277290 w 12193149"/>
              <a:gd name="connsiteY149" fmla="*/ 2157740 h 2344739"/>
              <a:gd name="connsiteX150" fmla="*/ 4249265 w 12193149"/>
              <a:gd name="connsiteY150" fmla="*/ 2160064 h 2344739"/>
              <a:gd name="connsiteX151" fmla="*/ 4203199 w 12193149"/>
              <a:gd name="connsiteY151" fmla="*/ 2157269 h 2344739"/>
              <a:gd name="connsiteX152" fmla="*/ 4202893 w 12193149"/>
              <a:gd name="connsiteY152" fmla="*/ 2156010 h 2344739"/>
              <a:gd name="connsiteX153" fmla="*/ 4192396 w 12193149"/>
              <a:gd name="connsiteY153" fmla="*/ 2150376 h 2344739"/>
              <a:gd name="connsiteX154" fmla="*/ 4143893 w 12193149"/>
              <a:gd name="connsiteY154" fmla="*/ 2134511 h 2344739"/>
              <a:gd name="connsiteX155" fmla="*/ 4084245 w 12193149"/>
              <a:gd name="connsiteY155" fmla="*/ 2107978 h 2344739"/>
              <a:gd name="connsiteX156" fmla="*/ 4075694 w 12193149"/>
              <a:gd name="connsiteY156" fmla="*/ 2107143 h 2344739"/>
              <a:gd name="connsiteX157" fmla="*/ 4075575 w 12193149"/>
              <a:gd name="connsiteY157" fmla="*/ 2106844 h 2344739"/>
              <a:gd name="connsiteX158" fmla="*/ 4066658 w 12193149"/>
              <a:gd name="connsiteY158" fmla="*/ 2105400 h 2344739"/>
              <a:gd name="connsiteX159" fmla="*/ 4060102 w 12193149"/>
              <a:gd name="connsiteY159" fmla="*/ 2105618 h 2344739"/>
              <a:gd name="connsiteX160" fmla="*/ 4043512 w 12193149"/>
              <a:gd name="connsiteY160" fmla="*/ 2103997 h 2344739"/>
              <a:gd name="connsiteX161" fmla="*/ 4038145 w 12193149"/>
              <a:gd name="connsiteY161" fmla="*/ 2101563 h 2344739"/>
              <a:gd name="connsiteX162" fmla="*/ 4036511 w 12193149"/>
              <a:gd name="connsiteY162" fmla="*/ 2097896 h 2344739"/>
              <a:gd name="connsiteX163" fmla="*/ 4034926 w 12193149"/>
              <a:gd name="connsiteY163" fmla="*/ 2098131 h 2344739"/>
              <a:gd name="connsiteX164" fmla="*/ 4005686 w 12193149"/>
              <a:gd name="connsiteY164" fmla="*/ 2085563 h 2344739"/>
              <a:gd name="connsiteX165" fmla="*/ 3937994 w 12193149"/>
              <a:gd name="connsiteY165" fmla="*/ 2068106 h 2344739"/>
              <a:gd name="connsiteX166" fmla="*/ 3898423 w 12193149"/>
              <a:gd name="connsiteY166" fmla="*/ 2062451 h 2344739"/>
              <a:gd name="connsiteX167" fmla="*/ 3790908 w 12193149"/>
              <a:gd name="connsiteY167" fmla="*/ 2042213 h 2344739"/>
              <a:gd name="connsiteX168" fmla="*/ 3683661 w 12193149"/>
              <a:gd name="connsiteY168" fmla="*/ 2018290 h 2344739"/>
              <a:gd name="connsiteX169" fmla="*/ 3611183 w 12193149"/>
              <a:gd name="connsiteY169" fmla="*/ 1986019 h 2344739"/>
              <a:gd name="connsiteX170" fmla="*/ 3605003 w 12193149"/>
              <a:gd name="connsiteY170" fmla="*/ 1987381 h 2344739"/>
              <a:gd name="connsiteX171" fmla="*/ 3595884 w 12193149"/>
              <a:gd name="connsiteY171" fmla="*/ 1987545 h 2344739"/>
              <a:gd name="connsiteX172" fmla="*/ 3595649 w 12193149"/>
              <a:gd name="connsiteY172" fmla="*/ 1987276 h 2344739"/>
              <a:gd name="connsiteX173" fmla="*/ 3587126 w 12193149"/>
              <a:gd name="connsiteY173" fmla="*/ 1987966 h 2344739"/>
              <a:gd name="connsiteX174" fmla="*/ 3537283 w 12193149"/>
              <a:gd name="connsiteY174" fmla="*/ 1978267 h 2344739"/>
              <a:gd name="connsiteX175" fmla="*/ 3474371 w 12193149"/>
              <a:gd name="connsiteY175" fmla="*/ 1974606 h 2344739"/>
              <a:gd name="connsiteX176" fmla="*/ 3401876 w 12193149"/>
              <a:gd name="connsiteY176" fmla="*/ 1962558 h 2344739"/>
              <a:gd name="connsiteX177" fmla="*/ 3365036 w 12193149"/>
              <a:gd name="connsiteY177" fmla="*/ 1979510 h 2344739"/>
              <a:gd name="connsiteX178" fmla="*/ 3345174 w 12193149"/>
              <a:gd name="connsiteY178" fmla="*/ 1981192 h 2344739"/>
              <a:gd name="connsiteX179" fmla="*/ 3342846 w 12193149"/>
              <a:gd name="connsiteY179" fmla="*/ 1980217 h 2344739"/>
              <a:gd name="connsiteX180" fmla="*/ 3263504 w 12193149"/>
              <a:gd name="connsiteY180" fmla="*/ 1986094 h 2344739"/>
              <a:gd name="connsiteX181" fmla="*/ 3143704 w 12193149"/>
              <a:gd name="connsiteY181" fmla="*/ 1993869 h 2344739"/>
              <a:gd name="connsiteX182" fmla="*/ 3031439 w 12193149"/>
              <a:gd name="connsiteY182" fmla="*/ 1996512 h 2344739"/>
              <a:gd name="connsiteX183" fmla="*/ 2782717 w 12193149"/>
              <a:gd name="connsiteY183" fmla="*/ 2018333 h 2344739"/>
              <a:gd name="connsiteX184" fmla="*/ 2647675 w 12193149"/>
              <a:gd name="connsiteY184" fmla="*/ 2028869 h 2344739"/>
              <a:gd name="connsiteX185" fmla="*/ 2569176 w 12193149"/>
              <a:gd name="connsiteY185" fmla="*/ 2002628 h 2344739"/>
              <a:gd name="connsiteX186" fmla="*/ 2444403 w 12193149"/>
              <a:gd name="connsiteY186" fmla="*/ 2016529 h 2344739"/>
              <a:gd name="connsiteX187" fmla="*/ 2316260 w 12193149"/>
              <a:gd name="connsiteY187" fmla="*/ 2024996 h 2344739"/>
              <a:gd name="connsiteX188" fmla="*/ 2209726 w 12193149"/>
              <a:gd name="connsiteY188" fmla="*/ 2019763 h 2344739"/>
              <a:gd name="connsiteX189" fmla="*/ 2095813 w 12193149"/>
              <a:gd name="connsiteY189" fmla="*/ 2003052 h 2344739"/>
              <a:gd name="connsiteX190" fmla="*/ 1998504 w 12193149"/>
              <a:gd name="connsiteY190" fmla="*/ 1995032 h 2344739"/>
              <a:gd name="connsiteX191" fmla="*/ 1929320 w 12193149"/>
              <a:gd name="connsiteY191" fmla="*/ 2016977 h 2344739"/>
              <a:gd name="connsiteX192" fmla="*/ 1922798 w 12193149"/>
              <a:gd name="connsiteY192" fmla="*/ 2012146 h 2344739"/>
              <a:gd name="connsiteX193" fmla="*/ 1874228 w 12193149"/>
              <a:gd name="connsiteY193" fmla="*/ 2013741 h 2344739"/>
              <a:gd name="connsiteX194" fmla="*/ 1787803 w 12193149"/>
              <a:gd name="connsiteY194" fmla="*/ 2041363 h 2344739"/>
              <a:gd name="connsiteX195" fmla="*/ 1739352 w 12193149"/>
              <a:gd name="connsiteY195" fmla="*/ 2036312 h 2344739"/>
              <a:gd name="connsiteX196" fmla="*/ 1676219 w 12193149"/>
              <a:gd name="connsiteY196" fmla="*/ 2019963 h 2344739"/>
              <a:gd name="connsiteX197" fmla="*/ 1609817 w 12193149"/>
              <a:gd name="connsiteY197" fmla="*/ 2013066 h 2344739"/>
              <a:gd name="connsiteX198" fmla="*/ 1497258 w 12193149"/>
              <a:gd name="connsiteY198" fmla="*/ 1987476 h 2344739"/>
              <a:gd name="connsiteX199" fmla="*/ 1151127 w 12193149"/>
              <a:gd name="connsiteY199" fmla="*/ 1938041 h 2344739"/>
              <a:gd name="connsiteX200" fmla="*/ 859417 w 12193149"/>
              <a:gd name="connsiteY200" fmla="*/ 1928608 h 2344739"/>
              <a:gd name="connsiteX201" fmla="*/ 838688 w 12193149"/>
              <a:gd name="connsiteY201" fmla="*/ 1929821 h 2344739"/>
              <a:gd name="connsiteX202" fmla="*/ 817957 w 12193149"/>
              <a:gd name="connsiteY202" fmla="*/ 1927857 h 2344739"/>
              <a:gd name="connsiteX203" fmla="*/ 812654 w 12193149"/>
              <a:gd name="connsiteY203" fmla="*/ 1930751 h 2344739"/>
              <a:gd name="connsiteX204" fmla="*/ 721195 w 12193149"/>
              <a:gd name="connsiteY204" fmla="*/ 1929661 h 2344739"/>
              <a:gd name="connsiteX205" fmla="*/ 720890 w 12193149"/>
              <a:gd name="connsiteY205" fmla="*/ 1928399 h 2344739"/>
              <a:gd name="connsiteX206" fmla="*/ 710023 w 12193149"/>
              <a:gd name="connsiteY206" fmla="*/ 1922722 h 2344739"/>
              <a:gd name="connsiteX207" fmla="*/ 597940 w 12193149"/>
              <a:gd name="connsiteY207" fmla="*/ 1879864 h 2344739"/>
              <a:gd name="connsiteX208" fmla="*/ 579683 w 12193149"/>
              <a:gd name="connsiteY208" fmla="*/ 1877212 h 2344739"/>
              <a:gd name="connsiteX209" fmla="*/ 572865 w 12193149"/>
              <a:gd name="connsiteY209" fmla="*/ 1877401 h 2344739"/>
              <a:gd name="connsiteX210" fmla="*/ 446247 w 12193149"/>
              <a:gd name="connsiteY210" fmla="*/ 1839371 h 2344739"/>
              <a:gd name="connsiteX211" fmla="*/ 405163 w 12193149"/>
              <a:gd name="connsiteY211" fmla="*/ 1833548 h 2344739"/>
              <a:gd name="connsiteX212" fmla="*/ 293583 w 12193149"/>
              <a:gd name="connsiteY212" fmla="*/ 1812852 h 2344739"/>
              <a:gd name="connsiteX213" fmla="*/ 119529 w 12193149"/>
              <a:gd name="connsiteY213" fmla="*/ 1761047 h 2344739"/>
              <a:gd name="connsiteX214" fmla="*/ 16674 w 12193149"/>
              <a:gd name="connsiteY214" fmla="*/ 1758191 h 2344739"/>
              <a:gd name="connsiteX215" fmla="*/ 1150 w 12193149"/>
              <a:gd name="connsiteY215" fmla="*/ 1752722 h 2344739"/>
              <a:gd name="connsiteX216" fmla="*/ 1148 w 12193149"/>
              <a:gd name="connsiteY216" fmla="*/ 222213 h 2344739"/>
              <a:gd name="connsiteX217" fmla="*/ 1148 w 12193149"/>
              <a:gd name="connsiteY217" fmla="*/ 0 h 2344739"/>
              <a:gd name="connsiteX0" fmla="*/ 1148 w 12193149"/>
              <a:gd name="connsiteY0" fmla="*/ 0 h 2344739"/>
              <a:gd name="connsiteX1" fmla="*/ 12193148 w 12193149"/>
              <a:gd name="connsiteY1" fmla="*/ 0 h 2344739"/>
              <a:gd name="connsiteX2" fmla="*/ 12193149 w 12193149"/>
              <a:gd name="connsiteY2" fmla="*/ 579739 h 2344739"/>
              <a:gd name="connsiteX3" fmla="*/ 12185986 w 12193149"/>
              <a:gd name="connsiteY3" fmla="*/ 584189 h 2344739"/>
              <a:gd name="connsiteX4" fmla="*/ 12156363 w 12193149"/>
              <a:gd name="connsiteY4" fmla="*/ 597366 h 2344739"/>
              <a:gd name="connsiteX5" fmla="*/ 12139215 w 12193149"/>
              <a:gd name="connsiteY5" fmla="*/ 623179 h 2344739"/>
              <a:gd name="connsiteX6" fmla="*/ 12126327 w 12193149"/>
              <a:gd name="connsiteY6" fmla="*/ 624690 h 2344739"/>
              <a:gd name="connsiteX7" fmla="*/ 12124007 w 12193149"/>
              <a:gd name="connsiteY7" fmla="*/ 624794 h 2344739"/>
              <a:gd name="connsiteX8" fmla="*/ 12116854 w 12193149"/>
              <a:gd name="connsiteY8" fmla="*/ 628608 h 2344739"/>
              <a:gd name="connsiteX9" fmla="*/ 12099497 w 12193149"/>
              <a:gd name="connsiteY9" fmla="*/ 628139 h 2344739"/>
              <a:gd name="connsiteX10" fmla="*/ 12087073 w 12193149"/>
              <a:gd name="connsiteY10" fmla="*/ 636341 h 2344739"/>
              <a:gd name="connsiteX11" fmla="*/ 12031073 w 12193149"/>
              <a:gd name="connsiteY11" fmla="*/ 680009 h 2344739"/>
              <a:gd name="connsiteX12" fmla="*/ 11995833 w 12193149"/>
              <a:gd name="connsiteY12" fmla="*/ 703458 h 2344739"/>
              <a:gd name="connsiteX13" fmla="*/ 11979717 w 12193149"/>
              <a:gd name="connsiteY13" fmla="*/ 708161 h 2344739"/>
              <a:gd name="connsiteX14" fmla="*/ 11959046 w 12193149"/>
              <a:gd name="connsiteY14" fmla="*/ 717558 h 2344739"/>
              <a:gd name="connsiteX15" fmla="*/ 11920454 w 12193149"/>
              <a:gd name="connsiteY15" fmla="*/ 730883 h 2344739"/>
              <a:gd name="connsiteX16" fmla="*/ 11903656 w 12193149"/>
              <a:gd name="connsiteY16" fmla="*/ 742426 h 2344739"/>
              <a:gd name="connsiteX17" fmla="*/ 11895048 w 12193149"/>
              <a:gd name="connsiteY17" fmla="*/ 744791 h 2344739"/>
              <a:gd name="connsiteX18" fmla="*/ 11891968 w 12193149"/>
              <a:gd name="connsiteY18" fmla="*/ 755729 h 2344739"/>
              <a:gd name="connsiteX19" fmla="*/ 11870776 w 12193149"/>
              <a:gd name="connsiteY19" fmla="*/ 777816 h 2344739"/>
              <a:gd name="connsiteX20" fmla="*/ 11813376 w 12193149"/>
              <a:gd name="connsiteY20" fmla="*/ 797659 h 2344739"/>
              <a:gd name="connsiteX21" fmla="*/ 11590693 w 12193149"/>
              <a:gd name="connsiteY21" fmla="*/ 963777 h 2344739"/>
              <a:gd name="connsiteX22" fmla="*/ 11506817 w 12193149"/>
              <a:gd name="connsiteY22" fmla="*/ 1033623 h 2344739"/>
              <a:gd name="connsiteX23" fmla="*/ 11280332 w 12193149"/>
              <a:gd name="connsiteY23" fmla="*/ 1223571 h 2344739"/>
              <a:gd name="connsiteX24" fmla="*/ 11228309 w 12193149"/>
              <a:gd name="connsiteY24" fmla="*/ 1276236 h 2344739"/>
              <a:gd name="connsiteX25" fmla="*/ 11218087 w 12193149"/>
              <a:gd name="connsiteY25" fmla="*/ 1275961 h 2344739"/>
              <a:gd name="connsiteX26" fmla="*/ 11217184 w 12193149"/>
              <a:gd name="connsiteY26" fmla="*/ 1275018 h 2344739"/>
              <a:gd name="connsiteX27" fmla="*/ 11188885 w 12193149"/>
              <a:gd name="connsiteY27" fmla="*/ 1292383 h 2344739"/>
              <a:gd name="connsiteX28" fmla="*/ 11184501 w 12193149"/>
              <a:gd name="connsiteY28" fmla="*/ 1292525 h 2344739"/>
              <a:gd name="connsiteX29" fmla="*/ 11166854 w 12193149"/>
              <a:gd name="connsiteY29" fmla="*/ 1306612 h 2344739"/>
              <a:gd name="connsiteX30" fmla="*/ 11157311 w 12193149"/>
              <a:gd name="connsiteY30" fmla="*/ 1312414 h 2344739"/>
              <a:gd name="connsiteX31" fmla="*/ 11155496 w 12193149"/>
              <a:gd name="connsiteY31" fmla="*/ 1317097 h 2344739"/>
              <a:gd name="connsiteX32" fmla="*/ 11140961 w 12193149"/>
              <a:gd name="connsiteY32" fmla="*/ 1324115 h 2344739"/>
              <a:gd name="connsiteX33" fmla="*/ 11138961 w 12193149"/>
              <a:gd name="connsiteY33" fmla="*/ 1323772 h 2344739"/>
              <a:gd name="connsiteX34" fmla="*/ 11128208 w 12193149"/>
              <a:gd name="connsiteY34" fmla="*/ 1333832 h 2344739"/>
              <a:gd name="connsiteX35" fmla="*/ 11120691 w 12193149"/>
              <a:gd name="connsiteY35" fmla="*/ 1347424 h 2344739"/>
              <a:gd name="connsiteX36" fmla="*/ 10894683 w 12193149"/>
              <a:gd name="connsiteY36" fmla="*/ 1473399 h 2344739"/>
              <a:gd name="connsiteX37" fmla="*/ 10773300 w 12193149"/>
              <a:gd name="connsiteY37" fmla="*/ 1523191 h 2344739"/>
              <a:gd name="connsiteX38" fmla="*/ 10627668 w 12193149"/>
              <a:gd name="connsiteY38" fmla="*/ 1559229 h 2344739"/>
              <a:gd name="connsiteX39" fmla="*/ 10581895 w 12193149"/>
              <a:gd name="connsiteY39" fmla="*/ 1568689 h 2344739"/>
              <a:gd name="connsiteX40" fmla="*/ 10547790 w 12193149"/>
              <a:gd name="connsiteY40" fmla="*/ 1598423 h 2344739"/>
              <a:gd name="connsiteX41" fmla="*/ 10529643 w 12193149"/>
              <a:gd name="connsiteY41" fmla="*/ 1596907 h 2344739"/>
              <a:gd name="connsiteX42" fmla="*/ 10526446 w 12193149"/>
              <a:gd name="connsiteY42" fmla="*/ 1596411 h 2344739"/>
              <a:gd name="connsiteX43" fmla="*/ 10515129 w 12193149"/>
              <a:gd name="connsiteY43" fmla="*/ 1599537 h 2344739"/>
              <a:gd name="connsiteX44" fmla="*/ 10491735 w 12193149"/>
              <a:gd name="connsiteY44" fmla="*/ 1594156 h 2344739"/>
              <a:gd name="connsiteX45" fmla="*/ 10471418 w 12193149"/>
              <a:gd name="connsiteY45" fmla="*/ 1601693 h 2344739"/>
              <a:gd name="connsiteX46" fmla="*/ 10377042 w 12193149"/>
              <a:gd name="connsiteY46" fmla="*/ 1644598 h 2344739"/>
              <a:gd name="connsiteX47" fmla="*/ 10319338 w 12193149"/>
              <a:gd name="connsiteY47" fmla="*/ 1666221 h 2344739"/>
              <a:gd name="connsiteX48" fmla="*/ 10295467 w 12193149"/>
              <a:gd name="connsiteY48" fmla="*/ 1668079 h 2344739"/>
              <a:gd name="connsiteX49" fmla="*/ 10263443 w 12193149"/>
              <a:gd name="connsiteY49" fmla="*/ 1674948 h 2344739"/>
              <a:gd name="connsiteX50" fmla="*/ 10205418 w 12193149"/>
              <a:gd name="connsiteY50" fmla="*/ 1682149 h 2344739"/>
              <a:gd name="connsiteX51" fmla="*/ 10177759 w 12193149"/>
              <a:gd name="connsiteY51" fmla="*/ 1692943 h 2344739"/>
              <a:gd name="connsiteX52" fmla="*/ 10165070 w 12193149"/>
              <a:gd name="connsiteY52" fmla="*/ 1693739 h 2344739"/>
              <a:gd name="connsiteX53" fmla="*/ 10156308 w 12193149"/>
              <a:gd name="connsiteY53" fmla="*/ 1707487 h 2344739"/>
              <a:gd name="connsiteX54" fmla="*/ 10118267 w 12193149"/>
              <a:gd name="connsiteY54" fmla="*/ 1731142 h 2344739"/>
              <a:gd name="connsiteX55" fmla="*/ 10083317 w 12193149"/>
              <a:gd name="connsiteY55" fmla="*/ 1743296 h 2344739"/>
              <a:gd name="connsiteX56" fmla="*/ 10040388 w 12193149"/>
              <a:gd name="connsiteY56" fmla="*/ 1741632 h 2344739"/>
              <a:gd name="connsiteX57" fmla="*/ 9961167 w 12193149"/>
              <a:gd name="connsiteY57" fmla="*/ 1757147 h 2344739"/>
              <a:gd name="connsiteX58" fmla="*/ 9848940 w 12193149"/>
              <a:gd name="connsiteY58" fmla="*/ 1763915 h 2344739"/>
              <a:gd name="connsiteX59" fmla="*/ 9729457 w 12193149"/>
              <a:gd name="connsiteY59" fmla="*/ 1784122 h 2344739"/>
              <a:gd name="connsiteX60" fmla="*/ 9613704 w 12193149"/>
              <a:gd name="connsiteY60" fmla="*/ 1812371 h 2344739"/>
              <a:gd name="connsiteX61" fmla="*/ 9338590 w 12193149"/>
              <a:gd name="connsiteY61" fmla="*/ 1869293 h 2344739"/>
              <a:gd name="connsiteX62" fmla="*/ 9232518 w 12193149"/>
              <a:gd name="connsiteY62" fmla="*/ 1893149 h 2344739"/>
              <a:gd name="connsiteX63" fmla="*/ 9156690 w 12193149"/>
              <a:gd name="connsiteY63" fmla="*/ 1903228 h 2344739"/>
              <a:gd name="connsiteX64" fmla="*/ 9054601 w 12193149"/>
              <a:gd name="connsiteY64" fmla="*/ 1910755 h 2344739"/>
              <a:gd name="connsiteX65" fmla="*/ 9006634 w 12193149"/>
              <a:gd name="connsiteY65" fmla="*/ 1914040 h 2344739"/>
              <a:gd name="connsiteX66" fmla="*/ 9006349 w 12193149"/>
              <a:gd name="connsiteY66" fmla="*/ 1913800 h 2344739"/>
              <a:gd name="connsiteX67" fmla="*/ 8997380 w 12193149"/>
              <a:gd name="connsiteY67" fmla="*/ 1915011 h 2344739"/>
              <a:gd name="connsiteX68" fmla="*/ 8991542 w 12193149"/>
              <a:gd name="connsiteY68" fmla="*/ 1917072 h 2344739"/>
              <a:gd name="connsiteX69" fmla="*/ 8975485 w 12193149"/>
              <a:gd name="connsiteY69" fmla="*/ 1920298 h 2344739"/>
              <a:gd name="connsiteX70" fmla="*/ 8969159 w 12193149"/>
              <a:gd name="connsiteY70" fmla="*/ 1919598 h 2344739"/>
              <a:gd name="connsiteX71" fmla="*/ 8964196 w 12193149"/>
              <a:gd name="connsiteY71" fmla="*/ 1917373 h 2344739"/>
              <a:gd name="connsiteX72" fmla="*/ 8930136 w 12193149"/>
              <a:gd name="connsiteY72" fmla="*/ 1914185 h 2344739"/>
              <a:gd name="connsiteX73" fmla="*/ 8753592 w 12193149"/>
              <a:gd name="connsiteY73" fmla="*/ 1933417 h 2344739"/>
              <a:gd name="connsiteX74" fmla="*/ 8708995 w 12193149"/>
              <a:gd name="connsiteY74" fmla="*/ 1935518 h 2344739"/>
              <a:gd name="connsiteX75" fmla="*/ 8597219 w 12193149"/>
              <a:gd name="connsiteY75" fmla="*/ 1944090 h 2344739"/>
              <a:gd name="connsiteX76" fmla="*/ 8526378 w 12193149"/>
              <a:gd name="connsiteY76" fmla="*/ 1929248 h 2344739"/>
              <a:gd name="connsiteX77" fmla="*/ 8512131 w 12193149"/>
              <a:gd name="connsiteY77" fmla="*/ 1935163 h 2344739"/>
              <a:gd name="connsiteX78" fmla="*/ 8507315 w 12193149"/>
              <a:gd name="connsiteY78" fmla="*/ 1938164 h 2344739"/>
              <a:gd name="connsiteX79" fmla="*/ 8499116 w 12193149"/>
              <a:gd name="connsiteY79" fmla="*/ 1940902 h 2344739"/>
              <a:gd name="connsiteX80" fmla="*/ 8498742 w 12193149"/>
              <a:gd name="connsiteY80" fmla="*/ 1940723 h 2344739"/>
              <a:gd name="connsiteX81" fmla="*/ 8491397 w 12193149"/>
              <a:gd name="connsiteY81" fmla="*/ 1943773 h 2344739"/>
              <a:gd name="connsiteX82" fmla="*/ 8368330 w 12193149"/>
              <a:gd name="connsiteY82" fmla="*/ 1957815 h 2344739"/>
              <a:gd name="connsiteX83" fmla="*/ 8354947 w 12193149"/>
              <a:gd name="connsiteY83" fmla="*/ 1958009 h 2344739"/>
              <a:gd name="connsiteX84" fmla="*/ 8321252 w 12193149"/>
              <a:gd name="connsiteY84" fmla="*/ 1974587 h 2344739"/>
              <a:gd name="connsiteX85" fmla="*/ 8315581 w 12193149"/>
              <a:gd name="connsiteY85" fmla="*/ 1974913 h 2344739"/>
              <a:gd name="connsiteX86" fmla="*/ 8296322 w 12193149"/>
              <a:gd name="connsiteY86" fmla="*/ 1988808 h 2344739"/>
              <a:gd name="connsiteX87" fmla="*/ 8285424 w 12193149"/>
              <a:gd name="connsiteY87" fmla="*/ 1994631 h 2344739"/>
              <a:gd name="connsiteX88" fmla="*/ 8284298 w 12193149"/>
              <a:gd name="connsiteY88" fmla="*/ 1999074 h 2344739"/>
              <a:gd name="connsiteX89" fmla="*/ 8267224 w 12193149"/>
              <a:gd name="connsiteY89" fmla="*/ 2006249 h 2344739"/>
              <a:gd name="connsiteX90" fmla="*/ 8264525 w 12193149"/>
              <a:gd name="connsiteY90" fmla="*/ 2006019 h 2344739"/>
              <a:gd name="connsiteX91" fmla="*/ 8253181 w 12193149"/>
              <a:gd name="connsiteY91" fmla="*/ 2015862 h 2344739"/>
              <a:gd name="connsiteX92" fmla="*/ 8246982 w 12193149"/>
              <a:gd name="connsiteY92" fmla="*/ 2028854 h 2344739"/>
              <a:gd name="connsiteX93" fmla="*/ 8091420 w 12193149"/>
              <a:gd name="connsiteY93" fmla="*/ 2075015 h 2344739"/>
              <a:gd name="connsiteX94" fmla="*/ 7906555 w 12193149"/>
              <a:gd name="connsiteY94" fmla="*/ 2116988 h 2344739"/>
              <a:gd name="connsiteX95" fmla="*/ 7719893 w 12193149"/>
              <a:gd name="connsiteY95" fmla="*/ 2142703 h 2344739"/>
              <a:gd name="connsiteX96" fmla="*/ 7615495 w 12193149"/>
              <a:gd name="connsiteY96" fmla="*/ 2139232 h 2344739"/>
              <a:gd name="connsiteX97" fmla="*/ 7528691 w 12193149"/>
              <a:gd name="connsiteY97" fmla="*/ 2145060 h 2344739"/>
              <a:gd name="connsiteX98" fmla="*/ 7520719 w 12193149"/>
              <a:gd name="connsiteY98" fmla="*/ 2147613 h 2344739"/>
              <a:gd name="connsiteX99" fmla="*/ 7508559 w 12193149"/>
              <a:gd name="connsiteY99" fmla="*/ 2148948 h 2344739"/>
              <a:gd name="connsiteX100" fmla="*/ 7508188 w 12193149"/>
              <a:gd name="connsiteY100" fmla="*/ 2148621 h 2344739"/>
              <a:gd name="connsiteX101" fmla="*/ 7496943 w 12193149"/>
              <a:gd name="connsiteY101" fmla="*/ 2150573 h 2344739"/>
              <a:gd name="connsiteX102" fmla="*/ 7219707 w 12193149"/>
              <a:gd name="connsiteY102" fmla="*/ 2156680 h 2344739"/>
              <a:gd name="connsiteX103" fmla="*/ 7202249 w 12193149"/>
              <a:gd name="connsiteY103" fmla="*/ 2161230 h 2344739"/>
              <a:gd name="connsiteX104" fmla="*/ 7198152 w 12193149"/>
              <a:gd name="connsiteY104" fmla="*/ 2166588 h 2344739"/>
              <a:gd name="connsiteX105" fmla="*/ 7171956 w 12193149"/>
              <a:gd name="connsiteY105" fmla="*/ 2171236 h 2344739"/>
              <a:gd name="connsiteX106" fmla="*/ 7098136 w 12193149"/>
              <a:gd name="connsiteY106" fmla="*/ 2183464 h 2344739"/>
              <a:gd name="connsiteX107" fmla="*/ 7019644 w 12193149"/>
              <a:gd name="connsiteY107" fmla="*/ 2183090 h 2344739"/>
              <a:gd name="connsiteX108" fmla="*/ 6905294 w 12193149"/>
              <a:gd name="connsiteY108" fmla="*/ 2212596 h 2344739"/>
              <a:gd name="connsiteX109" fmla="*/ 6709370 w 12193149"/>
              <a:gd name="connsiteY109" fmla="*/ 2240551 h 2344739"/>
              <a:gd name="connsiteX110" fmla="*/ 6550602 w 12193149"/>
              <a:gd name="connsiteY110" fmla="*/ 2269327 h 2344739"/>
              <a:gd name="connsiteX111" fmla="*/ 6318708 w 12193149"/>
              <a:gd name="connsiteY111" fmla="*/ 2316127 h 2344739"/>
              <a:gd name="connsiteX112" fmla="*/ 6169822 w 12193149"/>
              <a:gd name="connsiteY112" fmla="*/ 2318214 h 2344739"/>
              <a:gd name="connsiteX113" fmla="*/ 6074996 w 12193149"/>
              <a:gd name="connsiteY113" fmla="*/ 2338676 h 2344739"/>
              <a:gd name="connsiteX114" fmla="*/ 6069677 w 12193149"/>
              <a:gd name="connsiteY114" fmla="*/ 2337139 h 2344739"/>
              <a:gd name="connsiteX115" fmla="*/ 6049786 w 12193149"/>
              <a:gd name="connsiteY115" fmla="*/ 2337822 h 2344739"/>
              <a:gd name="connsiteX116" fmla="*/ 6042433 w 12193149"/>
              <a:gd name="connsiteY116" fmla="*/ 2329473 h 2344739"/>
              <a:gd name="connsiteX117" fmla="*/ 6011238 w 12193149"/>
              <a:gd name="connsiteY117" fmla="*/ 2324380 h 2344739"/>
              <a:gd name="connsiteX118" fmla="*/ 5958523 w 12193149"/>
              <a:gd name="connsiteY118" fmla="*/ 2328024 h 2344739"/>
              <a:gd name="connsiteX119" fmla="*/ 5760067 w 12193149"/>
              <a:gd name="connsiteY119" fmla="*/ 2343716 h 2344739"/>
              <a:gd name="connsiteX120" fmla="*/ 5628108 w 12193149"/>
              <a:gd name="connsiteY120" fmla="*/ 2344739 h 2344739"/>
              <a:gd name="connsiteX121" fmla="*/ 5472054 w 12193149"/>
              <a:gd name="connsiteY121" fmla="*/ 2330719 h 2344739"/>
              <a:gd name="connsiteX122" fmla="*/ 5433909 w 12193149"/>
              <a:gd name="connsiteY122" fmla="*/ 2319466 h 2344739"/>
              <a:gd name="connsiteX123" fmla="*/ 5382817 w 12193149"/>
              <a:gd name="connsiteY123" fmla="*/ 2301764 h 2344739"/>
              <a:gd name="connsiteX124" fmla="*/ 5262912 w 12193149"/>
              <a:gd name="connsiteY124" fmla="*/ 2281347 h 2344739"/>
              <a:gd name="connsiteX125" fmla="*/ 5224109 w 12193149"/>
              <a:gd name="connsiteY125" fmla="*/ 2270223 h 2344739"/>
              <a:gd name="connsiteX126" fmla="*/ 5175808 w 12193149"/>
              <a:gd name="connsiteY126" fmla="*/ 2267233 h 2344739"/>
              <a:gd name="connsiteX127" fmla="*/ 5157702 w 12193149"/>
              <a:gd name="connsiteY127" fmla="*/ 2260010 h 2344739"/>
              <a:gd name="connsiteX128" fmla="*/ 5143747 w 12193149"/>
              <a:gd name="connsiteY128" fmla="*/ 2256610 h 2344739"/>
              <a:gd name="connsiteX129" fmla="*/ 5140744 w 12193149"/>
              <a:gd name="connsiteY129" fmla="*/ 2254509 h 2344739"/>
              <a:gd name="connsiteX130" fmla="*/ 5122807 w 12193149"/>
              <a:gd name="connsiteY130" fmla="*/ 2243656 h 2344739"/>
              <a:gd name="connsiteX131" fmla="*/ 5066938 w 12193149"/>
              <a:gd name="connsiteY131" fmla="*/ 2250227 h 2344739"/>
              <a:gd name="connsiteX132" fmla="*/ 5012662 w 12193149"/>
              <a:gd name="connsiteY132" fmla="*/ 2233846 h 2344739"/>
              <a:gd name="connsiteX133" fmla="*/ 4841589 w 12193149"/>
              <a:gd name="connsiteY133" fmla="*/ 2209829 h 2344739"/>
              <a:gd name="connsiteX134" fmla="*/ 4763595 w 12193149"/>
              <a:gd name="connsiteY134" fmla="*/ 2182061 h 2344739"/>
              <a:gd name="connsiteX135" fmla="*/ 4724334 w 12193149"/>
              <a:gd name="connsiteY135" fmla="*/ 2173047 h 2344739"/>
              <a:gd name="connsiteX136" fmla="*/ 4722324 w 12193149"/>
              <a:gd name="connsiteY136" fmla="*/ 2172298 h 2344739"/>
              <a:gd name="connsiteX137" fmla="*/ 4723259 w 12193149"/>
              <a:gd name="connsiteY137" fmla="*/ 2172087 h 2344739"/>
              <a:gd name="connsiteX138" fmla="*/ 4718350 w 12193149"/>
              <a:gd name="connsiteY138" fmla="*/ 2170817 h 2344739"/>
              <a:gd name="connsiteX139" fmla="*/ 4722324 w 12193149"/>
              <a:gd name="connsiteY139" fmla="*/ 2172298 h 2344739"/>
              <a:gd name="connsiteX140" fmla="*/ 4716674 w 12193149"/>
              <a:gd name="connsiteY140" fmla="*/ 2173573 h 2344739"/>
              <a:gd name="connsiteX141" fmla="*/ 4516962 w 12193149"/>
              <a:gd name="connsiteY141" fmla="*/ 2163671 h 2344739"/>
              <a:gd name="connsiteX142" fmla="*/ 4429691 w 12193149"/>
              <a:gd name="connsiteY142" fmla="*/ 2153020 h 2344739"/>
              <a:gd name="connsiteX143" fmla="*/ 4364023 w 12193149"/>
              <a:gd name="connsiteY143" fmla="*/ 2151674 h 2344739"/>
              <a:gd name="connsiteX144" fmla="*/ 4318114 w 12193149"/>
              <a:gd name="connsiteY144" fmla="*/ 2158289 h 2344739"/>
              <a:gd name="connsiteX145" fmla="*/ 4316258 w 12193149"/>
              <a:gd name="connsiteY145" fmla="*/ 2156948 h 2344739"/>
              <a:gd name="connsiteX146" fmla="*/ 4296292 w 12193149"/>
              <a:gd name="connsiteY146" fmla="*/ 2155069 h 2344739"/>
              <a:gd name="connsiteX147" fmla="*/ 4291212 w 12193149"/>
              <a:gd name="connsiteY147" fmla="*/ 2157986 h 2344739"/>
              <a:gd name="connsiteX148" fmla="*/ 4277290 w 12193149"/>
              <a:gd name="connsiteY148" fmla="*/ 2157740 h 2344739"/>
              <a:gd name="connsiteX149" fmla="*/ 4249265 w 12193149"/>
              <a:gd name="connsiteY149" fmla="*/ 2160064 h 2344739"/>
              <a:gd name="connsiteX150" fmla="*/ 4203199 w 12193149"/>
              <a:gd name="connsiteY150" fmla="*/ 2157269 h 2344739"/>
              <a:gd name="connsiteX151" fmla="*/ 4202893 w 12193149"/>
              <a:gd name="connsiteY151" fmla="*/ 2156010 h 2344739"/>
              <a:gd name="connsiteX152" fmla="*/ 4192396 w 12193149"/>
              <a:gd name="connsiteY152" fmla="*/ 2150376 h 2344739"/>
              <a:gd name="connsiteX153" fmla="*/ 4143893 w 12193149"/>
              <a:gd name="connsiteY153" fmla="*/ 2134511 h 2344739"/>
              <a:gd name="connsiteX154" fmla="*/ 4084245 w 12193149"/>
              <a:gd name="connsiteY154" fmla="*/ 2107978 h 2344739"/>
              <a:gd name="connsiteX155" fmla="*/ 4075694 w 12193149"/>
              <a:gd name="connsiteY155" fmla="*/ 2107143 h 2344739"/>
              <a:gd name="connsiteX156" fmla="*/ 4075575 w 12193149"/>
              <a:gd name="connsiteY156" fmla="*/ 2106844 h 2344739"/>
              <a:gd name="connsiteX157" fmla="*/ 4066658 w 12193149"/>
              <a:gd name="connsiteY157" fmla="*/ 2105400 h 2344739"/>
              <a:gd name="connsiteX158" fmla="*/ 4060102 w 12193149"/>
              <a:gd name="connsiteY158" fmla="*/ 2105618 h 2344739"/>
              <a:gd name="connsiteX159" fmla="*/ 4043512 w 12193149"/>
              <a:gd name="connsiteY159" fmla="*/ 2103997 h 2344739"/>
              <a:gd name="connsiteX160" fmla="*/ 4038145 w 12193149"/>
              <a:gd name="connsiteY160" fmla="*/ 2101563 h 2344739"/>
              <a:gd name="connsiteX161" fmla="*/ 4036511 w 12193149"/>
              <a:gd name="connsiteY161" fmla="*/ 2097896 h 2344739"/>
              <a:gd name="connsiteX162" fmla="*/ 4034926 w 12193149"/>
              <a:gd name="connsiteY162" fmla="*/ 2098131 h 2344739"/>
              <a:gd name="connsiteX163" fmla="*/ 4005686 w 12193149"/>
              <a:gd name="connsiteY163" fmla="*/ 2085563 h 2344739"/>
              <a:gd name="connsiteX164" fmla="*/ 3937994 w 12193149"/>
              <a:gd name="connsiteY164" fmla="*/ 2068106 h 2344739"/>
              <a:gd name="connsiteX165" fmla="*/ 3898423 w 12193149"/>
              <a:gd name="connsiteY165" fmla="*/ 2062451 h 2344739"/>
              <a:gd name="connsiteX166" fmla="*/ 3790908 w 12193149"/>
              <a:gd name="connsiteY166" fmla="*/ 2042213 h 2344739"/>
              <a:gd name="connsiteX167" fmla="*/ 3683661 w 12193149"/>
              <a:gd name="connsiteY167" fmla="*/ 2018290 h 2344739"/>
              <a:gd name="connsiteX168" fmla="*/ 3611183 w 12193149"/>
              <a:gd name="connsiteY168" fmla="*/ 1986019 h 2344739"/>
              <a:gd name="connsiteX169" fmla="*/ 3605003 w 12193149"/>
              <a:gd name="connsiteY169" fmla="*/ 1987381 h 2344739"/>
              <a:gd name="connsiteX170" fmla="*/ 3595884 w 12193149"/>
              <a:gd name="connsiteY170" fmla="*/ 1987545 h 2344739"/>
              <a:gd name="connsiteX171" fmla="*/ 3595649 w 12193149"/>
              <a:gd name="connsiteY171" fmla="*/ 1987276 h 2344739"/>
              <a:gd name="connsiteX172" fmla="*/ 3587126 w 12193149"/>
              <a:gd name="connsiteY172" fmla="*/ 1987966 h 2344739"/>
              <a:gd name="connsiteX173" fmla="*/ 3537283 w 12193149"/>
              <a:gd name="connsiteY173" fmla="*/ 1978267 h 2344739"/>
              <a:gd name="connsiteX174" fmla="*/ 3474371 w 12193149"/>
              <a:gd name="connsiteY174" fmla="*/ 1974606 h 2344739"/>
              <a:gd name="connsiteX175" fmla="*/ 3401876 w 12193149"/>
              <a:gd name="connsiteY175" fmla="*/ 1962558 h 2344739"/>
              <a:gd name="connsiteX176" fmla="*/ 3365036 w 12193149"/>
              <a:gd name="connsiteY176" fmla="*/ 1979510 h 2344739"/>
              <a:gd name="connsiteX177" fmla="*/ 3345174 w 12193149"/>
              <a:gd name="connsiteY177" fmla="*/ 1981192 h 2344739"/>
              <a:gd name="connsiteX178" fmla="*/ 3342846 w 12193149"/>
              <a:gd name="connsiteY178" fmla="*/ 1980217 h 2344739"/>
              <a:gd name="connsiteX179" fmla="*/ 3263504 w 12193149"/>
              <a:gd name="connsiteY179" fmla="*/ 1986094 h 2344739"/>
              <a:gd name="connsiteX180" fmla="*/ 3143704 w 12193149"/>
              <a:gd name="connsiteY180" fmla="*/ 1993869 h 2344739"/>
              <a:gd name="connsiteX181" fmla="*/ 3031439 w 12193149"/>
              <a:gd name="connsiteY181" fmla="*/ 1996512 h 2344739"/>
              <a:gd name="connsiteX182" fmla="*/ 2782717 w 12193149"/>
              <a:gd name="connsiteY182" fmla="*/ 2018333 h 2344739"/>
              <a:gd name="connsiteX183" fmla="*/ 2647675 w 12193149"/>
              <a:gd name="connsiteY183" fmla="*/ 2028869 h 2344739"/>
              <a:gd name="connsiteX184" fmla="*/ 2569176 w 12193149"/>
              <a:gd name="connsiteY184" fmla="*/ 2002628 h 2344739"/>
              <a:gd name="connsiteX185" fmla="*/ 2444403 w 12193149"/>
              <a:gd name="connsiteY185" fmla="*/ 2016529 h 2344739"/>
              <a:gd name="connsiteX186" fmla="*/ 2316260 w 12193149"/>
              <a:gd name="connsiteY186" fmla="*/ 2024996 h 2344739"/>
              <a:gd name="connsiteX187" fmla="*/ 2209726 w 12193149"/>
              <a:gd name="connsiteY187" fmla="*/ 2019763 h 2344739"/>
              <a:gd name="connsiteX188" fmla="*/ 2095813 w 12193149"/>
              <a:gd name="connsiteY188" fmla="*/ 2003052 h 2344739"/>
              <a:gd name="connsiteX189" fmla="*/ 1998504 w 12193149"/>
              <a:gd name="connsiteY189" fmla="*/ 1995032 h 2344739"/>
              <a:gd name="connsiteX190" fmla="*/ 1929320 w 12193149"/>
              <a:gd name="connsiteY190" fmla="*/ 2016977 h 2344739"/>
              <a:gd name="connsiteX191" fmla="*/ 1922798 w 12193149"/>
              <a:gd name="connsiteY191" fmla="*/ 2012146 h 2344739"/>
              <a:gd name="connsiteX192" fmla="*/ 1874228 w 12193149"/>
              <a:gd name="connsiteY192" fmla="*/ 2013741 h 2344739"/>
              <a:gd name="connsiteX193" fmla="*/ 1787803 w 12193149"/>
              <a:gd name="connsiteY193" fmla="*/ 2041363 h 2344739"/>
              <a:gd name="connsiteX194" fmla="*/ 1739352 w 12193149"/>
              <a:gd name="connsiteY194" fmla="*/ 2036312 h 2344739"/>
              <a:gd name="connsiteX195" fmla="*/ 1676219 w 12193149"/>
              <a:gd name="connsiteY195" fmla="*/ 2019963 h 2344739"/>
              <a:gd name="connsiteX196" fmla="*/ 1609817 w 12193149"/>
              <a:gd name="connsiteY196" fmla="*/ 2013066 h 2344739"/>
              <a:gd name="connsiteX197" fmla="*/ 1497258 w 12193149"/>
              <a:gd name="connsiteY197" fmla="*/ 1987476 h 2344739"/>
              <a:gd name="connsiteX198" fmla="*/ 1151127 w 12193149"/>
              <a:gd name="connsiteY198" fmla="*/ 1938041 h 2344739"/>
              <a:gd name="connsiteX199" fmla="*/ 859417 w 12193149"/>
              <a:gd name="connsiteY199" fmla="*/ 1928608 h 2344739"/>
              <a:gd name="connsiteX200" fmla="*/ 838688 w 12193149"/>
              <a:gd name="connsiteY200" fmla="*/ 1929821 h 2344739"/>
              <a:gd name="connsiteX201" fmla="*/ 817957 w 12193149"/>
              <a:gd name="connsiteY201" fmla="*/ 1927857 h 2344739"/>
              <a:gd name="connsiteX202" fmla="*/ 812654 w 12193149"/>
              <a:gd name="connsiteY202" fmla="*/ 1930751 h 2344739"/>
              <a:gd name="connsiteX203" fmla="*/ 721195 w 12193149"/>
              <a:gd name="connsiteY203" fmla="*/ 1929661 h 2344739"/>
              <a:gd name="connsiteX204" fmla="*/ 720890 w 12193149"/>
              <a:gd name="connsiteY204" fmla="*/ 1928399 h 2344739"/>
              <a:gd name="connsiteX205" fmla="*/ 710023 w 12193149"/>
              <a:gd name="connsiteY205" fmla="*/ 1922722 h 2344739"/>
              <a:gd name="connsiteX206" fmla="*/ 597940 w 12193149"/>
              <a:gd name="connsiteY206" fmla="*/ 1879864 h 2344739"/>
              <a:gd name="connsiteX207" fmla="*/ 579683 w 12193149"/>
              <a:gd name="connsiteY207" fmla="*/ 1877212 h 2344739"/>
              <a:gd name="connsiteX208" fmla="*/ 572865 w 12193149"/>
              <a:gd name="connsiteY208" fmla="*/ 1877401 h 2344739"/>
              <a:gd name="connsiteX209" fmla="*/ 446247 w 12193149"/>
              <a:gd name="connsiteY209" fmla="*/ 1839371 h 2344739"/>
              <a:gd name="connsiteX210" fmla="*/ 405163 w 12193149"/>
              <a:gd name="connsiteY210" fmla="*/ 1833548 h 2344739"/>
              <a:gd name="connsiteX211" fmla="*/ 293583 w 12193149"/>
              <a:gd name="connsiteY211" fmla="*/ 1812852 h 2344739"/>
              <a:gd name="connsiteX212" fmla="*/ 119529 w 12193149"/>
              <a:gd name="connsiteY212" fmla="*/ 1761047 h 2344739"/>
              <a:gd name="connsiteX213" fmla="*/ 16674 w 12193149"/>
              <a:gd name="connsiteY213" fmla="*/ 1758191 h 2344739"/>
              <a:gd name="connsiteX214" fmla="*/ 1150 w 12193149"/>
              <a:gd name="connsiteY214" fmla="*/ 1752722 h 2344739"/>
              <a:gd name="connsiteX215" fmla="*/ 1148 w 12193149"/>
              <a:gd name="connsiteY215" fmla="*/ 222213 h 2344739"/>
              <a:gd name="connsiteX216" fmla="*/ 1148 w 12193149"/>
              <a:gd name="connsiteY216" fmla="*/ 0 h 2344739"/>
              <a:gd name="connsiteX0" fmla="*/ 1148 w 12193149"/>
              <a:gd name="connsiteY0" fmla="*/ 818782 h 3163521"/>
              <a:gd name="connsiteX1" fmla="*/ 12181789 w 12193149"/>
              <a:gd name="connsiteY1" fmla="*/ 0 h 3163521"/>
              <a:gd name="connsiteX2" fmla="*/ 12193149 w 12193149"/>
              <a:gd name="connsiteY2" fmla="*/ 1398521 h 3163521"/>
              <a:gd name="connsiteX3" fmla="*/ 12185986 w 12193149"/>
              <a:gd name="connsiteY3" fmla="*/ 1402971 h 3163521"/>
              <a:gd name="connsiteX4" fmla="*/ 12156363 w 12193149"/>
              <a:gd name="connsiteY4" fmla="*/ 1416148 h 3163521"/>
              <a:gd name="connsiteX5" fmla="*/ 12139215 w 12193149"/>
              <a:gd name="connsiteY5" fmla="*/ 1441961 h 3163521"/>
              <a:gd name="connsiteX6" fmla="*/ 12126327 w 12193149"/>
              <a:gd name="connsiteY6" fmla="*/ 1443472 h 3163521"/>
              <a:gd name="connsiteX7" fmla="*/ 12124007 w 12193149"/>
              <a:gd name="connsiteY7" fmla="*/ 1443576 h 3163521"/>
              <a:gd name="connsiteX8" fmla="*/ 12116854 w 12193149"/>
              <a:gd name="connsiteY8" fmla="*/ 1447390 h 3163521"/>
              <a:gd name="connsiteX9" fmla="*/ 12099497 w 12193149"/>
              <a:gd name="connsiteY9" fmla="*/ 1446921 h 3163521"/>
              <a:gd name="connsiteX10" fmla="*/ 12087073 w 12193149"/>
              <a:gd name="connsiteY10" fmla="*/ 1455123 h 3163521"/>
              <a:gd name="connsiteX11" fmla="*/ 12031073 w 12193149"/>
              <a:gd name="connsiteY11" fmla="*/ 1498791 h 3163521"/>
              <a:gd name="connsiteX12" fmla="*/ 11995833 w 12193149"/>
              <a:gd name="connsiteY12" fmla="*/ 1522240 h 3163521"/>
              <a:gd name="connsiteX13" fmla="*/ 11979717 w 12193149"/>
              <a:gd name="connsiteY13" fmla="*/ 1526943 h 3163521"/>
              <a:gd name="connsiteX14" fmla="*/ 11959046 w 12193149"/>
              <a:gd name="connsiteY14" fmla="*/ 1536340 h 3163521"/>
              <a:gd name="connsiteX15" fmla="*/ 11920454 w 12193149"/>
              <a:gd name="connsiteY15" fmla="*/ 1549665 h 3163521"/>
              <a:gd name="connsiteX16" fmla="*/ 11903656 w 12193149"/>
              <a:gd name="connsiteY16" fmla="*/ 1561208 h 3163521"/>
              <a:gd name="connsiteX17" fmla="*/ 11895048 w 12193149"/>
              <a:gd name="connsiteY17" fmla="*/ 1563573 h 3163521"/>
              <a:gd name="connsiteX18" fmla="*/ 11891968 w 12193149"/>
              <a:gd name="connsiteY18" fmla="*/ 1574511 h 3163521"/>
              <a:gd name="connsiteX19" fmla="*/ 11870776 w 12193149"/>
              <a:gd name="connsiteY19" fmla="*/ 1596598 h 3163521"/>
              <a:gd name="connsiteX20" fmla="*/ 11813376 w 12193149"/>
              <a:gd name="connsiteY20" fmla="*/ 1616441 h 3163521"/>
              <a:gd name="connsiteX21" fmla="*/ 11590693 w 12193149"/>
              <a:gd name="connsiteY21" fmla="*/ 1782559 h 3163521"/>
              <a:gd name="connsiteX22" fmla="*/ 11506817 w 12193149"/>
              <a:gd name="connsiteY22" fmla="*/ 1852405 h 3163521"/>
              <a:gd name="connsiteX23" fmla="*/ 11280332 w 12193149"/>
              <a:gd name="connsiteY23" fmla="*/ 2042353 h 3163521"/>
              <a:gd name="connsiteX24" fmla="*/ 11228309 w 12193149"/>
              <a:gd name="connsiteY24" fmla="*/ 2095018 h 3163521"/>
              <a:gd name="connsiteX25" fmla="*/ 11218087 w 12193149"/>
              <a:gd name="connsiteY25" fmla="*/ 2094743 h 3163521"/>
              <a:gd name="connsiteX26" fmla="*/ 11217184 w 12193149"/>
              <a:gd name="connsiteY26" fmla="*/ 2093800 h 3163521"/>
              <a:gd name="connsiteX27" fmla="*/ 11188885 w 12193149"/>
              <a:gd name="connsiteY27" fmla="*/ 2111165 h 3163521"/>
              <a:gd name="connsiteX28" fmla="*/ 11184501 w 12193149"/>
              <a:gd name="connsiteY28" fmla="*/ 2111307 h 3163521"/>
              <a:gd name="connsiteX29" fmla="*/ 11166854 w 12193149"/>
              <a:gd name="connsiteY29" fmla="*/ 2125394 h 3163521"/>
              <a:gd name="connsiteX30" fmla="*/ 11157311 w 12193149"/>
              <a:gd name="connsiteY30" fmla="*/ 2131196 h 3163521"/>
              <a:gd name="connsiteX31" fmla="*/ 11155496 w 12193149"/>
              <a:gd name="connsiteY31" fmla="*/ 2135879 h 3163521"/>
              <a:gd name="connsiteX32" fmla="*/ 11140961 w 12193149"/>
              <a:gd name="connsiteY32" fmla="*/ 2142897 h 3163521"/>
              <a:gd name="connsiteX33" fmla="*/ 11138961 w 12193149"/>
              <a:gd name="connsiteY33" fmla="*/ 2142554 h 3163521"/>
              <a:gd name="connsiteX34" fmla="*/ 11128208 w 12193149"/>
              <a:gd name="connsiteY34" fmla="*/ 2152614 h 3163521"/>
              <a:gd name="connsiteX35" fmla="*/ 11120691 w 12193149"/>
              <a:gd name="connsiteY35" fmla="*/ 2166206 h 3163521"/>
              <a:gd name="connsiteX36" fmla="*/ 10894683 w 12193149"/>
              <a:gd name="connsiteY36" fmla="*/ 2292181 h 3163521"/>
              <a:gd name="connsiteX37" fmla="*/ 10773300 w 12193149"/>
              <a:gd name="connsiteY37" fmla="*/ 2341973 h 3163521"/>
              <a:gd name="connsiteX38" fmla="*/ 10627668 w 12193149"/>
              <a:gd name="connsiteY38" fmla="*/ 2378011 h 3163521"/>
              <a:gd name="connsiteX39" fmla="*/ 10581895 w 12193149"/>
              <a:gd name="connsiteY39" fmla="*/ 2387471 h 3163521"/>
              <a:gd name="connsiteX40" fmla="*/ 10547790 w 12193149"/>
              <a:gd name="connsiteY40" fmla="*/ 2417205 h 3163521"/>
              <a:gd name="connsiteX41" fmla="*/ 10529643 w 12193149"/>
              <a:gd name="connsiteY41" fmla="*/ 2415689 h 3163521"/>
              <a:gd name="connsiteX42" fmla="*/ 10526446 w 12193149"/>
              <a:gd name="connsiteY42" fmla="*/ 2415193 h 3163521"/>
              <a:gd name="connsiteX43" fmla="*/ 10515129 w 12193149"/>
              <a:gd name="connsiteY43" fmla="*/ 2418319 h 3163521"/>
              <a:gd name="connsiteX44" fmla="*/ 10491735 w 12193149"/>
              <a:gd name="connsiteY44" fmla="*/ 2412938 h 3163521"/>
              <a:gd name="connsiteX45" fmla="*/ 10471418 w 12193149"/>
              <a:gd name="connsiteY45" fmla="*/ 2420475 h 3163521"/>
              <a:gd name="connsiteX46" fmla="*/ 10377042 w 12193149"/>
              <a:gd name="connsiteY46" fmla="*/ 2463380 h 3163521"/>
              <a:gd name="connsiteX47" fmla="*/ 10319338 w 12193149"/>
              <a:gd name="connsiteY47" fmla="*/ 2485003 h 3163521"/>
              <a:gd name="connsiteX48" fmla="*/ 10295467 w 12193149"/>
              <a:gd name="connsiteY48" fmla="*/ 2486861 h 3163521"/>
              <a:gd name="connsiteX49" fmla="*/ 10263443 w 12193149"/>
              <a:gd name="connsiteY49" fmla="*/ 2493730 h 3163521"/>
              <a:gd name="connsiteX50" fmla="*/ 10205418 w 12193149"/>
              <a:gd name="connsiteY50" fmla="*/ 2500931 h 3163521"/>
              <a:gd name="connsiteX51" fmla="*/ 10177759 w 12193149"/>
              <a:gd name="connsiteY51" fmla="*/ 2511725 h 3163521"/>
              <a:gd name="connsiteX52" fmla="*/ 10165070 w 12193149"/>
              <a:gd name="connsiteY52" fmla="*/ 2512521 h 3163521"/>
              <a:gd name="connsiteX53" fmla="*/ 10156308 w 12193149"/>
              <a:gd name="connsiteY53" fmla="*/ 2526269 h 3163521"/>
              <a:gd name="connsiteX54" fmla="*/ 10118267 w 12193149"/>
              <a:gd name="connsiteY54" fmla="*/ 2549924 h 3163521"/>
              <a:gd name="connsiteX55" fmla="*/ 10083317 w 12193149"/>
              <a:gd name="connsiteY55" fmla="*/ 2562078 h 3163521"/>
              <a:gd name="connsiteX56" fmla="*/ 10040388 w 12193149"/>
              <a:gd name="connsiteY56" fmla="*/ 2560414 h 3163521"/>
              <a:gd name="connsiteX57" fmla="*/ 9961167 w 12193149"/>
              <a:gd name="connsiteY57" fmla="*/ 2575929 h 3163521"/>
              <a:gd name="connsiteX58" fmla="*/ 9848940 w 12193149"/>
              <a:gd name="connsiteY58" fmla="*/ 2582697 h 3163521"/>
              <a:gd name="connsiteX59" fmla="*/ 9729457 w 12193149"/>
              <a:gd name="connsiteY59" fmla="*/ 2602904 h 3163521"/>
              <a:gd name="connsiteX60" fmla="*/ 9613704 w 12193149"/>
              <a:gd name="connsiteY60" fmla="*/ 2631153 h 3163521"/>
              <a:gd name="connsiteX61" fmla="*/ 9338590 w 12193149"/>
              <a:gd name="connsiteY61" fmla="*/ 2688075 h 3163521"/>
              <a:gd name="connsiteX62" fmla="*/ 9232518 w 12193149"/>
              <a:gd name="connsiteY62" fmla="*/ 2711931 h 3163521"/>
              <a:gd name="connsiteX63" fmla="*/ 9156690 w 12193149"/>
              <a:gd name="connsiteY63" fmla="*/ 2722010 h 3163521"/>
              <a:gd name="connsiteX64" fmla="*/ 9054601 w 12193149"/>
              <a:gd name="connsiteY64" fmla="*/ 2729537 h 3163521"/>
              <a:gd name="connsiteX65" fmla="*/ 9006634 w 12193149"/>
              <a:gd name="connsiteY65" fmla="*/ 2732822 h 3163521"/>
              <a:gd name="connsiteX66" fmla="*/ 9006349 w 12193149"/>
              <a:gd name="connsiteY66" fmla="*/ 2732582 h 3163521"/>
              <a:gd name="connsiteX67" fmla="*/ 8997380 w 12193149"/>
              <a:gd name="connsiteY67" fmla="*/ 2733793 h 3163521"/>
              <a:gd name="connsiteX68" fmla="*/ 8991542 w 12193149"/>
              <a:gd name="connsiteY68" fmla="*/ 2735854 h 3163521"/>
              <a:gd name="connsiteX69" fmla="*/ 8975485 w 12193149"/>
              <a:gd name="connsiteY69" fmla="*/ 2739080 h 3163521"/>
              <a:gd name="connsiteX70" fmla="*/ 8969159 w 12193149"/>
              <a:gd name="connsiteY70" fmla="*/ 2738380 h 3163521"/>
              <a:gd name="connsiteX71" fmla="*/ 8964196 w 12193149"/>
              <a:gd name="connsiteY71" fmla="*/ 2736155 h 3163521"/>
              <a:gd name="connsiteX72" fmla="*/ 8930136 w 12193149"/>
              <a:gd name="connsiteY72" fmla="*/ 2732967 h 3163521"/>
              <a:gd name="connsiteX73" fmla="*/ 8753592 w 12193149"/>
              <a:gd name="connsiteY73" fmla="*/ 2752199 h 3163521"/>
              <a:gd name="connsiteX74" fmla="*/ 8708995 w 12193149"/>
              <a:gd name="connsiteY74" fmla="*/ 2754300 h 3163521"/>
              <a:gd name="connsiteX75" fmla="*/ 8597219 w 12193149"/>
              <a:gd name="connsiteY75" fmla="*/ 2762872 h 3163521"/>
              <a:gd name="connsiteX76" fmla="*/ 8526378 w 12193149"/>
              <a:gd name="connsiteY76" fmla="*/ 2748030 h 3163521"/>
              <a:gd name="connsiteX77" fmla="*/ 8512131 w 12193149"/>
              <a:gd name="connsiteY77" fmla="*/ 2753945 h 3163521"/>
              <a:gd name="connsiteX78" fmla="*/ 8507315 w 12193149"/>
              <a:gd name="connsiteY78" fmla="*/ 2756946 h 3163521"/>
              <a:gd name="connsiteX79" fmla="*/ 8499116 w 12193149"/>
              <a:gd name="connsiteY79" fmla="*/ 2759684 h 3163521"/>
              <a:gd name="connsiteX80" fmla="*/ 8498742 w 12193149"/>
              <a:gd name="connsiteY80" fmla="*/ 2759505 h 3163521"/>
              <a:gd name="connsiteX81" fmla="*/ 8491397 w 12193149"/>
              <a:gd name="connsiteY81" fmla="*/ 2762555 h 3163521"/>
              <a:gd name="connsiteX82" fmla="*/ 8368330 w 12193149"/>
              <a:gd name="connsiteY82" fmla="*/ 2776597 h 3163521"/>
              <a:gd name="connsiteX83" fmla="*/ 8354947 w 12193149"/>
              <a:gd name="connsiteY83" fmla="*/ 2776791 h 3163521"/>
              <a:gd name="connsiteX84" fmla="*/ 8321252 w 12193149"/>
              <a:gd name="connsiteY84" fmla="*/ 2793369 h 3163521"/>
              <a:gd name="connsiteX85" fmla="*/ 8315581 w 12193149"/>
              <a:gd name="connsiteY85" fmla="*/ 2793695 h 3163521"/>
              <a:gd name="connsiteX86" fmla="*/ 8296322 w 12193149"/>
              <a:gd name="connsiteY86" fmla="*/ 2807590 h 3163521"/>
              <a:gd name="connsiteX87" fmla="*/ 8285424 w 12193149"/>
              <a:gd name="connsiteY87" fmla="*/ 2813413 h 3163521"/>
              <a:gd name="connsiteX88" fmla="*/ 8284298 w 12193149"/>
              <a:gd name="connsiteY88" fmla="*/ 2817856 h 3163521"/>
              <a:gd name="connsiteX89" fmla="*/ 8267224 w 12193149"/>
              <a:gd name="connsiteY89" fmla="*/ 2825031 h 3163521"/>
              <a:gd name="connsiteX90" fmla="*/ 8264525 w 12193149"/>
              <a:gd name="connsiteY90" fmla="*/ 2824801 h 3163521"/>
              <a:gd name="connsiteX91" fmla="*/ 8253181 w 12193149"/>
              <a:gd name="connsiteY91" fmla="*/ 2834644 h 3163521"/>
              <a:gd name="connsiteX92" fmla="*/ 8246982 w 12193149"/>
              <a:gd name="connsiteY92" fmla="*/ 2847636 h 3163521"/>
              <a:gd name="connsiteX93" fmla="*/ 8091420 w 12193149"/>
              <a:gd name="connsiteY93" fmla="*/ 2893797 h 3163521"/>
              <a:gd name="connsiteX94" fmla="*/ 7906555 w 12193149"/>
              <a:gd name="connsiteY94" fmla="*/ 2935770 h 3163521"/>
              <a:gd name="connsiteX95" fmla="*/ 7719893 w 12193149"/>
              <a:gd name="connsiteY95" fmla="*/ 2961485 h 3163521"/>
              <a:gd name="connsiteX96" fmla="*/ 7615495 w 12193149"/>
              <a:gd name="connsiteY96" fmla="*/ 2958014 h 3163521"/>
              <a:gd name="connsiteX97" fmla="*/ 7528691 w 12193149"/>
              <a:gd name="connsiteY97" fmla="*/ 2963842 h 3163521"/>
              <a:gd name="connsiteX98" fmla="*/ 7520719 w 12193149"/>
              <a:gd name="connsiteY98" fmla="*/ 2966395 h 3163521"/>
              <a:gd name="connsiteX99" fmla="*/ 7508559 w 12193149"/>
              <a:gd name="connsiteY99" fmla="*/ 2967730 h 3163521"/>
              <a:gd name="connsiteX100" fmla="*/ 7508188 w 12193149"/>
              <a:gd name="connsiteY100" fmla="*/ 2967403 h 3163521"/>
              <a:gd name="connsiteX101" fmla="*/ 7496943 w 12193149"/>
              <a:gd name="connsiteY101" fmla="*/ 2969355 h 3163521"/>
              <a:gd name="connsiteX102" fmla="*/ 7219707 w 12193149"/>
              <a:gd name="connsiteY102" fmla="*/ 2975462 h 3163521"/>
              <a:gd name="connsiteX103" fmla="*/ 7202249 w 12193149"/>
              <a:gd name="connsiteY103" fmla="*/ 2980012 h 3163521"/>
              <a:gd name="connsiteX104" fmla="*/ 7198152 w 12193149"/>
              <a:gd name="connsiteY104" fmla="*/ 2985370 h 3163521"/>
              <a:gd name="connsiteX105" fmla="*/ 7171956 w 12193149"/>
              <a:gd name="connsiteY105" fmla="*/ 2990018 h 3163521"/>
              <a:gd name="connsiteX106" fmla="*/ 7098136 w 12193149"/>
              <a:gd name="connsiteY106" fmla="*/ 3002246 h 3163521"/>
              <a:gd name="connsiteX107" fmla="*/ 7019644 w 12193149"/>
              <a:gd name="connsiteY107" fmla="*/ 3001872 h 3163521"/>
              <a:gd name="connsiteX108" fmla="*/ 6905294 w 12193149"/>
              <a:gd name="connsiteY108" fmla="*/ 3031378 h 3163521"/>
              <a:gd name="connsiteX109" fmla="*/ 6709370 w 12193149"/>
              <a:gd name="connsiteY109" fmla="*/ 3059333 h 3163521"/>
              <a:gd name="connsiteX110" fmla="*/ 6550602 w 12193149"/>
              <a:gd name="connsiteY110" fmla="*/ 3088109 h 3163521"/>
              <a:gd name="connsiteX111" fmla="*/ 6318708 w 12193149"/>
              <a:gd name="connsiteY111" fmla="*/ 3134909 h 3163521"/>
              <a:gd name="connsiteX112" fmla="*/ 6169822 w 12193149"/>
              <a:gd name="connsiteY112" fmla="*/ 3136996 h 3163521"/>
              <a:gd name="connsiteX113" fmla="*/ 6074996 w 12193149"/>
              <a:gd name="connsiteY113" fmla="*/ 3157458 h 3163521"/>
              <a:gd name="connsiteX114" fmla="*/ 6069677 w 12193149"/>
              <a:gd name="connsiteY114" fmla="*/ 3155921 h 3163521"/>
              <a:gd name="connsiteX115" fmla="*/ 6049786 w 12193149"/>
              <a:gd name="connsiteY115" fmla="*/ 3156604 h 3163521"/>
              <a:gd name="connsiteX116" fmla="*/ 6042433 w 12193149"/>
              <a:gd name="connsiteY116" fmla="*/ 3148255 h 3163521"/>
              <a:gd name="connsiteX117" fmla="*/ 6011238 w 12193149"/>
              <a:gd name="connsiteY117" fmla="*/ 3143162 h 3163521"/>
              <a:gd name="connsiteX118" fmla="*/ 5958523 w 12193149"/>
              <a:gd name="connsiteY118" fmla="*/ 3146806 h 3163521"/>
              <a:gd name="connsiteX119" fmla="*/ 5760067 w 12193149"/>
              <a:gd name="connsiteY119" fmla="*/ 3162498 h 3163521"/>
              <a:gd name="connsiteX120" fmla="*/ 5628108 w 12193149"/>
              <a:gd name="connsiteY120" fmla="*/ 3163521 h 3163521"/>
              <a:gd name="connsiteX121" fmla="*/ 5472054 w 12193149"/>
              <a:gd name="connsiteY121" fmla="*/ 3149501 h 3163521"/>
              <a:gd name="connsiteX122" fmla="*/ 5433909 w 12193149"/>
              <a:gd name="connsiteY122" fmla="*/ 3138248 h 3163521"/>
              <a:gd name="connsiteX123" fmla="*/ 5382817 w 12193149"/>
              <a:gd name="connsiteY123" fmla="*/ 3120546 h 3163521"/>
              <a:gd name="connsiteX124" fmla="*/ 5262912 w 12193149"/>
              <a:gd name="connsiteY124" fmla="*/ 3100129 h 3163521"/>
              <a:gd name="connsiteX125" fmla="*/ 5224109 w 12193149"/>
              <a:gd name="connsiteY125" fmla="*/ 3089005 h 3163521"/>
              <a:gd name="connsiteX126" fmla="*/ 5175808 w 12193149"/>
              <a:gd name="connsiteY126" fmla="*/ 3086015 h 3163521"/>
              <a:gd name="connsiteX127" fmla="*/ 5157702 w 12193149"/>
              <a:gd name="connsiteY127" fmla="*/ 3078792 h 3163521"/>
              <a:gd name="connsiteX128" fmla="*/ 5143747 w 12193149"/>
              <a:gd name="connsiteY128" fmla="*/ 3075392 h 3163521"/>
              <a:gd name="connsiteX129" fmla="*/ 5140744 w 12193149"/>
              <a:gd name="connsiteY129" fmla="*/ 3073291 h 3163521"/>
              <a:gd name="connsiteX130" fmla="*/ 5122807 w 12193149"/>
              <a:gd name="connsiteY130" fmla="*/ 3062438 h 3163521"/>
              <a:gd name="connsiteX131" fmla="*/ 5066938 w 12193149"/>
              <a:gd name="connsiteY131" fmla="*/ 3069009 h 3163521"/>
              <a:gd name="connsiteX132" fmla="*/ 5012662 w 12193149"/>
              <a:gd name="connsiteY132" fmla="*/ 3052628 h 3163521"/>
              <a:gd name="connsiteX133" fmla="*/ 4841589 w 12193149"/>
              <a:gd name="connsiteY133" fmla="*/ 3028611 h 3163521"/>
              <a:gd name="connsiteX134" fmla="*/ 4763595 w 12193149"/>
              <a:gd name="connsiteY134" fmla="*/ 3000843 h 3163521"/>
              <a:gd name="connsiteX135" fmla="*/ 4724334 w 12193149"/>
              <a:gd name="connsiteY135" fmla="*/ 2991829 h 3163521"/>
              <a:gd name="connsiteX136" fmla="*/ 4722324 w 12193149"/>
              <a:gd name="connsiteY136" fmla="*/ 2991080 h 3163521"/>
              <a:gd name="connsiteX137" fmla="*/ 4723259 w 12193149"/>
              <a:gd name="connsiteY137" fmla="*/ 2990869 h 3163521"/>
              <a:gd name="connsiteX138" fmla="*/ 4718350 w 12193149"/>
              <a:gd name="connsiteY138" fmla="*/ 2989599 h 3163521"/>
              <a:gd name="connsiteX139" fmla="*/ 4722324 w 12193149"/>
              <a:gd name="connsiteY139" fmla="*/ 2991080 h 3163521"/>
              <a:gd name="connsiteX140" fmla="*/ 4716674 w 12193149"/>
              <a:gd name="connsiteY140" fmla="*/ 2992355 h 3163521"/>
              <a:gd name="connsiteX141" fmla="*/ 4516962 w 12193149"/>
              <a:gd name="connsiteY141" fmla="*/ 2982453 h 3163521"/>
              <a:gd name="connsiteX142" fmla="*/ 4429691 w 12193149"/>
              <a:gd name="connsiteY142" fmla="*/ 2971802 h 3163521"/>
              <a:gd name="connsiteX143" fmla="*/ 4364023 w 12193149"/>
              <a:gd name="connsiteY143" fmla="*/ 2970456 h 3163521"/>
              <a:gd name="connsiteX144" fmla="*/ 4318114 w 12193149"/>
              <a:gd name="connsiteY144" fmla="*/ 2977071 h 3163521"/>
              <a:gd name="connsiteX145" fmla="*/ 4316258 w 12193149"/>
              <a:gd name="connsiteY145" fmla="*/ 2975730 h 3163521"/>
              <a:gd name="connsiteX146" fmla="*/ 4296292 w 12193149"/>
              <a:gd name="connsiteY146" fmla="*/ 2973851 h 3163521"/>
              <a:gd name="connsiteX147" fmla="*/ 4291212 w 12193149"/>
              <a:gd name="connsiteY147" fmla="*/ 2976768 h 3163521"/>
              <a:gd name="connsiteX148" fmla="*/ 4277290 w 12193149"/>
              <a:gd name="connsiteY148" fmla="*/ 2976522 h 3163521"/>
              <a:gd name="connsiteX149" fmla="*/ 4249265 w 12193149"/>
              <a:gd name="connsiteY149" fmla="*/ 2978846 h 3163521"/>
              <a:gd name="connsiteX150" fmla="*/ 4203199 w 12193149"/>
              <a:gd name="connsiteY150" fmla="*/ 2976051 h 3163521"/>
              <a:gd name="connsiteX151" fmla="*/ 4202893 w 12193149"/>
              <a:gd name="connsiteY151" fmla="*/ 2974792 h 3163521"/>
              <a:gd name="connsiteX152" fmla="*/ 4192396 w 12193149"/>
              <a:gd name="connsiteY152" fmla="*/ 2969158 h 3163521"/>
              <a:gd name="connsiteX153" fmla="*/ 4143893 w 12193149"/>
              <a:gd name="connsiteY153" fmla="*/ 2953293 h 3163521"/>
              <a:gd name="connsiteX154" fmla="*/ 4084245 w 12193149"/>
              <a:gd name="connsiteY154" fmla="*/ 2926760 h 3163521"/>
              <a:gd name="connsiteX155" fmla="*/ 4075694 w 12193149"/>
              <a:gd name="connsiteY155" fmla="*/ 2925925 h 3163521"/>
              <a:gd name="connsiteX156" fmla="*/ 4075575 w 12193149"/>
              <a:gd name="connsiteY156" fmla="*/ 2925626 h 3163521"/>
              <a:gd name="connsiteX157" fmla="*/ 4066658 w 12193149"/>
              <a:gd name="connsiteY157" fmla="*/ 2924182 h 3163521"/>
              <a:gd name="connsiteX158" fmla="*/ 4060102 w 12193149"/>
              <a:gd name="connsiteY158" fmla="*/ 2924400 h 3163521"/>
              <a:gd name="connsiteX159" fmla="*/ 4043512 w 12193149"/>
              <a:gd name="connsiteY159" fmla="*/ 2922779 h 3163521"/>
              <a:gd name="connsiteX160" fmla="*/ 4038145 w 12193149"/>
              <a:gd name="connsiteY160" fmla="*/ 2920345 h 3163521"/>
              <a:gd name="connsiteX161" fmla="*/ 4036511 w 12193149"/>
              <a:gd name="connsiteY161" fmla="*/ 2916678 h 3163521"/>
              <a:gd name="connsiteX162" fmla="*/ 4034926 w 12193149"/>
              <a:gd name="connsiteY162" fmla="*/ 2916913 h 3163521"/>
              <a:gd name="connsiteX163" fmla="*/ 4005686 w 12193149"/>
              <a:gd name="connsiteY163" fmla="*/ 2904345 h 3163521"/>
              <a:gd name="connsiteX164" fmla="*/ 3937994 w 12193149"/>
              <a:gd name="connsiteY164" fmla="*/ 2886888 h 3163521"/>
              <a:gd name="connsiteX165" fmla="*/ 3898423 w 12193149"/>
              <a:gd name="connsiteY165" fmla="*/ 2881233 h 3163521"/>
              <a:gd name="connsiteX166" fmla="*/ 3790908 w 12193149"/>
              <a:gd name="connsiteY166" fmla="*/ 2860995 h 3163521"/>
              <a:gd name="connsiteX167" fmla="*/ 3683661 w 12193149"/>
              <a:gd name="connsiteY167" fmla="*/ 2837072 h 3163521"/>
              <a:gd name="connsiteX168" fmla="*/ 3611183 w 12193149"/>
              <a:gd name="connsiteY168" fmla="*/ 2804801 h 3163521"/>
              <a:gd name="connsiteX169" fmla="*/ 3605003 w 12193149"/>
              <a:gd name="connsiteY169" fmla="*/ 2806163 h 3163521"/>
              <a:gd name="connsiteX170" fmla="*/ 3595884 w 12193149"/>
              <a:gd name="connsiteY170" fmla="*/ 2806327 h 3163521"/>
              <a:gd name="connsiteX171" fmla="*/ 3595649 w 12193149"/>
              <a:gd name="connsiteY171" fmla="*/ 2806058 h 3163521"/>
              <a:gd name="connsiteX172" fmla="*/ 3587126 w 12193149"/>
              <a:gd name="connsiteY172" fmla="*/ 2806748 h 3163521"/>
              <a:gd name="connsiteX173" fmla="*/ 3537283 w 12193149"/>
              <a:gd name="connsiteY173" fmla="*/ 2797049 h 3163521"/>
              <a:gd name="connsiteX174" fmla="*/ 3474371 w 12193149"/>
              <a:gd name="connsiteY174" fmla="*/ 2793388 h 3163521"/>
              <a:gd name="connsiteX175" fmla="*/ 3401876 w 12193149"/>
              <a:gd name="connsiteY175" fmla="*/ 2781340 h 3163521"/>
              <a:gd name="connsiteX176" fmla="*/ 3365036 w 12193149"/>
              <a:gd name="connsiteY176" fmla="*/ 2798292 h 3163521"/>
              <a:gd name="connsiteX177" fmla="*/ 3345174 w 12193149"/>
              <a:gd name="connsiteY177" fmla="*/ 2799974 h 3163521"/>
              <a:gd name="connsiteX178" fmla="*/ 3342846 w 12193149"/>
              <a:gd name="connsiteY178" fmla="*/ 2798999 h 3163521"/>
              <a:gd name="connsiteX179" fmla="*/ 3263504 w 12193149"/>
              <a:gd name="connsiteY179" fmla="*/ 2804876 h 3163521"/>
              <a:gd name="connsiteX180" fmla="*/ 3143704 w 12193149"/>
              <a:gd name="connsiteY180" fmla="*/ 2812651 h 3163521"/>
              <a:gd name="connsiteX181" fmla="*/ 3031439 w 12193149"/>
              <a:gd name="connsiteY181" fmla="*/ 2815294 h 3163521"/>
              <a:gd name="connsiteX182" fmla="*/ 2782717 w 12193149"/>
              <a:gd name="connsiteY182" fmla="*/ 2837115 h 3163521"/>
              <a:gd name="connsiteX183" fmla="*/ 2647675 w 12193149"/>
              <a:gd name="connsiteY183" fmla="*/ 2847651 h 3163521"/>
              <a:gd name="connsiteX184" fmla="*/ 2569176 w 12193149"/>
              <a:gd name="connsiteY184" fmla="*/ 2821410 h 3163521"/>
              <a:gd name="connsiteX185" fmla="*/ 2444403 w 12193149"/>
              <a:gd name="connsiteY185" fmla="*/ 2835311 h 3163521"/>
              <a:gd name="connsiteX186" fmla="*/ 2316260 w 12193149"/>
              <a:gd name="connsiteY186" fmla="*/ 2843778 h 3163521"/>
              <a:gd name="connsiteX187" fmla="*/ 2209726 w 12193149"/>
              <a:gd name="connsiteY187" fmla="*/ 2838545 h 3163521"/>
              <a:gd name="connsiteX188" fmla="*/ 2095813 w 12193149"/>
              <a:gd name="connsiteY188" fmla="*/ 2821834 h 3163521"/>
              <a:gd name="connsiteX189" fmla="*/ 1998504 w 12193149"/>
              <a:gd name="connsiteY189" fmla="*/ 2813814 h 3163521"/>
              <a:gd name="connsiteX190" fmla="*/ 1929320 w 12193149"/>
              <a:gd name="connsiteY190" fmla="*/ 2835759 h 3163521"/>
              <a:gd name="connsiteX191" fmla="*/ 1922798 w 12193149"/>
              <a:gd name="connsiteY191" fmla="*/ 2830928 h 3163521"/>
              <a:gd name="connsiteX192" fmla="*/ 1874228 w 12193149"/>
              <a:gd name="connsiteY192" fmla="*/ 2832523 h 3163521"/>
              <a:gd name="connsiteX193" fmla="*/ 1787803 w 12193149"/>
              <a:gd name="connsiteY193" fmla="*/ 2860145 h 3163521"/>
              <a:gd name="connsiteX194" fmla="*/ 1739352 w 12193149"/>
              <a:gd name="connsiteY194" fmla="*/ 2855094 h 3163521"/>
              <a:gd name="connsiteX195" fmla="*/ 1676219 w 12193149"/>
              <a:gd name="connsiteY195" fmla="*/ 2838745 h 3163521"/>
              <a:gd name="connsiteX196" fmla="*/ 1609817 w 12193149"/>
              <a:gd name="connsiteY196" fmla="*/ 2831848 h 3163521"/>
              <a:gd name="connsiteX197" fmla="*/ 1497258 w 12193149"/>
              <a:gd name="connsiteY197" fmla="*/ 2806258 h 3163521"/>
              <a:gd name="connsiteX198" fmla="*/ 1151127 w 12193149"/>
              <a:gd name="connsiteY198" fmla="*/ 2756823 h 3163521"/>
              <a:gd name="connsiteX199" fmla="*/ 859417 w 12193149"/>
              <a:gd name="connsiteY199" fmla="*/ 2747390 h 3163521"/>
              <a:gd name="connsiteX200" fmla="*/ 838688 w 12193149"/>
              <a:gd name="connsiteY200" fmla="*/ 2748603 h 3163521"/>
              <a:gd name="connsiteX201" fmla="*/ 817957 w 12193149"/>
              <a:gd name="connsiteY201" fmla="*/ 2746639 h 3163521"/>
              <a:gd name="connsiteX202" fmla="*/ 812654 w 12193149"/>
              <a:gd name="connsiteY202" fmla="*/ 2749533 h 3163521"/>
              <a:gd name="connsiteX203" fmla="*/ 721195 w 12193149"/>
              <a:gd name="connsiteY203" fmla="*/ 2748443 h 3163521"/>
              <a:gd name="connsiteX204" fmla="*/ 720890 w 12193149"/>
              <a:gd name="connsiteY204" fmla="*/ 2747181 h 3163521"/>
              <a:gd name="connsiteX205" fmla="*/ 710023 w 12193149"/>
              <a:gd name="connsiteY205" fmla="*/ 2741504 h 3163521"/>
              <a:gd name="connsiteX206" fmla="*/ 597940 w 12193149"/>
              <a:gd name="connsiteY206" fmla="*/ 2698646 h 3163521"/>
              <a:gd name="connsiteX207" fmla="*/ 579683 w 12193149"/>
              <a:gd name="connsiteY207" fmla="*/ 2695994 h 3163521"/>
              <a:gd name="connsiteX208" fmla="*/ 572865 w 12193149"/>
              <a:gd name="connsiteY208" fmla="*/ 2696183 h 3163521"/>
              <a:gd name="connsiteX209" fmla="*/ 446247 w 12193149"/>
              <a:gd name="connsiteY209" fmla="*/ 2658153 h 3163521"/>
              <a:gd name="connsiteX210" fmla="*/ 405163 w 12193149"/>
              <a:gd name="connsiteY210" fmla="*/ 2652330 h 3163521"/>
              <a:gd name="connsiteX211" fmla="*/ 293583 w 12193149"/>
              <a:gd name="connsiteY211" fmla="*/ 2631634 h 3163521"/>
              <a:gd name="connsiteX212" fmla="*/ 119529 w 12193149"/>
              <a:gd name="connsiteY212" fmla="*/ 2579829 h 3163521"/>
              <a:gd name="connsiteX213" fmla="*/ 16674 w 12193149"/>
              <a:gd name="connsiteY213" fmla="*/ 2576973 h 3163521"/>
              <a:gd name="connsiteX214" fmla="*/ 1150 w 12193149"/>
              <a:gd name="connsiteY214" fmla="*/ 2571504 h 3163521"/>
              <a:gd name="connsiteX215" fmla="*/ 1148 w 12193149"/>
              <a:gd name="connsiteY215" fmla="*/ 1040995 h 3163521"/>
              <a:gd name="connsiteX216" fmla="*/ 1148 w 12193149"/>
              <a:gd name="connsiteY216" fmla="*/ 818782 h 3163521"/>
              <a:gd name="connsiteX0" fmla="*/ 1148 w 12193149"/>
              <a:gd name="connsiteY0" fmla="*/ 0 h 3171710"/>
              <a:gd name="connsiteX1" fmla="*/ 12181789 w 12193149"/>
              <a:gd name="connsiteY1" fmla="*/ 8189 h 3171710"/>
              <a:gd name="connsiteX2" fmla="*/ 12193149 w 12193149"/>
              <a:gd name="connsiteY2" fmla="*/ 1406710 h 3171710"/>
              <a:gd name="connsiteX3" fmla="*/ 12185986 w 12193149"/>
              <a:gd name="connsiteY3" fmla="*/ 1411160 h 3171710"/>
              <a:gd name="connsiteX4" fmla="*/ 12156363 w 12193149"/>
              <a:gd name="connsiteY4" fmla="*/ 1424337 h 3171710"/>
              <a:gd name="connsiteX5" fmla="*/ 12139215 w 12193149"/>
              <a:gd name="connsiteY5" fmla="*/ 1450150 h 3171710"/>
              <a:gd name="connsiteX6" fmla="*/ 12126327 w 12193149"/>
              <a:gd name="connsiteY6" fmla="*/ 1451661 h 3171710"/>
              <a:gd name="connsiteX7" fmla="*/ 12124007 w 12193149"/>
              <a:gd name="connsiteY7" fmla="*/ 1451765 h 3171710"/>
              <a:gd name="connsiteX8" fmla="*/ 12116854 w 12193149"/>
              <a:gd name="connsiteY8" fmla="*/ 1455579 h 3171710"/>
              <a:gd name="connsiteX9" fmla="*/ 12099497 w 12193149"/>
              <a:gd name="connsiteY9" fmla="*/ 1455110 h 3171710"/>
              <a:gd name="connsiteX10" fmla="*/ 12087073 w 12193149"/>
              <a:gd name="connsiteY10" fmla="*/ 1463312 h 3171710"/>
              <a:gd name="connsiteX11" fmla="*/ 12031073 w 12193149"/>
              <a:gd name="connsiteY11" fmla="*/ 1506980 h 3171710"/>
              <a:gd name="connsiteX12" fmla="*/ 11995833 w 12193149"/>
              <a:gd name="connsiteY12" fmla="*/ 1530429 h 3171710"/>
              <a:gd name="connsiteX13" fmla="*/ 11979717 w 12193149"/>
              <a:gd name="connsiteY13" fmla="*/ 1535132 h 3171710"/>
              <a:gd name="connsiteX14" fmla="*/ 11959046 w 12193149"/>
              <a:gd name="connsiteY14" fmla="*/ 1544529 h 3171710"/>
              <a:gd name="connsiteX15" fmla="*/ 11920454 w 12193149"/>
              <a:gd name="connsiteY15" fmla="*/ 1557854 h 3171710"/>
              <a:gd name="connsiteX16" fmla="*/ 11903656 w 12193149"/>
              <a:gd name="connsiteY16" fmla="*/ 1569397 h 3171710"/>
              <a:gd name="connsiteX17" fmla="*/ 11895048 w 12193149"/>
              <a:gd name="connsiteY17" fmla="*/ 1571762 h 3171710"/>
              <a:gd name="connsiteX18" fmla="*/ 11891968 w 12193149"/>
              <a:gd name="connsiteY18" fmla="*/ 1582700 h 3171710"/>
              <a:gd name="connsiteX19" fmla="*/ 11870776 w 12193149"/>
              <a:gd name="connsiteY19" fmla="*/ 1604787 h 3171710"/>
              <a:gd name="connsiteX20" fmla="*/ 11813376 w 12193149"/>
              <a:gd name="connsiteY20" fmla="*/ 1624630 h 3171710"/>
              <a:gd name="connsiteX21" fmla="*/ 11590693 w 12193149"/>
              <a:gd name="connsiteY21" fmla="*/ 1790748 h 3171710"/>
              <a:gd name="connsiteX22" fmla="*/ 11506817 w 12193149"/>
              <a:gd name="connsiteY22" fmla="*/ 1860594 h 3171710"/>
              <a:gd name="connsiteX23" fmla="*/ 11280332 w 12193149"/>
              <a:gd name="connsiteY23" fmla="*/ 2050542 h 3171710"/>
              <a:gd name="connsiteX24" fmla="*/ 11228309 w 12193149"/>
              <a:gd name="connsiteY24" fmla="*/ 2103207 h 3171710"/>
              <a:gd name="connsiteX25" fmla="*/ 11218087 w 12193149"/>
              <a:gd name="connsiteY25" fmla="*/ 2102932 h 3171710"/>
              <a:gd name="connsiteX26" fmla="*/ 11217184 w 12193149"/>
              <a:gd name="connsiteY26" fmla="*/ 2101989 h 3171710"/>
              <a:gd name="connsiteX27" fmla="*/ 11188885 w 12193149"/>
              <a:gd name="connsiteY27" fmla="*/ 2119354 h 3171710"/>
              <a:gd name="connsiteX28" fmla="*/ 11184501 w 12193149"/>
              <a:gd name="connsiteY28" fmla="*/ 2119496 h 3171710"/>
              <a:gd name="connsiteX29" fmla="*/ 11166854 w 12193149"/>
              <a:gd name="connsiteY29" fmla="*/ 2133583 h 3171710"/>
              <a:gd name="connsiteX30" fmla="*/ 11157311 w 12193149"/>
              <a:gd name="connsiteY30" fmla="*/ 2139385 h 3171710"/>
              <a:gd name="connsiteX31" fmla="*/ 11155496 w 12193149"/>
              <a:gd name="connsiteY31" fmla="*/ 2144068 h 3171710"/>
              <a:gd name="connsiteX32" fmla="*/ 11140961 w 12193149"/>
              <a:gd name="connsiteY32" fmla="*/ 2151086 h 3171710"/>
              <a:gd name="connsiteX33" fmla="*/ 11138961 w 12193149"/>
              <a:gd name="connsiteY33" fmla="*/ 2150743 h 3171710"/>
              <a:gd name="connsiteX34" fmla="*/ 11128208 w 12193149"/>
              <a:gd name="connsiteY34" fmla="*/ 2160803 h 3171710"/>
              <a:gd name="connsiteX35" fmla="*/ 11120691 w 12193149"/>
              <a:gd name="connsiteY35" fmla="*/ 2174395 h 3171710"/>
              <a:gd name="connsiteX36" fmla="*/ 10894683 w 12193149"/>
              <a:gd name="connsiteY36" fmla="*/ 2300370 h 3171710"/>
              <a:gd name="connsiteX37" fmla="*/ 10773300 w 12193149"/>
              <a:gd name="connsiteY37" fmla="*/ 2350162 h 3171710"/>
              <a:gd name="connsiteX38" fmla="*/ 10627668 w 12193149"/>
              <a:gd name="connsiteY38" fmla="*/ 2386200 h 3171710"/>
              <a:gd name="connsiteX39" fmla="*/ 10581895 w 12193149"/>
              <a:gd name="connsiteY39" fmla="*/ 2395660 h 3171710"/>
              <a:gd name="connsiteX40" fmla="*/ 10547790 w 12193149"/>
              <a:gd name="connsiteY40" fmla="*/ 2425394 h 3171710"/>
              <a:gd name="connsiteX41" fmla="*/ 10529643 w 12193149"/>
              <a:gd name="connsiteY41" fmla="*/ 2423878 h 3171710"/>
              <a:gd name="connsiteX42" fmla="*/ 10526446 w 12193149"/>
              <a:gd name="connsiteY42" fmla="*/ 2423382 h 3171710"/>
              <a:gd name="connsiteX43" fmla="*/ 10515129 w 12193149"/>
              <a:gd name="connsiteY43" fmla="*/ 2426508 h 3171710"/>
              <a:gd name="connsiteX44" fmla="*/ 10491735 w 12193149"/>
              <a:gd name="connsiteY44" fmla="*/ 2421127 h 3171710"/>
              <a:gd name="connsiteX45" fmla="*/ 10471418 w 12193149"/>
              <a:gd name="connsiteY45" fmla="*/ 2428664 h 3171710"/>
              <a:gd name="connsiteX46" fmla="*/ 10377042 w 12193149"/>
              <a:gd name="connsiteY46" fmla="*/ 2471569 h 3171710"/>
              <a:gd name="connsiteX47" fmla="*/ 10319338 w 12193149"/>
              <a:gd name="connsiteY47" fmla="*/ 2493192 h 3171710"/>
              <a:gd name="connsiteX48" fmla="*/ 10295467 w 12193149"/>
              <a:gd name="connsiteY48" fmla="*/ 2495050 h 3171710"/>
              <a:gd name="connsiteX49" fmla="*/ 10263443 w 12193149"/>
              <a:gd name="connsiteY49" fmla="*/ 2501919 h 3171710"/>
              <a:gd name="connsiteX50" fmla="*/ 10205418 w 12193149"/>
              <a:gd name="connsiteY50" fmla="*/ 2509120 h 3171710"/>
              <a:gd name="connsiteX51" fmla="*/ 10177759 w 12193149"/>
              <a:gd name="connsiteY51" fmla="*/ 2519914 h 3171710"/>
              <a:gd name="connsiteX52" fmla="*/ 10165070 w 12193149"/>
              <a:gd name="connsiteY52" fmla="*/ 2520710 h 3171710"/>
              <a:gd name="connsiteX53" fmla="*/ 10156308 w 12193149"/>
              <a:gd name="connsiteY53" fmla="*/ 2534458 h 3171710"/>
              <a:gd name="connsiteX54" fmla="*/ 10118267 w 12193149"/>
              <a:gd name="connsiteY54" fmla="*/ 2558113 h 3171710"/>
              <a:gd name="connsiteX55" fmla="*/ 10083317 w 12193149"/>
              <a:gd name="connsiteY55" fmla="*/ 2570267 h 3171710"/>
              <a:gd name="connsiteX56" fmla="*/ 10040388 w 12193149"/>
              <a:gd name="connsiteY56" fmla="*/ 2568603 h 3171710"/>
              <a:gd name="connsiteX57" fmla="*/ 9961167 w 12193149"/>
              <a:gd name="connsiteY57" fmla="*/ 2584118 h 3171710"/>
              <a:gd name="connsiteX58" fmla="*/ 9848940 w 12193149"/>
              <a:gd name="connsiteY58" fmla="*/ 2590886 h 3171710"/>
              <a:gd name="connsiteX59" fmla="*/ 9729457 w 12193149"/>
              <a:gd name="connsiteY59" fmla="*/ 2611093 h 3171710"/>
              <a:gd name="connsiteX60" fmla="*/ 9613704 w 12193149"/>
              <a:gd name="connsiteY60" fmla="*/ 2639342 h 3171710"/>
              <a:gd name="connsiteX61" fmla="*/ 9338590 w 12193149"/>
              <a:gd name="connsiteY61" fmla="*/ 2696264 h 3171710"/>
              <a:gd name="connsiteX62" fmla="*/ 9232518 w 12193149"/>
              <a:gd name="connsiteY62" fmla="*/ 2720120 h 3171710"/>
              <a:gd name="connsiteX63" fmla="*/ 9156690 w 12193149"/>
              <a:gd name="connsiteY63" fmla="*/ 2730199 h 3171710"/>
              <a:gd name="connsiteX64" fmla="*/ 9054601 w 12193149"/>
              <a:gd name="connsiteY64" fmla="*/ 2737726 h 3171710"/>
              <a:gd name="connsiteX65" fmla="*/ 9006634 w 12193149"/>
              <a:gd name="connsiteY65" fmla="*/ 2741011 h 3171710"/>
              <a:gd name="connsiteX66" fmla="*/ 9006349 w 12193149"/>
              <a:gd name="connsiteY66" fmla="*/ 2740771 h 3171710"/>
              <a:gd name="connsiteX67" fmla="*/ 8997380 w 12193149"/>
              <a:gd name="connsiteY67" fmla="*/ 2741982 h 3171710"/>
              <a:gd name="connsiteX68" fmla="*/ 8991542 w 12193149"/>
              <a:gd name="connsiteY68" fmla="*/ 2744043 h 3171710"/>
              <a:gd name="connsiteX69" fmla="*/ 8975485 w 12193149"/>
              <a:gd name="connsiteY69" fmla="*/ 2747269 h 3171710"/>
              <a:gd name="connsiteX70" fmla="*/ 8969159 w 12193149"/>
              <a:gd name="connsiteY70" fmla="*/ 2746569 h 3171710"/>
              <a:gd name="connsiteX71" fmla="*/ 8964196 w 12193149"/>
              <a:gd name="connsiteY71" fmla="*/ 2744344 h 3171710"/>
              <a:gd name="connsiteX72" fmla="*/ 8930136 w 12193149"/>
              <a:gd name="connsiteY72" fmla="*/ 2741156 h 3171710"/>
              <a:gd name="connsiteX73" fmla="*/ 8753592 w 12193149"/>
              <a:gd name="connsiteY73" fmla="*/ 2760388 h 3171710"/>
              <a:gd name="connsiteX74" fmla="*/ 8708995 w 12193149"/>
              <a:gd name="connsiteY74" fmla="*/ 2762489 h 3171710"/>
              <a:gd name="connsiteX75" fmla="*/ 8597219 w 12193149"/>
              <a:gd name="connsiteY75" fmla="*/ 2771061 h 3171710"/>
              <a:gd name="connsiteX76" fmla="*/ 8526378 w 12193149"/>
              <a:gd name="connsiteY76" fmla="*/ 2756219 h 3171710"/>
              <a:gd name="connsiteX77" fmla="*/ 8512131 w 12193149"/>
              <a:gd name="connsiteY77" fmla="*/ 2762134 h 3171710"/>
              <a:gd name="connsiteX78" fmla="*/ 8507315 w 12193149"/>
              <a:gd name="connsiteY78" fmla="*/ 2765135 h 3171710"/>
              <a:gd name="connsiteX79" fmla="*/ 8499116 w 12193149"/>
              <a:gd name="connsiteY79" fmla="*/ 2767873 h 3171710"/>
              <a:gd name="connsiteX80" fmla="*/ 8498742 w 12193149"/>
              <a:gd name="connsiteY80" fmla="*/ 2767694 h 3171710"/>
              <a:gd name="connsiteX81" fmla="*/ 8491397 w 12193149"/>
              <a:gd name="connsiteY81" fmla="*/ 2770744 h 3171710"/>
              <a:gd name="connsiteX82" fmla="*/ 8368330 w 12193149"/>
              <a:gd name="connsiteY82" fmla="*/ 2784786 h 3171710"/>
              <a:gd name="connsiteX83" fmla="*/ 8354947 w 12193149"/>
              <a:gd name="connsiteY83" fmla="*/ 2784980 h 3171710"/>
              <a:gd name="connsiteX84" fmla="*/ 8321252 w 12193149"/>
              <a:gd name="connsiteY84" fmla="*/ 2801558 h 3171710"/>
              <a:gd name="connsiteX85" fmla="*/ 8315581 w 12193149"/>
              <a:gd name="connsiteY85" fmla="*/ 2801884 h 3171710"/>
              <a:gd name="connsiteX86" fmla="*/ 8296322 w 12193149"/>
              <a:gd name="connsiteY86" fmla="*/ 2815779 h 3171710"/>
              <a:gd name="connsiteX87" fmla="*/ 8285424 w 12193149"/>
              <a:gd name="connsiteY87" fmla="*/ 2821602 h 3171710"/>
              <a:gd name="connsiteX88" fmla="*/ 8284298 w 12193149"/>
              <a:gd name="connsiteY88" fmla="*/ 2826045 h 3171710"/>
              <a:gd name="connsiteX89" fmla="*/ 8267224 w 12193149"/>
              <a:gd name="connsiteY89" fmla="*/ 2833220 h 3171710"/>
              <a:gd name="connsiteX90" fmla="*/ 8264525 w 12193149"/>
              <a:gd name="connsiteY90" fmla="*/ 2832990 h 3171710"/>
              <a:gd name="connsiteX91" fmla="*/ 8253181 w 12193149"/>
              <a:gd name="connsiteY91" fmla="*/ 2842833 h 3171710"/>
              <a:gd name="connsiteX92" fmla="*/ 8246982 w 12193149"/>
              <a:gd name="connsiteY92" fmla="*/ 2855825 h 3171710"/>
              <a:gd name="connsiteX93" fmla="*/ 8091420 w 12193149"/>
              <a:gd name="connsiteY93" fmla="*/ 2901986 h 3171710"/>
              <a:gd name="connsiteX94" fmla="*/ 7906555 w 12193149"/>
              <a:gd name="connsiteY94" fmla="*/ 2943959 h 3171710"/>
              <a:gd name="connsiteX95" fmla="*/ 7719893 w 12193149"/>
              <a:gd name="connsiteY95" fmla="*/ 2969674 h 3171710"/>
              <a:gd name="connsiteX96" fmla="*/ 7615495 w 12193149"/>
              <a:gd name="connsiteY96" fmla="*/ 2966203 h 3171710"/>
              <a:gd name="connsiteX97" fmla="*/ 7528691 w 12193149"/>
              <a:gd name="connsiteY97" fmla="*/ 2972031 h 3171710"/>
              <a:gd name="connsiteX98" fmla="*/ 7520719 w 12193149"/>
              <a:gd name="connsiteY98" fmla="*/ 2974584 h 3171710"/>
              <a:gd name="connsiteX99" fmla="*/ 7508559 w 12193149"/>
              <a:gd name="connsiteY99" fmla="*/ 2975919 h 3171710"/>
              <a:gd name="connsiteX100" fmla="*/ 7508188 w 12193149"/>
              <a:gd name="connsiteY100" fmla="*/ 2975592 h 3171710"/>
              <a:gd name="connsiteX101" fmla="*/ 7496943 w 12193149"/>
              <a:gd name="connsiteY101" fmla="*/ 2977544 h 3171710"/>
              <a:gd name="connsiteX102" fmla="*/ 7219707 w 12193149"/>
              <a:gd name="connsiteY102" fmla="*/ 2983651 h 3171710"/>
              <a:gd name="connsiteX103" fmla="*/ 7202249 w 12193149"/>
              <a:gd name="connsiteY103" fmla="*/ 2988201 h 3171710"/>
              <a:gd name="connsiteX104" fmla="*/ 7198152 w 12193149"/>
              <a:gd name="connsiteY104" fmla="*/ 2993559 h 3171710"/>
              <a:gd name="connsiteX105" fmla="*/ 7171956 w 12193149"/>
              <a:gd name="connsiteY105" fmla="*/ 2998207 h 3171710"/>
              <a:gd name="connsiteX106" fmla="*/ 7098136 w 12193149"/>
              <a:gd name="connsiteY106" fmla="*/ 3010435 h 3171710"/>
              <a:gd name="connsiteX107" fmla="*/ 7019644 w 12193149"/>
              <a:gd name="connsiteY107" fmla="*/ 3010061 h 3171710"/>
              <a:gd name="connsiteX108" fmla="*/ 6905294 w 12193149"/>
              <a:gd name="connsiteY108" fmla="*/ 3039567 h 3171710"/>
              <a:gd name="connsiteX109" fmla="*/ 6709370 w 12193149"/>
              <a:gd name="connsiteY109" fmla="*/ 3067522 h 3171710"/>
              <a:gd name="connsiteX110" fmla="*/ 6550602 w 12193149"/>
              <a:gd name="connsiteY110" fmla="*/ 3096298 h 3171710"/>
              <a:gd name="connsiteX111" fmla="*/ 6318708 w 12193149"/>
              <a:gd name="connsiteY111" fmla="*/ 3143098 h 3171710"/>
              <a:gd name="connsiteX112" fmla="*/ 6169822 w 12193149"/>
              <a:gd name="connsiteY112" fmla="*/ 3145185 h 3171710"/>
              <a:gd name="connsiteX113" fmla="*/ 6074996 w 12193149"/>
              <a:gd name="connsiteY113" fmla="*/ 3165647 h 3171710"/>
              <a:gd name="connsiteX114" fmla="*/ 6069677 w 12193149"/>
              <a:gd name="connsiteY114" fmla="*/ 3164110 h 3171710"/>
              <a:gd name="connsiteX115" fmla="*/ 6049786 w 12193149"/>
              <a:gd name="connsiteY115" fmla="*/ 3164793 h 3171710"/>
              <a:gd name="connsiteX116" fmla="*/ 6042433 w 12193149"/>
              <a:gd name="connsiteY116" fmla="*/ 3156444 h 3171710"/>
              <a:gd name="connsiteX117" fmla="*/ 6011238 w 12193149"/>
              <a:gd name="connsiteY117" fmla="*/ 3151351 h 3171710"/>
              <a:gd name="connsiteX118" fmla="*/ 5958523 w 12193149"/>
              <a:gd name="connsiteY118" fmla="*/ 3154995 h 3171710"/>
              <a:gd name="connsiteX119" fmla="*/ 5760067 w 12193149"/>
              <a:gd name="connsiteY119" fmla="*/ 3170687 h 3171710"/>
              <a:gd name="connsiteX120" fmla="*/ 5628108 w 12193149"/>
              <a:gd name="connsiteY120" fmla="*/ 3171710 h 3171710"/>
              <a:gd name="connsiteX121" fmla="*/ 5472054 w 12193149"/>
              <a:gd name="connsiteY121" fmla="*/ 3157690 h 3171710"/>
              <a:gd name="connsiteX122" fmla="*/ 5433909 w 12193149"/>
              <a:gd name="connsiteY122" fmla="*/ 3146437 h 3171710"/>
              <a:gd name="connsiteX123" fmla="*/ 5382817 w 12193149"/>
              <a:gd name="connsiteY123" fmla="*/ 3128735 h 3171710"/>
              <a:gd name="connsiteX124" fmla="*/ 5262912 w 12193149"/>
              <a:gd name="connsiteY124" fmla="*/ 3108318 h 3171710"/>
              <a:gd name="connsiteX125" fmla="*/ 5224109 w 12193149"/>
              <a:gd name="connsiteY125" fmla="*/ 3097194 h 3171710"/>
              <a:gd name="connsiteX126" fmla="*/ 5175808 w 12193149"/>
              <a:gd name="connsiteY126" fmla="*/ 3094204 h 3171710"/>
              <a:gd name="connsiteX127" fmla="*/ 5157702 w 12193149"/>
              <a:gd name="connsiteY127" fmla="*/ 3086981 h 3171710"/>
              <a:gd name="connsiteX128" fmla="*/ 5143747 w 12193149"/>
              <a:gd name="connsiteY128" fmla="*/ 3083581 h 3171710"/>
              <a:gd name="connsiteX129" fmla="*/ 5140744 w 12193149"/>
              <a:gd name="connsiteY129" fmla="*/ 3081480 h 3171710"/>
              <a:gd name="connsiteX130" fmla="*/ 5122807 w 12193149"/>
              <a:gd name="connsiteY130" fmla="*/ 3070627 h 3171710"/>
              <a:gd name="connsiteX131" fmla="*/ 5066938 w 12193149"/>
              <a:gd name="connsiteY131" fmla="*/ 3077198 h 3171710"/>
              <a:gd name="connsiteX132" fmla="*/ 5012662 w 12193149"/>
              <a:gd name="connsiteY132" fmla="*/ 3060817 h 3171710"/>
              <a:gd name="connsiteX133" fmla="*/ 4841589 w 12193149"/>
              <a:gd name="connsiteY133" fmla="*/ 3036800 h 3171710"/>
              <a:gd name="connsiteX134" fmla="*/ 4763595 w 12193149"/>
              <a:gd name="connsiteY134" fmla="*/ 3009032 h 3171710"/>
              <a:gd name="connsiteX135" fmla="*/ 4724334 w 12193149"/>
              <a:gd name="connsiteY135" fmla="*/ 3000018 h 3171710"/>
              <a:gd name="connsiteX136" fmla="*/ 4722324 w 12193149"/>
              <a:gd name="connsiteY136" fmla="*/ 2999269 h 3171710"/>
              <a:gd name="connsiteX137" fmla="*/ 4723259 w 12193149"/>
              <a:gd name="connsiteY137" fmla="*/ 2999058 h 3171710"/>
              <a:gd name="connsiteX138" fmla="*/ 4718350 w 12193149"/>
              <a:gd name="connsiteY138" fmla="*/ 2997788 h 3171710"/>
              <a:gd name="connsiteX139" fmla="*/ 4722324 w 12193149"/>
              <a:gd name="connsiteY139" fmla="*/ 2999269 h 3171710"/>
              <a:gd name="connsiteX140" fmla="*/ 4716674 w 12193149"/>
              <a:gd name="connsiteY140" fmla="*/ 3000544 h 3171710"/>
              <a:gd name="connsiteX141" fmla="*/ 4516962 w 12193149"/>
              <a:gd name="connsiteY141" fmla="*/ 2990642 h 3171710"/>
              <a:gd name="connsiteX142" fmla="*/ 4429691 w 12193149"/>
              <a:gd name="connsiteY142" fmla="*/ 2979991 h 3171710"/>
              <a:gd name="connsiteX143" fmla="*/ 4364023 w 12193149"/>
              <a:gd name="connsiteY143" fmla="*/ 2978645 h 3171710"/>
              <a:gd name="connsiteX144" fmla="*/ 4318114 w 12193149"/>
              <a:gd name="connsiteY144" fmla="*/ 2985260 h 3171710"/>
              <a:gd name="connsiteX145" fmla="*/ 4316258 w 12193149"/>
              <a:gd name="connsiteY145" fmla="*/ 2983919 h 3171710"/>
              <a:gd name="connsiteX146" fmla="*/ 4296292 w 12193149"/>
              <a:gd name="connsiteY146" fmla="*/ 2982040 h 3171710"/>
              <a:gd name="connsiteX147" fmla="*/ 4291212 w 12193149"/>
              <a:gd name="connsiteY147" fmla="*/ 2984957 h 3171710"/>
              <a:gd name="connsiteX148" fmla="*/ 4277290 w 12193149"/>
              <a:gd name="connsiteY148" fmla="*/ 2984711 h 3171710"/>
              <a:gd name="connsiteX149" fmla="*/ 4249265 w 12193149"/>
              <a:gd name="connsiteY149" fmla="*/ 2987035 h 3171710"/>
              <a:gd name="connsiteX150" fmla="*/ 4203199 w 12193149"/>
              <a:gd name="connsiteY150" fmla="*/ 2984240 h 3171710"/>
              <a:gd name="connsiteX151" fmla="*/ 4202893 w 12193149"/>
              <a:gd name="connsiteY151" fmla="*/ 2982981 h 3171710"/>
              <a:gd name="connsiteX152" fmla="*/ 4192396 w 12193149"/>
              <a:gd name="connsiteY152" fmla="*/ 2977347 h 3171710"/>
              <a:gd name="connsiteX153" fmla="*/ 4143893 w 12193149"/>
              <a:gd name="connsiteY153" fmla="*/ 2961482 h 3171710"/>
              <a:gd name="connsiteX154" fmla="*/ 4084245 w 12193149"/>
              <a:gd name="connsiteY154" fmla="*/ 2934949 h 3171710"/>
              <a:gd name="connsiteX155" fmla="*/ 4075694 w 12193149"/>
              <a:gd name="connsiteY155" fmla="*/ 2934114 h 3171710"/>
              <a:gd name="connsiteX156" fmla="*/ 4075575 w 12193149"/>
              <a:gd name="connsiteY156" fmla="*/ 2933815 h 3171710"/>
              <a:gd name="connsiteX157" fmla="*/ 4066658 w 12193149"/>
              <a:gd name="connsiteY157" fmla="*/ 2932371 h 3171710"/>
              <a:gd name="connsiteX158" fmla="*/ 4060102 w 12193149"/>
              <a:gd name="connsiteY158" fmla="*/ 2932589 h 3171710"/>
              <a:gd name="connsiteX159" fmla="*/ 4043512 w 12193149"/>
              <a:gd name="connsiteY159" fmla="*/ 2930968 h 3171710"/>
              <a:gd name="connsiteX160" fmla="*/ 4038145 w 12193149"/>
              <a:gd name="connsiteY160" fmla="*/ 2928534 h 3171710"/>
              <a:gd name="connsiteX161" fmla="*/ 4036511 w 12193149"/>
              <a:gd name="connsiteY161" fmla="*/ 2924867 h 3171710"/>
              <a:gd name="connsiteX162" fmla="*/ 4034926 w 12193149"/>
              <a:gd name="connsiteY162" fmla="*/ 2925102 h 3171710"/>
              <a:gd name="connsiteX163" fmla="*/ 4005686 w 12193149"/>
              <a:gd name="connsiteY163" fmla="*/ 2912534 h 3171710"/>
              <a:gd name="connsiteX164" fmla="*/ 3937994 w 12193149"/>
              <a:gd name="connsiteY164" fmla="*/ 2895077 h 3171710"/>
              <a:gd name="connsiteX165" fmla="*/ 3898423 w 12193149"/>
              <a:gd name="connsiteY165" fmla="*/ 2889422 h 3171710"/>
              <a:gd name="connsiteX166" fmla="*/ 3790908 w 12193149"/>
              <a:gd name="connsiteY166" fmla="*/ 2869184 h 3171710"/>
              <a:gd name="connsiteX167" fmla="*/ 3683661 w 12193149"/>
              <a:gd name="connsiteY167" fmla="*/ 2845261 h 3171710"/>
              <a:gd name="connsiteX168" fmla="*/ 3611183 w 12193149"/>
              <a:gd name="connsiteY168" fmla="*/ 2812990 h 3171710"/>
              <a:gd name="connsiteX169" fmla="*/ 3605003 w 12193149"/>
              <a:gd name="connsiteY169" fmla="*/ 2814352 h 3171710"/>
              <a:gd name="connsiteX170" fmla="*/ 3595884 w 12193149"/>
              <a:gd name="connsiteY170" fmla="*/ 2814516 h 3171710"/>
              <a:gd name="connsiteX171" fmla="*/ 3595649 w 12193149"/>
              <a:gd name="connsiteY171" fmla="*/ 2814247 h 3171710"/>
              <a:gd name="connsiteX172" fmla="*/ 3587126 w 12193149"/>
              <a:gd name="connsiteY172" fmla="*/ 2814937 h 3171710"/>
              <a:gd name="connsiteX173" fmla="*/ 3537283 w 12193149"/>
              <a:gd name="connsiteY173" fmla="*/ 2805238 h 3171710"/>
              <a:gd name="connsiteX174" fmla="*/ 3474371 w 12193149"/>
              <a:gd name="connsiteY174" fmla="*/ 2801577 h 3171710"/>
              <a:gd name="connsiteX175" fmla="*/ 3401876 w 12193149"/>
              <a:gd name="connsiteY175" fmla="*/ 2789529 h 3171710"/>
              <a:gd name="connsiteX176" fmla="*/ 3365036 w 12193149"/>
              <a:gd name="connsiteY176" fmla="*/ 2806481 h 3171710"/>
              <a:gd name="connsiteX177" fmla="*/ 3345174 w 12193149"/>
              <a:gd name="connsiteY177" fmla="*/ 2808163 h 3171710"/>
              <a:gd name="connsiteX178" fmla="*/ 3342846 w 12193149"/>
              <a:gd name="connsiteY178" fmla="*/ 2807188 h 3171710"/>
              <a:gd name="connsiteX179" fmla="*/ 3263504 w 12193149"/>
              <a:gd name="connsiteY179" fmla="*/ 2813065 h 3171710"/>
              <a:gd name="connsiteX180" fmla="*/ 3143704 w 12193149"/>
              <a:gd name="connsiteY180" fmla="*/ 2820840 h 3171710"/>
              <a:gd name="connsiteX181" fmla="*/ 3031439 w 12193149"/>
              <a:gd name="connsiteY181" fmla="*/ 2823483 h 3171710"/>
              <a:gd name="connsiteX182" fmla="*/ 2782717 w 12193149"/>
              <a:gd name="connsiteY182" fmla="*/ 2845304 h 3171710"/>
              <a:gd name="connsiteX183" fmla="*/ 2647675 w 12193149"/>
              <a:gd name="connsiteY183" fmla="*/ 2855840 h 3171710"/>
              <a:gd name="connsiteX184" fmla="*/ 2569176 w 12193149"/>
              <a:gd name="connsiteY184" fmla="*/ 2829599 h 3171710"/>
              <a:gd name="connsiteX185" fmla="*/ 2444403 w 12193149"/>
              <a:gd name="connsiteY185" fmla="*/ 2843500 h 3171710"/>
              <a:gd name="connsiteX186" fmla="*/ 2316260 w 12193149"/>
              <a:gd name="connsiteY186" fmla="*/ 2851967 h 3171710"/>
              <a:gd name="connsiteX187" fmla="*/ 2209726 w 12193149"/>
              <a:gd name="connsiteY187" fmla="*/ 2846734 h 3171710"/>
              <a:gd name="connsiteX188" fmla="*/ 2095813 w 12193149"/>
              <a:gd name="connsiteY188" fmla="*/ 2830023 h 3171710"/>
              <a:gd name="connsiteX189" fmla="*/ 1998504 w 12193149"/>
              <a:gd name="connsiteY189" fmla="*/ 2822003 h 3171710"/>
              <a:gd name="connsiteX190" fmla="*/ 1929320 w 12193149"/>
              <a:gd name="connsiteY190" fmla="*/ 2843948 h 3171710"/>
              <a:gd name="connsiteX191" fmla="*/ 1922798 w 12193149"/>
              <a:gd name="connsiteY191" fmla="*/ 2839117 h 3171710"/>
              <a:gd name="connsiteX192" fmla="*/ 1874228 w 12193149"/>
              <a:gd name="connsiteY192" fmla="*/ 2840712 h 3171710"/>
              <a:gd name="connsiteX193" fmla="*/ 1787803 w 12193149"/>
              <a:gd name="connsiteY193" fmla="*/ 2868334 h 3171710"/>
              <a:gd name="connsiteX194" fmla="*/ 1739352 w 12193149"/>
              <a:gd name="connsiteY194" fmla="*/ 2863283 h 3171710"/>
              <a:gd name="connsiteX195" fmla="*/ 1676219 w 12193149"/>
              <a:gd name="connsiteY195" fmla="*/ 2846934 h 3171710"/>
              <a:gd name="connsiteX196" fmla="*/ 1609817 w 12193149"/>
              <a:gd name="connsiteY196" fmla="*/ 2840037 h 3171710"/>
              <a:gd name="connsiteX197" fmla="*/ 1497258 w 12193149"/>
              <a:gd name="connsiteY197" fmla="*/ 2814447 h 3171710"/>
              <a:gd name="connsiteX198" fmla="*/ 1151127 w 12193149"/>
              <a:gd name="connsiteY198" fmla="*/ 2765012 h 3171710"/>
              <a:gd name="connsiteX199" fmla="*/ 859417 w 12193149"/>
              <a:gd name="connsiteY199" fmla="*/ 2755579 h 3171710"/>
              <a:gd name="connsiteX200" fmla="*/ 838688 w 12193149"/>
              <a:gd name="connsiteY200" fmla="*/ 2756792 h 3171710"/>
              <a:gd name="connsiteX201" fmla="*/ 817957 w 12193149"/>
              <a:gd name="connsiteY201" fmla="*/ 2754828 h 3171710"/>
              <a:gd name="connsiteX202" fmla="*/ 812654 w 12193149"/>
              <a:gd name="connsiteY202" fmla="*/ 2757722 h 3171710"/>
              <a:gd name="connsiteX203" fmla="*/ 721195 w 12193149"/>
              <a:gd name="connsiteY203" fmla="*/ 2756632 h 3171710"/>
              <a:gd name="connsiteX204" fmla="*/ 720890 w 12193149"/>
              <a:gd name="connsiteY204" fmla="*/ 2755370 h 3171710"/>
              <a:gd name="connsiteX205" fmla="*/ 710023 w 12193149"/>
              <a:gd name="connsiteY205" fmla="*/ 2749693 h 3171710"/>
              <a:gd name="connsiteX206" fmla="*/ 597940 w 12193149"/>
              <a:gd name="connsiteY206" fmla="*/ 2706835 h 3171710"/>
              <a:gd name="connsiteX207" fmla="*/ 579683 w 12193149"/>
              <a:gd name="connsiteY207" fmla="*/ 2704183 h 3171710"/>
              <a:gd name="connsiteX208" fmla="*/ 572865 w 12193149"/>
              <a:gd name="connsiteY208" fmla="*/ 2704372 h 3171710"/>
              <a:gd name="connsiteX209" fmla="*/ 446247 w 12193149"/>
              <a:gd name="connsiteY209" fmla="*/ 2666342 h 3171710"/>
              <a:gd name="connsiteX210" fmla="*/ 405163 w 12193149"/>
              <a:gd name="connsiteY210" fmla="*/ 2660519 h 3171710"/>
              <a:gd name="connsiteX211" fmla="*/ 293583 w 12193149"/>
              <a:gd name="connsiteY211" fmla="*/ 2639823 h 3171710"/>
              <a:gd name="connsiteX212" fmla="*/ 119529 w 12193149"/>
              <a:gd name="connsiteY212" fmla="*/ 2588018 h 3171710"/>
              <a:gd name="connsiteX213" fmla="*/ 16674 w 12193149"/>
              <a:gd name="connsiteY213" fmla="*/ 2585162 h 3171710"/>
              <a:gd name="connsiteX214" fmla="*/ 1150 w 12193149"/>
              <a:gd name="connsiteY214" fmla="*/ 2579693 h 3171710"/>
              <a:gd name="connsiteX215" fmla="*/ 1148 w 12193149"/>
              <a:gd name="connsiteY215" fmla="*/ 1049184 h 3171710"/>
              <a:gd name="connsiteX216" fmla="*/ 1148 w 12193149"/>
              <a:gd name="connsiteY216" fmla="*/ 0 h 31717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Lst>
            <a:rect l="l" t="t" r="r" b="b"/>
            <a:pathLst>
              <a:path w="12193149" h="3171710">
                <a:moveTo>
                  <a:pt x="1148" y="0"/>
                </a:moveTo>
                <a:lnTo>
                  <a:pt x="12181789" y="8189"/>
                </a:lnTo>
                <a:cubicBezTo>
                  <a:pt x="12181789" y="201435"/>
                  <a:pt x="12193149" y="1213464"/>
                  <a:pt x="12193149" y="1406710"/>
                </a:cubicBezTo>
                <a:lnTo>
                  <a:pt x="12185986" y="1411160"/>
                </a:lnTo>
                <a:cubicBezTo>
                  <a:pt x="12156393" y="1404401"/>
                  <a:pt x="12176978" y="1415299"/>
                  <a:pt x="12156363" y="1424337"/>
                </a:cubicBezTo>
                <a:cubicBezTo>
                  <a:pt x="12172308" y="1438279"/>
                  <a:pt x="12127905" y="1429847"/>
                  <a:pt x="12139215" y="1450150"/>
                </a:cubicBezTo>
                <a:cubicBezTo>
                  <a:pt x="12135103" y="1451151"/>
                  <a:pt x="12130766" y="1451483"/>
                  <a:pt x="12126327" y="1451661"/>
                </a:cubicBezTo>
                <a:lnTo>
                  <a:pt x="12124007" y="1451765"/>
                </a:lnTo>
                <a:lnTo>
                  <a:pt x="12116854" y="1455579"/>
                </a:lnTo>
                <a:lnTo>
                  <a:pt x="12099497" y="1455110"/>
                </a:lnTo>
                <a:cubicBezTo>
                  <a:pt x="12095162" y="1456775"/>
                  <a:pt x="12090978" y="1459336"/>
                  <a:pt x="12087073" y="1463312"/>
                </a:cubicBezTo>
                <a:cubicBezTo>
                  <a:pt x="12078890" y="1483714"/>
                  <a:pt x="12040481" y="1480817"/>
                  <a:pt x="12031073" y="1506980"/>
                </a:cubicBezTo>
                <a:cubicBezTo>
                  <a:pt x="12026399" y="1515225"/>
                  <a:pt x="12004497" y="1532326"/>
                  <a:pt x="11995833" y="1530429"/>
                </a:cubicBezTo>
                <a:cubicBezTo>
                  <a:pt x="11990333" y="1532938"/>
                  <a:pt x="11986699" y="1539016"/>
                  <a:pt x="11979717" y="1535132"/>
                </a:cubicBezTo>
                <a:cubicBezTo>
                  <a:pt x="11970382" y="1531211"/>
                  <a:pt x="11963763" y="1554233"/>
                  <a:pt x="11959046" y="1544529"/>
                </a:cubicBezTo>
                <a:lnTo>
                  <a:pt x="11920454" y="1557854"/>
                </a:lnTo>
                <a:cubicBezTo>
                  <a:pt x="11919152" y="1564914"/>
                  <a:pt x="11912619" y="1567116"/>
                  <a:pt x="11903656" y="1569397"/>
                </a:cubicBezTo>
                <a:lnTo>
                  <a:pt x="11895048" y="1571762"/>
                </a:lnTo>
                <a:lnTo>
                  <a:pt x="11891968" y="1582700"/>
                </a:lnTo>
                <a:cubicBezTo>
                  <a:pt x="11881074" y="1573372"/>
                  <a:pt x="11884523" y="1604713"/>
                  <a:pt x="11870776" y="1604787"/>
                </a:cubicBezTo>
                <a:lnTo>
                  <a:pt x="11813376" y="1624630"/>
                </a:lnTo>
                <a:lnTo>
                  <a:pt x="11590693" y="1790748"/>
                </a:lnTo>
                <a:cubicBezTo>
                  <a:pt x="11550201" y="1817685"/>
                  <a:pt x="11542649" y="1767741"/>
                  <a:pt x="11506817" y="1860594"/>
                </a:cubicBezTo>
                <a:cubicBezTo>
                  <a:pt x="11450023" y="1916431"/>
                  <a:pt x="11337127" y="2017145"/>
                  <a:pt x="11280332" y="2050542"/>
                </a:cubicBezTo>
                <a:cubicBezTo>
                  <a:pt x="11267547" y="2058142"/>
                  <a:pt x="11229147" y="2123560"/>
                  <a:pt x="11228309" y="2103207"/>
                </a:cubicBezTo>
                <a:cubicBezTo>
                  <a:pt x="11223950" y="2105174"/>
                  <a:pt x="11220761" y="2104651"/>
                  <a:pt x="11218087" y="2102932"/>
                </a:cubicBezTo>
                <a:lnTo>
                  <a:pt x="11217184" y="2101989"/>
                </a:lnTo>
                <a:lnTo>
                  <a:pt x="11188885" y="2119354"/>
                </a:lnTo>
                <a:lnTo>
                  <a:pt x="11184501" y="2119496"/>
                </a:lnTo>
                <a:lnTo>
                  <a:pt x="11166854" y="2133583"/>
                </a:lnTo>
                <a:lnTo>
                  <a:pt x="11157311" y="2139385"/>
                </a:lnTo>
                <a:lnTo>
                  <a:pt x="11155496" y="2144068"/>
                </a:lnTo>
                <a:cubicBezTo>
                  <a:pt x="11153045" y="2147436"/>
                  <a:pt x="11148902" y="2150083"/>
                  <a:pt x="11140961" y="2151086"/>
                </a:cubicBezTo>
                <a:lnTo>
                  <a:pt x="11138961" y="2150743"/>
                </a:lnTo>
                <a:lnTo>
                  <a:pt x="11128208" y="2160803"/>
                </a:lnTo>
                <a:cubicBezTo>
                  <a:pt x="11124962" y="2164785"/>
                  <a:pt x="11122359" y="2169258"/>
                  <a:pt x="11120691" y="2174395"/>
                </a:cubicBezTo>
                <a:cubicBezTo>
                  <a:pt x="11081770" y="2197656"/>
                  <a:pt x="10952581" y="2271077"/>
                  <a:pt x="10894683" y="2300370"/>
                </a:cubicBezTo>
                <a:cubicBezTo>
                  <a:pt x="10861781" y="2315405"/>
                  <a:pt x="10817803" y="2335857"/>
                  <a:pt x="10773300" y="2350162"/>
                </a:cubicBezTo>
                <a:cubicBezTo>
                  <a:pt x="10733414" y="2394390"/>
                  <a:pt x="10677791" y="2353706"/>
                  <a:pt x="10627668" y="2386200"/>
                </a:cubicBezTo>
                <a:cubicBezTo>
                  <a:pt x="10590276" y="2369074"/>
                  <a:pt x="10613693" y="2389253"/>
                  <a:pt x="10581895" y="2395660"/>
                </a:cubicBezTo>
                <a:cubicBezTo>
                  <a:pt x="10597733" y="2418627"/>
                  <a:pt x="10540912" y="2395212"/>
                  <a:pt x="10547790" y="2425394"/>
                </a:cubicBezTo>
                <a:cubicBezTo>
                  <a:pt x="10541784" y="2425603"/>
                  <a:pt x="10535750" y="2424857"/>
                  <a:pt x="10529643" y="2423878"/>
                </a:cubicBezTo>
                <a:lnTo>
                  <a:pt x="10526446" y="2423382"/>
                </a:lnTo>
                <a:lnTo>
                  <a:pt x="10515129" y="2426508"/>
                </a:lnTo>
                <a:lnTo>
                  <a:pt x="10491735" y="2421127"/>
                </a:lnTo>
                <a:cubicBezTo>
                  <a:pt x="10485147" y="2422161"/>
                  <a:pt x="10478389" y="2424430"/>
                  <a:pt x="10471418" y="2428664"/>
                </a:cubicBezTo>
                <a:cubicBezTo>
                  <a:pt x="10451763" y="2453636"/>
                  <a:pt x="10400774" y="2439247"/>
                  <a:pt x="10377042" y="2471569"/>
                </a:cubicBezTo>
                <a:cubicBezTo>
                  <a:pt x="10367240" y="2481286"/>
                  <a:pt x="10330319" y="2498097"/>
                  <a:pt x="10319338" y="2493192"/>
                </a:cubicBezTo>
                <a:cubicBezTo>
                  <a:pt x="10310813" y="2495031"/>
                  <a:pt x="10303331" y="2502144"/>
                  <a:pt x="10295467" y="2495050"/>
                </a:cubicBezTo>
                <a:cubicBezTo>
                  <a:pt x="10284420" y="2487261"/>
                  <a:pt x="10265794" y="2516157"/>
                  <a:pt x="10263443" y="2501919"/>
                </a:cubicBezTo>
                <a:lnTo>
                  <a:pt x="10205418" y="2509120"/>
                </a:lnTo>
                <a:cubicBezTo>
                  <a:pt x="10200696" y="2518180"/>
                  <a:pt x="10190895" y="2519327"/>
                  <a:pt x="10177759" y="2519914"/>
                </a:cubicBezTo>
                <a:lnTo>
                  <a:pt x="10165070" y="2520710"/>
                </a:lnTo>
                <a:lnTo>
                  <a:pt x="10156308" y="2534458"/>
                </a:lnTo>
                <a:cubicBezTo>
                  <a:pt x="10145406" y="2519028"/>
                  <a:pt x="10136981" y="2561781"/>
                  <a:pt x="10118267" y="2558113"/>
                </a:cubicBezTo>
                <a:lnTo>
                  <a:pt x="10083317" y="2570267"/>
                </a:lnTo>
                <a:cubicBezTo>
                  <a:pt x="10075718" y="2568198"/>
                  <a:pt x="10048011" y="2569526"/>
                  <a:pt x="10040388" y="2568603"/>
                </a:cubicBezTo>
                <a:cubicBezTo>
                  <a:pt x="9999609" y="2578704"/>
                  <a:pt x="9985545" y="2579194"/>
                  <a:pt x="9961167" y="2584118"/>
                </a:cubicBezTo>
                <a:cubicBezTo>
                  <a:pt x="9920131" y="2584260"/>
                  <a:pt x="9889892" y="2581061"/>
                  <a:pt x="9848940" y="2590886"/>
                </a:cubicBezTo>
                <a:lnTo>
                  <a:pt x="9729457" y="2611093"/>
                </a:lnTo>
                <a:cubicBezTo>
                  <a:pt x="9676207" y="2601507"/>
                  <a:pt x="9631235" y="2626730"/>
                  <a:pt x="9613704" y="2639342"/>
                </a:cubicBezTo>
                <a:cubicBezTo>
                  <a:pt x="9548152" y="2653618"/>
                  <a:pt x="9410970" y="2690964"/>
                  <a:pt x="9338590" y="2696264"/>
                </a:cubicBezTo>
                <a:lnTo>
                  <a:pt x="9232518" y="2720120"/>
                </a:lnTo>
                <a:lnTo>
                  <a:pt x="9156690" y="2730199"/>
                </a:lnTo>
                <a:lnTo>
                  <a:pt x="9054601" y="2737726"/>
                </a:lnTo>
                <a:lnTo>
                  <a:pt x="9006634" y="2741011"/>
                </a:lnTo>
                <a:lnTo>
                  <a:pt x="9006349" y="2740771"/>
                </a:lnTo>
                <a:cubicBezTo>
                  <a:pt x="9004294" y="2740551"/>
                  <a:pt x="9001475" y="2740879"/>
                  <a:pt x="8997380" y="2741982"/>
                </a:cubicBezTo>
                <a:lnTo>
                  <a:pt x="8991542" y="2744043"/>
                </a:lnTo>
                <a:lnTo>
                  <a:pt x="8975485" y="2747269"/>
                </a:lnTo>
                <a:lnTo>
                  <a:pt x="8969159" y="2746569"/>
                </a:lnTo>
                <a:lnTo>
                  <a:pt x="8964196" y="2744344"/>
                </a:lnTo>
                <a:cubicBezTo>
                  <a:pt x="8955841" y="2752295"/>
                  <a:pt x="8956668" y="2761243"/>
                  <a:pt x="8930136" y="2741156"/>
                </a:cubicBezTo>
                <a:cubicBezTo>
                  <a:pt x="8899182" y="2742176"/>
                  <a:pt x="8790451" y="2756831"/>
                  <a:pt x="8753592" y="2760388"/>
                </a:cubicBezTo>
                <a:cubicBezTo>
                  <a:pt x="8720970" y="2771108"/>
                  <a:pt x="8749345" y="2757447"/>
                  <a:pt x="8708995" y="2762489"/>
                </a:cubicBezTo>
                <a:cubicBezTo>
                  <a:pt x="8672757" y="2782024"/>
                  <a:pt x="8640293" y="2765584"/>
                  <a:pt x="8597219" y="2771061"/>
                </a:cubicBezTo>
                <a:lnTo>
                  <a:pt x="8526378" y="2756219"/>
                </a:lnTo>
                <a:lnTo>
                  <a:pt x="8512131" y="2762134"/>
                </a:lnTo>
                <a:lnTo>
                  <a:pt x="8507315" y="2765135"/>
                </a:lnTo>
                <a:cubicBezTo>
                  <a:pt x="8503797" y="2766912"/>
                  <a:pt x="8501196" y="2767723"/>
                  <a:pt x="8499116" y="2767873"/>
                </a:cubicBezTo>
                <a:lnTo>
                  <a:pt x="8498742" y="2767694"/>
                </a:lnTo>
                <a:lnTo>
                  <a:pt x="8491397" y="2770744"/>
                </a:lnTo>
                <a:lnTo>
                  <a:pt x="8368330" y="2784786"/>
                </a:lnTo>
                <a:cubicBezTo>
                  <a:pt x="8363173" y="2786811"/>
                  <a:pt x="8358881" y="2786463"/>
                  <a:pt x="8354947" y="2784980"/>
                </a:cubicBezTo>
                <a:lnTo>
                  <a:pt x="8321252" y="2801558"/>
                </a:lnTo>
                <a:lnTo>
                  <a:pt x="8315581" y="2801884"/>
                </a:lnTo>
                <a:lnTo>
                  <a:pt x="8296322" y="2815779"/>
                </a:lnTo>
                <a:lnTo>
                  <a:pt x="8285424" y="2821602"/>
                </a:lnTo>
                <a:lnTo>
                  <a:pt x="8284298" y="2826045"/>
                </a:lnTo>
                <a:cubicBezTo>
                  <a:pt x="8281994" y="2829290"/>
                  <a:pt x="8277300" y="2831938"/>
                  <a:pt x="8267224" y="2833220"/>
                </a:cubicBezTo>
                <a:lnTo>
                  <a:pt x="8264525" y="2832990"/>
                </a:lnTo>
                <a:lnTo>
                  <a:pt x="8253181" y="2842833"/>
                </a:lnTo>
                <a:cubicBezTo>
                  <a:pt x="8250007" y="2846683"/>
                  <a:pt x="8247795" y="2850965"/>
                  <a:pt x="8246982" y="2855825"/>
                </a:cubicBezTo>
                <a:cubicBezTo>
                  <a:pt x="8182975" y="2852918"/>
                  <a:pt x="8148279" y="2887040"/>
                  <a:pt x="8091420" y="2901986"/>
                </a:cubicBezTo>
                <a:cubicBezTo>
                  <a:pt x="8026616" y="2925128"/>
                  <a:pt x="7968218" y="2946364"/>
                  <a:pt x="7906555" y="2943959"/>
                </a:cubicBezTo>
                <a:cubicBezTo>
                  <a:pt x="7836267" y="2958871"/>
                  <a:pt x="7782114" y="2961102"/>
                  <a:pt x="7719893" y="2969674"/>
                </a:cubicBezTo>
                <a:lnTo>
                  <a:pt x="7615495" y="2966203"/>
                </a:lnTo>
                <a:lnTo>
                  <a:pt x="7528691" y="2972031"/>
                </a:lnTo>
                <a:lnTo>
                  <a:pt x="7520719" y="2974584"/>
                </a:lnTo>
                <a:cubicBezTo>
                  <a:pt x="7515141" y="2975923"/>
                  <a:pt x="7511320" y="2976273"/>
                  <a:pt x="7508559" y="2975919"/>
                </a:cubicBezTo>
                <a:lnTo>
                  <a:pt x="7508188" y="2975592"/>
                </a:lnTo>
                <a:lnTo>
                  <a:pt x="7496943" y="2977544"/>
                </a:lnTo>
                <a:lnTo>
                  <a:pt x="7219707" y="2983651"/>
                </a:lnTo>
                <a:lnTo>
                  <a:pt x="7202249" y="2988201"/>
                </a:lnTo>
                <a:lnTo>
                  <a:pt x="7198152" y="2993559"/>
                </a:lnTo>
                <a:cubicBezTo>
                  <a:pt x="7193259" y="2997082"/>
                  <a:pt x="7185654" y="2999221"/>
                  <a:pt x="7171956" y="2998207"/>
                </a:cubicBezTo>
                <a:lnTo>
                  <a:pt x="7098136" y="3010435"/>
                </a:lnTo>
                <a:cubicBezTo>
                  <a:pt x="7062296" y="3011413"/>
                  <a:pt x="7051336" y="3012390"/>
                  <a:pt x="7019644" y="3010061"/>
                </a:cubicBezTo>
                <a:cubicBezTo>
                  <a:pt x="6938675" y="3020999"/>
                  <a:pt x="6944793" y="3045165"/>
                  <a:pt x="6905294" y="3039567"/>
                </a:cubicBezTo>
                <a:cubicBezTo>
                  <a:pt x="6873070" y="3034359"/>
                  <a:pt x="6789137" y="3053433"/>
                  <a:pt x="6709370" y="3067522"/>
                </a:cubicBezTo>
                <a:cubicBezTo>
                  <a:pt x="6650254" y="3076977"/>
                  <a:pt x="6629253" y="3091078"/>
                  <a:pt x="6550602" y="3096298"/>
                </a:cubicBezTo>
                <a:cubicBezTo>
                  <a:pt x="6473302" y="3140388"/>
                  <a:pt x="6410843" y="3116665"/>
                  <a:pt x="6318708" y="3143098"/>
                </a:cubicBezTo>
                <a:cubicBezTo>
                  <a:pt x="6298698" y="3158620"/>
                  <a:pt x="6210439" y="3141427"/>
                  <a:pt x="6169822" y="3145185"/>
                </a:cubicBezTo>
                <a:cubicBezTo>
                  <a:pt x="6129203" y="3148943"/>
                  <a:pt x="6091688" y="3162491"/>
                  <a:pt x="6074996" y="3165647"/>
                </a:cubicBezTo>
                <a:lnTo>
                  <a:pt x="6069677" y="3164110"/>
                </a:lnTo>
                <a:lnTo>
                  <a:pt x="6049786" y="3164793"/>
                </a:lnTo>
                <a:lnTo>
                  <a:pt x="6042433" y="3156444"/>
                </a:lnTo>
                <a:lnTo>
                  <a:pt x="6011238" y="3151351"/>
                </a:lnTo>
                <a:cubicBezTo>
                  <a:pt x="5999830" y="3150764"/>
                  <a:pt x="5971276" y="3151677"/>
                  <a:pt x="5958523" y="3154995"/>
                </a:cubicBezTo>
                <a:lnTo>
                  <a:pt x="5760067" y="3170687"/>
                </a:lnTo>
                <a:lnTo>
                  <a:pt x="5628108" y="3171710"/>
                </a:lnTo>
                <a:lnTo>
                  <a:pt x="5472054" y="3157690"/>
                </a:lnTo>
                <a:cubicBezTo>
                  <a:pt x="5479284" y="3144662"/>
                  <a:pt x="5440157" y="3158728"/>
                  <a:pt x="5433909" y="3146437"/>
                </a:cubicBezTo>
                <a:cubicBezTo>
                  <a:pt x="5430517" y="3136405"/>
                  <a:pt x="5392976" y="3131721"/>
                  <a:pt x="5382817" y="3128735"/>
                </a:cubicBezTo>
                <a:lnTo>
                  <a:pt x="5262912" y="3108318"/>
                </a:lnTo>
                <a:cubicBezTo>
                  <a:pt x="5252746" y="3108134"/>
                  <a:pt x="5231699" y="3099824"/>
                  <a:pt x="5224109" y="3097194"/>
                </a:cubicBezTo>
                <a:lnTo>
                  <a:pt x="5175808" y="3094204"/>
                </a:lnTo>
                <a:lnTo>
                  <a:pt x="5157702" y="3086981"/>
                </a:lnTo>
                <a:lnTo>
                  <a:pt x="5143747" y="3083581"/>
                </a:lnTo>
                <a:lnTo>
                  <a:pt x="5140744" y="3081480"/>
                </a:lnTo>
                <a:cubicBezTo>
                  <a:pt x="5135026" y="3077440"/>
                  <a:pt x="5129229" y="3073629"/>
                  <a:pt x="5122807" y="3070627"/>
                </a:cubicBezTo>
                <a:cubicBezTo>
                  <a:pt x="5109467" y="3099246"/>
                  <a:pt x="5066004" y="3049810"/>
                  <a:pt x="5066938" y="3077198"/>
                </a:cubicBezTo>
                <a:cubicBezTo>
                  <a:pt x="5029345" y="3065682"/>
                  <a:pt x="5040096" y="3094771"/>
                  <a:pt x="5012662" y="3060817"/>
                </a:cubicBezTo>
                <a:cubicBezTo>
                  <a:pt x="4938174" y="3061200"/>
                  <a:pt x="4917504" y="3074207"/>
                  <a:pt x="4841589" y="3036800"/>
                </a:cubicBezTo>
                <a:cubicBezTo>
                  <a:pt x="4807890" y="3020158"/>
                  <a:pt x="4785258" y="3009012"/>
                  <a:pt x="4763595" y="3009032"/>
                </a:cubicBezTo>
                <a:cubicBezTo>
                  <a:pt x="4742475" y="3004532"/>
                  <a:pt x="4730631" y="3001709"/>
                  <a:pt x="4724334" y="3000018"/>
                </a:cubicBezTo>
                <a:lnTo>
                  <a:pt x="4722324" y="2999269"/>
                </a:lnTo>
                <a:lnTo>
                  <a:pt x="4723259" y="2999058"/>
                </a:lnTo>
                <a:cubicBezTo>
                  <a:pt x="4722296" y="2998416"/>
                  <a:pt x="4719415" y="2997810"/>
                  <a:pt x="4718350" y="2997788"/>
                </a:cubicBezTo>
                <a:lnTo>
                  <a:pt x="4722324" y="2999269"/>
                </a:lnTo>
                <a:lnTo>
                  <a:pt x="4716674" y="3000544"/>
                </a:lnTo>
                <a:cubicBezTo>
                  <a:pt x="4681300" y="2993588"/>
                  <a:pt x="4525895" y="2992780"/>
                  <a:pt x="4516962" y="2990642"/>
                </a:cubicBezTo>
                <a:cubicBezTo>
                  <a:pt x="4458971" y="2977530"/>
                  <a:pt x="4463810" y="2976789"/>
                  <a:pt x="4429691" y="2979991"/>
                </a:cubicBezTo>
                <a:cubicBezTo>
                  <a:pt x="4424455" y="2983362"/>
                  <a:pt x="4370126" y="2977068"/>
                  <a:pt x="4364023" y="2978645"/>
                </a:cubicBezTo>
                <a:lnTo>
                  <a:pt x="4318114" y="2985260"/>
                </a:lnTo>
                <a:lnTo>
                  <a:pt x="4316258" y="2983919"/>
                </a:lnTo>
                <a:cubicBezTo>
                  <a:pt x="4307275" y="2980548"/>
                  <a:pt x="4301145" y="2980549"/>
                  <a:pt x="4296292" y="2982040"/>
                </a:cubicBezTo>
                <a:lnTo>
                  <a:pt x="4291212" y="2984957"/>
                </a:lnTo>
                <a:lnTo>
                  <a:pt x="4277290" y="2984711"/>
                </a:lnTo>
                <a:lnTo>
                  <a:pt x="4249265" y="2987035"/>
                </a:lnTo>
                <a:lnTo>
                  <a:pt x="4203199" y="2984240"/>
                </a:lnTo>
                <a:cubicBezTo>
                  <a:pt x="4203096" y="2983820"/>
                  <a:pt x="4202995" y="2983401"/>
                  <a:pt x="4202893" y="2982981"/>
                </a:cubicBezTo>
                <a:cubicBezTo>
                  <a:pt x="4201267" y="2980144"/>
                  <a:pt x="4198292" y="2978025"/>
                  <a:pt x="4192396" y="2977347"/>
                </a:cubicBezTo>
                <a:cubicBezTo>
                  <a:pt x="4205365" y="2960058"/>
                  <a:pt x="4162425" y="2961953"/>
                  <a:pt x="4143893" y="2961482"/>
                </a:cubicBezTo>
                <a:cubicBezTo>
                  <a:pt x="4125868" y="2954416"/>
                  <a:pt x="4100250" y="2940836"/>
                  <a:pt x="4084245" y="2934949"/>
                </a:cubicBezTo>
                <a:lnTo>
                  <a:pt x="4075694" y="2934114"/>
                </a:lnTo>
                <a:cubicBezTo>
                  <a:pt x="4075655" y="2934013"/>
                  <a:pt x="4075614" y="2933914"/>
                  <a:pt x="4075575" y="2933815"/>
                </a:cubicBezTo>
                <a:cubicBezTo>
                  <a:pt x="4073829" y="2933031"/>
                  <a:pt x="4071057" y="2932530"/>
                  <a:pt x="4066658" y="2932371"/>
                </a:cubicBezTo>
                <a:lnTo>
                  <a:pt x="4060102" y="2932589"/>
                </a:lnTo>
                <a:lnTo>
                  <a:pt x="4043512" y="2930968"/>
                </a:lnTo>
                <a:lnTo>
                  <a:pt x="4038145" y="2928534"/>
                </a:lnTo>
                <a:lnTo>
                  <a:pt x="4036511" y="2924867"/>
                </a:lnTo>
                <a:lnTo>
                  <a:pt x="4034926" y="2925102"/>
                </a:lnTo>
                <a:cubicBezTo>
                  <a:pt x="4022576" y="2929966"/>
                  <a:pt x="4018025" y="2938342"/>
                  <a:pt x="4005686" y="2912534"/>
                </a:cubicBezTo>
                <a:lnTo>
                  <a:pt x="3937994" y="2895077"/>
                </a:lnTo>
                <a:cubicBezTo>
                  <a:pt x="3921658" y="2902801"/>
                  <a:pt x="3909686" y="2898112"/>
                  <a:pt x="3898423" y="2889422"/>
                </a:cubicBezTo>
                <a:cubicBezTo>
                  <a:pt x="3862243" y="2889918"/>
                  <a:pt x="3830779" y="2876048"/>
                  <a:pt x="3790908" y="2869184"/>
                </a:cubicBezTo>
                <a:cubicBezTo>
                  <a:pt x="3742158" y="2854478"/>
                  <a:pt x="3726280" y="2852501"/>
                  <a:pt x="3683661" y="2845261"/>
                </a:cubicBezTo>
                <a:lnTo>
                  <a:pt x="3611183" y="2812990"/>
                </a:lnTo>
                <a:lnTo>
                  <a:pt x="3605003" y="2814352"/>
                </a:lnTo>
                <a:cubicBezTo>
                  <a:pt x="3600731" y="2814971"/>
                  <a:pt x="3597877" y="2814971"/>
                  <a:pt x="3595884" y="2814516"/>
                </a:cubicBezTo>
                <a:lnTo>
                  <a:pt x="3595649" y="2814247"/>
                </a:lnTo>
                <a:lnTo>
                  <a:pt x="3587126" y="2814937"/>
                </a:lnTo>
                <a:cubicBezTo>
                  <a:pt x="3572774" y="2816728"/>
                  <a:pt x="3550540" y="2802529"/>
                  <a:pt x="3537283" y="2805238"/>
                </a:cubicBezTo>
                <a:cubicBezTo>
                  <a:pt x="3515092" y="2800942"/>
                  <a:pt x="3489773" y="2807207"/>
                  <a:pt x="3474371" y="2801577"/>
                </a:cubicBezTo>
                <a:lnTo>
                  <a:pt x="3401876" y="2789529"/>
                </a:lnTo>
                <a:lnTo>
                  <a:pt x="3365036" y="2806481"/>
                </a:lnTo>
                <a:cubicBezTo>
                  <a:pt x="3361007" y="2808779"/>
                  <a:pt x="3355145" y="2809857"/>
                  <a:pt x="3345174" y="2808163"/>
                </a:cubicBezTo>
                <a:lnTo>
                  <a:pt x="3342846" y="2807188"/>
                </a:lnTo>
                <a:cubicBezTo>
                  <a:pt x="3337528" y="2809659"/>
                  <a:pt x="3296694" y="2810789"/>
                  <a:pt x="3263504" y="2813065"/>
                </a:cubicBezTo>
                <a:cubicBezTo>
                  <a:pt x="3210873" y="2815406"/>
                  <a:pt x="3204538" y="2823378"/>
                  <a:pt x="3143704" y="2820840"/>
                </a:cubicBezTo>
                <a:cubicBezTo>
                  <a:pt x="3083839" y="2822069"/>
                  <a:pt x="3073438" y="2828075"/>
                  <a:pt x="3031439" y="2823483"/>
                </a:cubicBezTo>
                <a:lnTo>
                  <a:pt x="2782717" y="2845304"/>
                </a:lnTo>
                <a:cubicBezTo>
                  <a:pt x="2720447" y="2872959"/>
                  <a:pt x="2718750" y="2842390"/>
                  <a:pt x="2647675" y="2855840"/>
                </a:cubicBezTo>
                <a:cubicBezTo>
                  <a:pt x="2583664" y="2795905"/>
                  <a:pt x="2609849" y="2834173"/>
                  <a:pt x="2569176" y="2829599"/>
                </a:cubicBezTo>
                <a:lnTo>
                  <a:pt x="2444403" y="2843500"/>
                </a:lnTo>
                <a:cubicBezTo>
                  <a:pt x="2412730" y="2860060"/>
                  <a:pt x="2355175" y="2829971"/>
                  <a:pt x="2316260" y="2851967"/>
                </a:cubicBezTo>
                <a:cubicBezTo>
                  <a:pt x="2277148" y="2852505"/>
                  <a:pt x="2234330" y="2848310"/>
                  <a:pt x="2209726" y="2846734"/>
                </a:cubicBezTo>
                <a:cubicBezTo>
                  <a:pt x="2172984" y="2843077"/>
                  <a:pt x="2131016" y="2834145"/>
                  <a:pt x="2095813" y="2830023"/>
                </a:cubicBezTo>
                <a:cubicBezTo>
                  <a:pt x="2078687" y="2843632"/>
                  <a:pt x="2046700" y="2821328"/>
                  <a:pt x="1998504" y="2822003"/>
                </a:cubicBezTo>
                <a:cubicBezTo>
                  <a:pt x="1979851" y="2837650"/>
                  <a:pt x="1965997" y="2822267"/>
                  <a:pt x="1929320" y="2843948"/>
                </a:cubicBezTo>
                <a:cubicBezTo>
                  <a:pt x="1927506" y="2842156"/>
                  <a:pt x="1925308" y="2840529"/>
                  <a:pt x="1922798" y="2839117"/>
                </a:cubicBezTo>
                <a:cubicBezTo>
                  <a:pt x="1908224" y="2830923"/>
                  <a:pt x="1886476" y="2831636"/>
                  <a:pt x="1874228" y="2840712"/>
                </a:cubicBezTo>
                <a:cubicBezTo>
                  <a:pt x="1844711" y="2855471"/>
                  <a:pt x="1815838" y="2863248"/>
                  <a:pt x="1787803" y="2868334"/>
                </a:cubicBezTo>
                <a:lnTo>
                  <a:pt x="1739352" y="2863283"/>
                </a:lnTo>
                <a:cubicBezTo>
                  <a:pt x="1720756" y="2859717"/>
                  <a:pt x="1697809" y="2850808"/>
                  <a:pt x="1676219" y="2846934"/>
                </a:cubicBezTo>
                <a:cubicBezTo>
                  <a:pt x="1653856" y="2845729"/>
                  <a:pt x="1629782" y="2852334"/>
                  <a:pt x="1609817" y="2840037"/>
                </a:cubicBezTo>
                <a:cubicBezTo>
                  <a:pt x="1570834" y="2828361"/>
                  <a:pt x="1525521" y="2848516"/>
                  <a:pt x="1497258" y="2814447"/>
                </a:cubicBezTo>
                <a:cubicBezTo>
                  <a:pt x="1419429" y="2799738"/>
                  <a:pt x="1265224" y="2779725"/>
                  <a:pt x="1151127" y="2765012"/>
                </a:cubicBezTo>
                <a:cubicBezTo>
                  <a:pt x="1044820" y="2755201"/>
                  <a:pt x="911490" y="2756949"/>
                  <a:pt x="859417" y="2755579"/>
                </a:cubicBezTo>
                <a:lnTo>
                  <a:pt x="838688" y="2756792"/>
                </a:lnTo>
                <a:cubicBezTo>
                  <a:pt x="829380" y="2753383"/>
                  <a:pt x="823010" y="2753358"/>
                  <a:pt x="817957" y="2754828"/>
                </a:cubicBezTo>
                <a:lnTo>
                  <a:pt x="812654" y="2757722"/>
                </a:lnTo>
                <a:lnTo>
                  <a:pt x="721195" y="2756632"/>
                </a:lnTo>
                <a:cubicBezTo>
                  <a:pt x="721095" y="2756212"/>
                  <a:pt x="720991" y="2755791"/>
                  <a:pt x="720890" y="2755370"/>
                </a:cubicBezTo>
                <a:cubicBezTo>
                  <a:pt x="719222" y="2752527"/>
                  <a:pt x="716144" y="2750395"/>
                  <a:pt x="710023" y="2749693"/>
                </a:cubicBezTo>
                <a:cubicBezTo>
                  <a:pt x="689532" y="2741604"/>
                  <a:pt x="619665" y="2714421"/>
                  <a:pt x="597940" y="2706835"/>
                </a:cubicBezTo>
                <a:cubicBezTo>
                  <a:pt x="587430" y="2706236"/>
                  <a:pt x="583862" y="2704593"/>
                  <a:pt x="579683" y="2704183"/>
                </a:cubicBezTo>
                <a:lnTo>
                  <a:pt x="572865" y="2704372"/>
                </a:lnTo>
                <a:cubicBezTo>
                  <a:pt x="550627" y="2698066"/>
                  <a:pt x="474197" y="2673651"/>
                  <a:pt x="446247" y="2666342"/>
                </a:cubicBezTo>
                <a:cubicBezTo>
                  <a:pt x="429213" y="2673994"/>
                  <a:pt x="416808" y="2669256"/>
                  <a:pt x="405163" y="2660519"/>
                </a:cubicBezTo>
                <a:cubicBezTo>
                  <a:pt x="367566" y="2660861"/>
                  <a:pt x="334968" y="2646856"/>
                  <a:pt x="293583" y="2639823"/>
                </a:cubicBezTo>
                <a:lnTo>
                  <a:pt x="119529" y="2588018"/>
                </a:lnTo>
                <a:cubicBezTo>
                  <a:pt x="73377" y="2578908"/>
                  <a:pt x="36403" y="2586550"/>
                  <a:pt x="16674" y="2585162"/>
                </a:cubicBezTo>
                <a:lnTo>
                  <a:pt x="1150" y="2579693"/>
                </a:lnTo>
                <a:cubicBezTo>
                  <a:pt x="-1438" y="2323697"/>
                  <a:pt x="1148" y="1341304"/>
                  <a:pt x="1148" y="1049184"/>
                </a:cubicBezTo>
                <a:lnTo>
                  <a:pt x="1148" y="0"/>
                </a:lnTo>
                <a:close/>
              </a:path>
            </a:pathLst>
          </a:cu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 name="Title 3">
            <a:extLst>
              <a:ext uri="{FF2B5EF4-FFF2-40B4-BE49-F238E27FC236}">
                <a16:creationId xmlns:a16="http://schemas.microsoft.com/office/drawing/2014/main" id="{7A410109-45DB-1FCE-F103-91BC78E7A623}"/>
              </a:ext>
            </a:extLst>
          </p:cNvPr>
          <p:cNvSpPr>
            <a:spLocks noGrp="1"/>
          </p:cNvSpPr>
          <p:nvPr>
            <p:ph type="title"/>
          </p:nvPr>
        </p:nvSpPr>
        <p:spPr>
          <a:xfrm>
            <a:off x="1137036" y="548640"/>
            <a:ext cx="9916632" cy="1188720"/>
          </a:xfrm>
        </p:spPr>
        <p:txBody>
          <a:bodyPr>
            <a:normAutofit/>
          </a:bodyPr>
          <a:lstStyle/>
          <a:p>
            <a:r>
              <a:rPr lang="en-US">
                <a:solidFill>
                  <a:schemeClr val="tx1">
                    <a:lumMod val="85000"/>
                    <a:lumOff val="15000"/>
                  </a:schemeClr>
                </a:solidFill>
              </a:rPr>
              <a:t>Conclusion</a:t>
            </a:r>
            <a:endParaRPr lang="en-US" dirty="0">
              <a:solidFill>
                <a:schemeClr val="tx1">
                  <a:lumMod val="85000"/>
                  <a:lumOff val="15000"/>
                </a:schemeClr>
              </a:solidFill>
            </a:endParaRPr>
          </a:p>
        </p:txBody>
      </p:sp>
      <p:sp>
        <p:nvSpPr>
          <p:cNvPr id="6" name="Rectangle 1">
            <a:extLst>
              <a:ext uri="{FF2B5EF4-FFF2-40B4-BE49-F238E27FC236}">
                <a16:creationId xmlns:a16="http://schemas.microsoft.com/office/drawing/2014/main" id="{9B86971D-8BFF-DC15-DD93-76AA2C63DE84}"/>
              </a:ext>
            </a:extLst>
          </p:cNvPr>
          <p:cNvSpPr>
            <a:spLocks noGrp="1" noChangeArrowheads="1"/>
          </p:cNvSpPr>
          <p:nvPr>
            <p:ph idx="1"/>
          </p:nvPr>
        </p:nvSpPr>
        <p:spPr bwMode="auto">
          <a:xfrm>
            <a:off x="1137036" y="2637192"/>
            <a:ext cx="5202065" cy="25853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Provide 24/7 support and improves accessibility </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0" i="0" u="none" strike="noStrike" cap="none" normalizeH="0" baseline="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Reduces workload for healthcare professionals </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Refers complex cases to qualified practitioners </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Helps users in remote or underserved areas </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Ensures security and privacy of patient data </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8" name="TextBox 7">
            <a:extLst>
              <a:ext uri="{FF2B5EF4-FFF2-40B4-BE49-F238E27FC236}">
                <a16:creationId xmlns:a16="http://schemas.microsoft.com/office/drawing/2014/main" id="{3F9F921B-06F3-57E6-F190-3C329B02AFC3}"/>
              </a:ext>
            </a:extLst>
          </p:cNvPr>
          <p:cNvSpPr txBox="1"/>
          <p:nvPr/>
        </p:nvSpPr>
        <p:spPr>
          <a:xfrm>
            <a:off x="1137036" y="2002610"/>
            <a:ext cx="6096000" cy="369332"/>
          </a:xfrm>
          <a:prstGeom prst="rect">
            <a:avLst/>
          </a:prstGeom>
          <a:noFill/>
        </p:spPr>
        <p:txBody>
          <a:bodyPr wrap="square">
            <a:spAutoFit/>
          </a:bodyPr>
          <a:lstStyle/>
          <a:p>
            <a:r>
              <a:rPr lang="en-US"/>
              <a:t>The System is designed to:</a:t>
            </a:r>
            <a:endParaRPr lang="en-US" dirty="0"/>
          </a:p>
        </p:txBody>
      </p:sp>
    </p:spTree>
    <p:extLst>
      <p:ext uri="{BB962C8B-B14F-4D97-AF65-F5344CB8AC3E}">
        <p14:creationId xmlns:p14="http://schemas.microsoft.com/office/powerpoint/2010/main" val="264299056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activity xmlns="84fa6eb5-3d73-482c-9049-df8b8882ec46"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4E2B7427728E454EA7B3A9D6102C6570" ma:contentTypeVersion="5" ma:contentTypeDescription="Create a new document." ma:contentTypeScope="" ma:versionID="2250b760405b6784ef49a9350ece6c6c">
  <xsd:schema xmlns:xsd="http://www.w3.org/2001/XMLSchema" xmlns:xs="http://www.w3.org/2001/XMLSchema" xmlns:p="http://schemas.microsoft.com/office/2006/metadata/properties" xmlns:ns3="84fa6eb5-3d73-482c-9049-df8b8882ec46" targetNamespace="http://schemas.microsoft.com/office/2006/metadata/properties" ma:root="true" ma:fieldsID="f76b8d3b710db46f468ff3e7bf726986" ns3:_="">
    <xsd:import namespace="84fa6eb5-3d73-482c-9049-df8b8882ec46"/>
    <xsd:element name="properties">
      <xsd:complexType>
        <xsd:sequence>
          <xsd:element name="documentManagement">
            <xsd:complexType>
              <xsd:all>
                <xsd:element ref="ns3:MediaServiceDateTaken" minOccurs="0"/>
                <xsd:element ref="ns3:MediaServiceMetadata" minOccurs="0"/>
                <xsd:element ref="ns3:MediaServiceFastMetadata" minOccurs="0"/>
                <xsd:element ref="ns3:MediaServiceSearchProperties" minOccurs="0"/>
                <xsd:element ref="ns3:_activity"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4fa6eb5-3d73-482c-9049-df8b8882ec46"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_activity" ma:index="12" nillable="true" ma:displayName="_activity" ma:hidden="true" ma:internalName="_activity">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32F41939-EC3D-4D1A-AB9F-54F3955953F0}">
  <ds:schemaRefs>
    <ds:schemaRef ds:uri="http://schemas.microsoft.com/sharepoint/v3/contenttype/forms"/>
  </ds:schemaRefs>
</ds:datastoreItem>
</file>

<file path=customXml/itemProps2.xml><?xml version="1.0" encoding="utf-8"?>
<ds:datastoreItem xmlns:ds="http://schemas.openxmlformats.org/officeDocument/2006/customXml" ds:itemID="{7C865538-E9DE-4CD2-B55A-39D1118927FF}">
  <ds:schemaRefs>
    <ds:schemaRef ds:uri="84fa6eb5-3d73-482c-9049-df8b8882ec46"/>
    <ds:schemaRef ds:uri="http://purl.org/dc/terms/"/>
    <ds:schemaRef ds:uri="http://schemas.openxmlformats.org/package/2006/metadata/core-properties"/>
    <ds:schemaRef ds:uri="http://purl.org/dc/dcmitype/"/>
    <ds:schemaRef ds:uri="http://schemas.microsoft.com/office/2006/documentManagement/types"/>
    <ds:schemaRef ds:uri="http://www.w3.org/XML/1998/namespace"/>
    <ds:schemaRef ds:uri="http://schemas.microsoft.com/office/infopath/2007/PartnerControls"/>
    <ds:schemaRef ds:uri="http://schemas.microsoft.com/office/2006/metadata/properties"/>
    <ds:schemaRef ds:uri="http://purl.org/dc/elements/1.1/"/>
  </ds:schemaRefs>
</ds:datastoreItem>
</file>

<file path=customXml/itemProps3.xml><?xml version="1.0" encoding="utf-8"?>
<ds:datastoreItem xmlns:ds="http://schemas.openxmlformats.org/officeDocument/2006/customXml" ds:itemID="{0B3F5C23-B56A-4F4D-A0EC-78722901A74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84fa6eb5-3d73-482c-9049-df8b8882ec46"/>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447</TotalTime>
  <Words>704</Words>
  <Application>Microsoft Office PowerPoint</Application>
  <PresentationFormat>Widescreen</PresentationFormat>
  <Paragraphs>110</Paragraphs>
  <Slides>15</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15</vt:i4>
      </vt:variant>
    </vt:vector>
  </HeadingPairs>
  <TitlesOfParts>
    <vt:vector size="22" baseType="lpstr">
      <vt:lpstr>Aptos</vt:lpstr>
      <vt:lpstr>Aptos Display</vt:lpstr>
      <vt:lpstr>Arial</vt:lpstr>
      <vt:lpstr>Calibri</vt:lpstr>
      <vt:lpstr>Segoe UI</vt:lpstr>
      <vt:lpstr>Wingdings</vt:lpstr>
      <vt:lpstr>Office Theme</vt:lpstr>
      <vt:lpstr>Healthcare AI Chatbot  </vt:lpstr>
      <vt:lpstr>Overview</vt:lpstr>
      <vt:lpstr>Problem statement</vt:lpstr>
      <vt:lpstr>PowerPoint Presentation</vt:lpstr>
      <vt:lpstr>Key features </vt:lpstr>
      <vt:lpstr>How the Chatbot Works </vt:lpstr>
      <vt:lpstr>How the Chatbot Works </vt:lpstr>
      <vt:lpstr>How the Chatbot Works </vt:lpstr>
      <vt:lpstr>prompt</vt:lpstr>
      <vt:lpstr>System Design</vt:lpstr>
      <vt:lpstr>Improvements and challenges</vt:lpstr>
      <vt:lpstr>Responsible AI</vt:lpstr>
      <vt:lpstr>Testing &amp; Results</vt:lpstr>
      <vt:lpstr>Lesson learned</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vhutali Nwamhlanga Rasila</dc:creator>
  <cp:lastModifiedBy>vhutali Nwamhlanga Rasila</cp:lastModifiedBy>
  <cp:revision>2</cp:revision>
  <dcterms:created xsi:type="dcterms:W3CDTF">2026-04-24T06:54:53Z</dcterms:created>
  <dcterms:modified xsi:type="dcterms:W3CDTF">2026-05-04T09:24:17Z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0x0101004E2B7427728E454EA7B3A9D6102C6570</vt:lpwstr>
  </property>
</Properties>
</file>